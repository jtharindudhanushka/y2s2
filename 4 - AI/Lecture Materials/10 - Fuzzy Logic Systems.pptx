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sldIdLst>
    <p:sldId id="256" r:id="rId2"/>
    <p:sldId id="324" r:id="rId3"/>
    <p:sldId id="295" r:id="rId4"/>
    <p:sldId id="306" r:id="rId5"/>
    <p:sldId id="259" r:id="rId6"/>
    <p:sldId id="260" r:id="rId7"/>
    <p:sldId id="265" r:id="rId8"/>
    <p:sldId id="308" r:id="rId9"/>
    <p:sldId id="310" r:id="rId10"/>
    <p:sldId id="311" r:id="rId11"/>
    <p:sldId id="312" r:id="rId12"/>
    <p:sldId id="313" r:id="rId13"/>
    <p:sldId id="315" r:id="rId14"/>
    <p:sldId id="269" r:id="rId15"/>
    <p:sldId id="283" r:id="rId16"/>
    <p:sldId id="284" r:id="rId17"/>
    <p:sldId id="314" r:id="rId18"/>
    <p:sldId id="262" r:id="rId19"/>
    <p:sldId id="266" r:id="rId20"/>
    <p:sldId id="267" r:id="rId21"/>
    <p:sldId id="270" r:id="rId22"/>
    <p:sldId id="316" r:id="rId23"/>
    <p:sldId id="317" r:id="rId24"/>
    <p:sldId id="318" r:id="rId25"/>
    <p:sldId id="319" r:id="rId26"/>
    <p:sldId id="268" r:id="rId27"/>
    <p:sldId id="323" r:id="rId28"/>
    <p:sldId id="320" r:id="rId29"/>
    <p:sldId id="322" r:id="rId30"/>
    <p:sldId id="321" r:id="rId31"/>
    <p:sldId id="328" r:id="rId32"/>
    <p:sldId id="271" r:id="rId33"/>
    <p:sldId id="273" r:id="rId34"/>
    <p:sldId id="275" r:id="rId35"/>
    <p:sldId id="276" r:id="rId36"/>
    <p:sldId id="277" r:id="rId37"/>
    <p:sldId id="329" r:id="rId38"/>
    <p:sldId id="278" r:id="rId39"/>
    <p:sldId id="326" r:id="rId40"/>
    <p:sldId id="325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68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3-08-23T16:23:30.872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13800 12053 160 0,'0'0'392'0,"0"0"96"0,0 0 79 16,0 0 16-16,0 0-42 0,0 0-62 0,0 0-76 16,0 0-86-16,6 0-100 0,-6-4-88 0,0 4-54 15,0 0-30-15,0-4-13 0,0 4-4 0,8-4 2 16,-8 4 0-16,0-3 0 0,0-1-5 0,6 0-3 15,-6 4-5-15,0-3-7 0,-6-1 2 16,6 4 0-16,0 0 6 0,0-4 5 0,-8 4 9 16,8-3 7-16,0 3 7 0,0 0 13 0,8-4 6 15,-8 4 6-15,0 0 10 0,0-4 5 16,6 4 6-16,-6-3-3 0,0 3 3 0,0 0-1 16,0 0-2-16,0 0-3 0,0 0-3 0,0 0-2 15,0 0 16-15,0 0-16 0,0 0-10 16,0 0-7-16,0 0-4 0,6 0-5 0,-6 0-23 15,0 0 1-15,0 0 0 0,0 0-6 0,0 0-5 16,-6 3-5-16,6-3-5 0,0 4 0 16,-6-4 0-16,6 0 4 0,-8 4 3 0,2-4 1 0,-7 0 2 15,0 0 5-15,0 3-11 0,0-3-1 0,-6 4-2 16,5-4-2-16,-11 0-5 0,5 0-3 16,-6 0 9-16,0 0-4 0,-1 0-1 0,1-4-1 15,1 1 0-15,-8-1-2 0,1 0-1 0,-2 1-1 16,2-1 3-16,7 0-1 0,-9 1 0 15,2-1-3-15,7 1 0 0,-8-5 1 0,1 5-2 16,5-1-1-16,-5-3 2 0,-1 7 0 0,7-8-1 16,-6 5 0-16,-1-1 1 0,1 0 1 0,5 1-2 15,-5-1 0-15,12 4 1 0,-6-4-1 16,0 4-2-16,-1-3 1 0,8 3 1 0,0 0 0 16,0-4 0-16,-1 4 1 0,6-4 0 0,-5 1-2 15,6 3 3-15,0 0-3 0,7 0-1 16,-8 0 2-16,2 0 0 0,5 0 0 0,1 0-1 15,6 0 1-15,-7 0 0 0,7 0-1 0,-7 0-2 16,7 0 0-16,-6 0-1 0,6 0-1 0,0 0-2 16,0 3-2-16,0-3-7 0,0 0-16 0,6 0-19 15,-6 0-27-15,0 4-37 0,7-4-45 16,0 0-53-16,-1 0-59 0,1 0-88 0,-1 4-109 16,7-4-120-16,-6 0-137 0,5 0-81 0,2 0 1 15,-8 0 67-15,7 3 116 0,0-3 147 0</inkml:trace>
  <inkml:trace contextRef="#ctx0" brushRef="#br0" timeOffset="711">13722 12148 334 0,'7'3'483'0,"-1"1"134"15,0 0 49-15,1-1-25 0,0 1-65 0,-7 0-83 16,0-1-104-16,0-3-125 0,0 0-86 0,0 0-53 15,0 4-32-15,0-4-10 0,6 0 0 0,-6 0 0 16,0 0-1-16,0 0-4 0,0 3-9 16,0-3 2-16,0 0-18 0,0 5-10 0,0-5-3 15,0 0 8-15,-6-5 15 0,6 5 4 0,0-3 25 16,-7 6 23-16,0-3 12 0,-5 5 1 16,5-2-1-16,-6-3-7 0,0 0-10 0,0 3-12 15,0-3-10-15,-7 5-7 0,8-5-11 0,-8 0-13 16,-7 0-10-16,9 0-8 0,-9 0-7 15,1-5-9-15,6 5-7 0,-12-3-2 0,5 3 4 16,2-3 3-16,-7 3 4 0,6-5 5 0,-7 2 5 16,1 3 4-16,5-4-4 0,-5 4-4 0,6-3-3 15,-7-1-1-15,7 0-3 0,-7 4-3 0,7-3-1 16,0-1 2-16,0 4-1 0,1-4 0 16,5 4-1-16,-7 0 1 0,1-3 1 0,7 3-4 15,-7-4 1-15,6 4-1 0,-6-4-4 16,7 1-2-16,-1 3-1 0,0-4-1 0,1 0-3 15,0 4 1-15,6 0-2 0,-7 0-3 0,7 0 1 16,0 0-2-16,0 0 0 0,7 0-2 0,-8 4 1 16,8-4 0-16,0 0-1 0,-8 4 0 0,14-4-1 15,-6 0 2-15,0 0-1 0,6 0 2 16,-7 0 1-16,7 0 2 0,0 0 1 0,0 0 0 16,-7 0 5-16,7 0 3 0,0 0 5 0,0 0 2 15,0 3 1-15,0-3 6 0,0 0-8 16,-6 0-5-16,6 0-4 0,0 0-2 0,0 0-4 15,6 0-8-15,-6-3 0 0,0 3 2 0,0 0-4 16,0 0-18-16,0 0-36 0,0 0-57 0,0 0-91 16,0 0-124-16,0 0-167 0,7-4-199 0,0 4-229 15,-7-4-135-15,0 4-11 0,0 0 70 0,0 0 140 16,0 0 201-16</inkml:trace>
  <inkml:trace contextRef="#ctx0" brushRef="#br0" timeOffset="6004.24">23185 7828 181 0,'0'0'235'0,"0"0"16"16,0 0 10-16,0-3 11 0,0 3 14 0,0 0 19 15,0 0 17-15,0 0 19 0,0 0 10 16,-6 0-12-16,6 0-28 0,0 3-40 0,0-3-47 16,0 0-57-16,0 0-51 0,0 0-29 0,0 0-17 15,0 4-8-15,0-4 0 0,0 0 1 16,0 0 4-16,0 0-1 0,0 0-2 0,0 4-2 16,0-4-6-16,0 0-3 0,0 0-6 0,0 0-2 15,0 0-2-15,0 0-6 0,0 0 0 0,0-4-3 16,6 4-1-16,-6 0-4 0,0 0-2 0,-6 0-6 15,6 4-6-15,0-4-3 0,0 3-3 16,0-3-3-16,0 0 2 0,0 0-1 0,0 4 6 16,0-4 1-16,0 0 4 0,0 4 2 0,-7-4 5 15,7 3 9-15,-7-3 4 0,7 0 2 16,0 0-4-16,-6 4 0 0,6-4-8 0,-6 4-17 16,-1-4-2-16,7 0-1 0,-7 3 0 0,1-3 0 15,6 0 2-15,-6 4 10 0,-1-4-6 0,1 0-2 16,-1 4-4-16,-6-4 3 0,7 0-4 15,-8 0 0-15,2 0-2 0,-2 0 1 0,1 0-2 16,1 0-4-16,-2 0 2 0,2-4-1 0,4 4-1 16,-4 0 3-16,-1 0 1 0,-1 0 1 0,2 0 1 15,-2 0 0-15,2 0 0 0,5 0-4 0,-6 0-1 16,0 0 0-16,0 0 2 0,0 0-1 16,7 0-3-16,-8 0-5 0,1 0 6 0,7 0-1 15,-7 0-1-15,0 0 1 0,7-4 1 0,-8 4-4 16,1-3-1-16,0 3 3 0,6 0 0 0,-5 0 1 15,-2 0 2-15,8 0 11 0,0 0-7 16,-1 0 1-16,1 0-5 0,-1 3 0 0,-6-3 0 16,7 0 0-16,0 0 2 0,-2 0 0 0,8 0 1 15,-12 0-1-15,5 0-3 0,0 0-1 16,1 0-1-16,-1 0-3 0,1 0 1 0,0 0 4 16,-8 0 0-16,8 0 1 0,0 0 0 0,-1 0-1 15,-6 0-2-15,6 0-14 0,1 0 9 16,-1 0 1-16,1 0 1 0,-1 0 3 0,-5 0 2 15,4 0 13-15,2 4-6 0,-7-4-4 0,7 0 0 16,-1 0-1-16,1 0-2 0,-1 4-3 0,1-4 1 16,0 0 1-16,-2 0-1 0,2 0 2 15,0 0 2-15,-1 0 1 0,0 0-1 0,1 0-2 16,0 0-2-16,-1 0 2 0,1 0-1 0,-1 0-1 16,0 0 2-16,1 3-19 0,0-3 11 0,-1 0 2 15,0 4 1-15,1-4 1 0,0 0-1 0,-1 4 20 16,0-4-8-16,1 0-5 0,-7 3 0 15,7-3 1-15,-2 0 0 0,2 0 1 0,-6 0-1 16,5 0 0-16,-6 0 0 0,6 0-3 0,-5 0 0 16,4 0-2-16,2-3 1 0,-7 3-1 15,6 0-2-15,-5 0 4 0,5 0-2 0,1 0 3 16,-1 0-1-16,0 0 0 0,1 0 0 0,0 3-4 16,-1-3 4-16,0 0 0 0,-5 4 2 15,5-4-1-15,1 0 1 0,-1 0 1 0,-6 0-3 16,7 0-2-16,-2 0-1 0,2 0 0 0,0 0 2 15,0 0 0-15,-8 0 2 0,8 0 1 0,-1-4 1 16,1 4 0-16,0 0 0 0,6 0 0 0,-14 0-4 16,8 0 1-16,0 0 2 0,-2 0-2 15,2 0 0-15,0-3-28 0,-1 3 16 0,1 0 6 16,-8-4-2-16,8 4-13 0,0 0 9 0,0-4 32 16,-2 4-14-16,2 0-5 0,-7 0 2 0,7 0 19 15,-1 0-10-15,0 0-6 0,1 0 1 16,0 0-5-16,-1 0-3 0,0 0-3 0,1 0 2 15,0 0 0-15,-1 0 2 0,0 0 0 0,1 0 0 16,-1 0 2-16,1 4 1 0,6-4-1 16,-6 0-2-16,-1 0-1 0,0 0-1 0,1 0 2 15,6 0 0-15,-6 0 2 0,-1 4-1 0,0-4 2 16,1 0 0-16,-1 0-2 0,1 3-1 16,6-3 2-16,-7 0 1 0,0 0-2 0,1 4-1 0,0-4 0 15,0 0 29-15,6 0-14 0,-8 0-7 16,2 4-3-16,0-4-3 0,-1 0 1 0,1 0-28 15,-1 0 10-15,7 0 7 0,-7 0 4 0,1 0 2 16,0 0-1-16,0 0 0 0,6 0 0 0,-8 0 0 16,2 4 1-16,0-4 2 0,-1 3 1 15,0-3-1-15,1 0 2 0,6 0 2 0,-7 4 0 16,1-4-2-16,0 0 0 0,-1 4 1 0,7-1-3 16,-7-3 0-16,1 0 0 0,6 0 1 15,-6 0-1-15,-1 0 1 0,0 0-1 0,1 0 3 16,-1 0 0-16,1 0-2 0,-1 0 4 0,1 0 1 15,-1 0 0-15,1 0 2 0,0 0 2 16,-2 0 0-16,2 0 0 0,0 0 1 0,6 0 4 16,-7 0 0-16,1 0 1 0,6 0 5 0,-7 0 2 15,7 0-2-15,-6 4-3 0,6-4 0 0,-7 0 0 16,7-4-4-16,0 4-3 0,0 0 1 0,-6-3-1 16,6 3-2-16,0 0-2 0,0 0 2 0,0 0-2 15,0 0 0-15,0 0-3 0,6 0 1 16,-6 0 0-16,0 0-3 0,0 0 0 0,0 0-2 15,0 0 1-15,0 0-2 0,0 0 1 0,0 0 0 16,0-4-1-16,0 4 1 0,7 0-2 16,-7 0 2-16,6 0-1 0,-6 0 0 0,0 0-1 15,7 0 1-15,-7 0-2 0,6 0-1 0,1 0-9 16,-7 0-20-16,6 4-37 0,0-1-60 16,2-3-81-16,-2 0-127 0,-6 0-156 0,6 0-179 15,1-3-153-15,-7 3-39 0,0 0 29 0,0 0 101 16,0 0 150-16</inkml:trace>
  <inkml:trace contextRef="#ctx0" brushRef="#br0" timeOffset="8762.06">15428 8964 316 0,'7'-3'390'0,"-1"3"56"0,1 0-8 0,0 0-33 15,-1 3-36-15,0-3-9 0,0 0-22 0,2 0-28 16,-2 0-38-16,-6 0-46 0,6-3-29 15,1 3-70-15,-7 0-43 0,7 0-20 0,-7 0-7 16,0 0 2-16,6 0-12 0,-6 0 12 0,0 0 5 16,0 0 3-16,0 0 4 0,0-4-1 0,0 4 1 15,0 0 0-15,0-4 1 0,0 4-7 16,0 0-1-16,0-3-2 0,0 3-5 0,0 0-2 16,0 0-4-16,0 0 4 0,0 0-6 0,0 0-4 15,0 0-3-15,0 0-8 0,0 0-5 16,0 0-3-16,0 0-7 0,0 0-1 0,0 0-3 15,0 0 0-15,-6 0-1 0,6 0 0 0,0 0 1 16,0 0 0-16,-7 0 0 0,7 0 0 0,-7 0-3 16,1-4-2-16,0 0-3 0,-8 4 1 0,-5-3-1 15,-1-1 1-15,0 0-1 0,2 1 1 16,-15-1-2-16,1 0 1 0,-8 1-1 0,-5-1-4 16,-1 0 1-16,-13 4 0 0,-6-3 1 0,-6 3-4 15,-1-4 0-15,-6 4 3 0,0-4-3 0,-1 4 4 16,-6-4-3-16,2 1 2 0,-2 3-5 15,-7-3 1-15,1 3-3 0,6-5 3 0,-6 5 2 16,6-3 6-16,-6 3 5 0,7-4-1 0,-1 0 1 16,6 1-5-16,-4-1-3 0,4 0 2 15,1 1-6-15,0-1 1 0,0 1 2 0,6-1 2 16,0 0-1-16,1 1-3 0,5-5 0 0,8 5-1 16,0-1 0-16,5-3 0 0,1 3 0 0,7 0 0 15,6 1 0-15,-1 3 0 0,1-4 0 16,13 4 0-16,0-4-2 0,7 4 0 0,5 0 2 15,-5-3 1-15,6 3-1 0,7 0 1 0,-1 0 1 16,1 0-2-16,-1 0 0 0,0 0-3 0,7 0 3 16,0 0-4-16,0 0 1 0,0 0 4 0,7 3-1 15,0-3 1-15,-1 4-5 0,7 0-10 16,7-1-21-16,-1 1-36 0,7 3-42 0,0-3-62 16,7 0-89-16,5-1-130 0,2 1-169 0,12 0-187 15,0-4-78-15,13 3-3 0,0 1 57 16,7 0 125-16,6-1 181 0</inkml:trace>
  <inkml:trace contextRef="#ctx0" brushRef="#br0" timeOffset="9250.06">15292 9210 75 0,'25'7'546'0,"-5"0"124"0,0 1 73 16,-7-5 8-16,7 1-113 0,-8 0-164 15,-6-4-195-15,2 3-112 0,-2-3-58 0,0 0-27 0,-6 0-8 16,0 0 0-16,0-3 2 0,-6 3-4 16,0-4-9-16,-2 4-7 0,-4-4-10 0,-2 1-3 15,-5-1-2-15,-7 0 1 0,0 1 0 0,0 3 5 16,-7-4 4-16,-6 0 4 0,1 4 6 15,-15-3 2-15,1-1 1 0,-13-3-1 0,0 3-3 16,-13 1-4-16,0-5-9 0,-14 5-5 0,1-5-3 16,-6 4 0-16,-15-3 8 0,2 3 4 15,-7-3 4-15,-7 3 2 0,0-3-4 0,7 3-3 16,-7-3-11-16,7 3-10 0,-1-3-10 0,8 3-7 16,7 1-3-16,4-5-1 0,1 5-6 15,7-5 1-15,14 5-2 0,-2-4 2 0,14 3-3 16,6-3 1-16,7 3-2 0,7 0-2 0,12 1 1 15,1-1 2-15,6 0 0 0,-1 1 0 0,15 3 2 16,-2 0 3-16,8-4 0 0,-7 4 0 0,13-4 1 16,-7 4-4-16,7 4-2 0,0-4-1 0,7 0-1 15,-7 4-2-15,7-4 3 0,-7 3 0 16,6-3-16-16,-6 4-49 0,0 0-90 0,6 3-168 16,0-3-267-16,-6-4-250 0,8 0-118 0,-8 0-22 15,0 0 53-15,0 0 146 0,6-4 256 16</inkml:trace>
  <inkml:trace contextRef="#ctx0" brushRef="#br0" timeOffset="12520.26">19857 13712 108 0,'7'0'438'16,"-1"4"146"-16,0-1 103 0,-6-3-3 0,8 4-71 16,-8-4-91-16,6 0-110 0,-6 0-137 0,0 0-92 15,6 0-52-15,-6 0-22 0,0 0-6 0,0 0 2 16,0 0 6-16,0 0-5 0,0 0-6 16,0 4-7-16,-6-4-16 0,6 0-10 0,0 0-2 15,0 0 3-15,-6 0 8 0,6 0 5 0,0 0 7 16,0 0 5-16,0 0-1 0,0-4-1 0,0 4-6 15,0 0-1-15,0 0-1 0,-8 0-1 16,8 0-2-16,0 0 2 0,0 0-5 0,0 0-2 16,0 0-5-16,-6 0-8 0,0 0-6 0,-1 0-6 15,7-4-7-15,-6 4-4 0,-1 0-3 16,-6 0-1-16,7 0 2 0,-8 0 0 0,8 0 3 16,-7 0-2-16,0 0-11 0,0 0 3 0,-7 0 1 15,1 0-2-15,-1 0-4 0,0 0-5 0,-6 0-5 16,1-3-2-16,-7-1-5 0,5 4-2 0,-5-4-3 15,6 1 0-15,-7 3 11 0,1-4-5 16,5 4-5-16,-5-4-1 0,-1 4 1 0,7 0 0 16,-6 0-3-16,-1 0-1 0,1 0 0 0,5 0 0 15,-5 0 0-15,-1 0 0 0,7 0 0 0,-6 0 2 16,-1 0 2-16,1 0-2 0,-1 0-2 16,1-3 0-16,6 3-1 0,-7 0 1 0,7 0-1 15,0 0 1-15,-1-4-1 0,1 0 0 0,0 4 1 16,1 0-1-16,5 0 0 0,-6-3-1 15,7 3 2-15,-1 0 0 0,-6-4-1 0,6 4 1 16,1 0-1-16,-1 0 1 0,0-4 0 0,1 4-2 16,-1-3 0-16,1 3 0 0,-1 0 1 0,8-4 0 15,-8 4 0-15,0-3 1 0,1 3 1 16,-1-4-1-16,0 0 0 0,1 4-1 0,-1-3 1 16,1-1 4-16,0 0-3 0,5 1 0 0,-5-1-1 15,6 4-1-15,-6-4-1 0,5 1-5 0,1 3 2 16,0 0 1-16,-6 0 1 0,13-4 1 0,-8 4 1 15,1 0 1-15,0 0 2 0,7 0 0 16,-7 0 1-16,6 0 3 0,0 0-1 0,1 0 1 16,0 0-1-16,-1 0-1 0,0-4 2 0,7 4 2 15,-6 0-1-15,6 0 2 0,0 0 3 16,-6 0 2-16,6 0 3 0,0 0 4 0,0 0 5 16,-7 0 4-16,7 0 3 0,0 0 5 0,0 0 2 15,-6 0 1-15,6 0 0 0,0 0 0 16,0 0 3-16,0 0-6 0,-7 0-2 0,7 0-4 15,0-3 0-15,0 3-12 0,0 0-20 0,0 0 0 16,0 0 0-16,0 0 0 0,0 0 0 0,0 0 0 16,0 0 0-16,0 0 0 0,0 0 0 0,0 0 0 15,0 0 0-15,0 0 0 0,0 0 0 16,0 0 0-16,0 0 0 0,0-4 0 0,0 4 0 16,0-4 0-16,7 4-188 0,-1-4-179 0,1 1-294 15,5-5-368-15,2 1-180 0,-2 0-49 0,2-4 48 16,5 3 150-16,1-3 279 0,-8 1 361 0</inkml:trace>
  <inkml:trace contextRef="#ctx0" brushRef="#br0" timeOffset="15321.7">25002 13778 7 0,'0'4'378'15,"7"-1"104"-15,-7-3 97 0,0 4 49 0,0-4-40 16,-7 0-75-16,7 0-83 0,0 0-84 0,0 0-88 16,0 0-80-16,-6-4-50 0,6-3-35 15,-7 4-21-15,0-1-11 0,1 0-2 0,6 4-7 16,-6-3-4-16,0-2-2 0,-2 2-7 0,2-1-5 15,0 0-4-15,-7 1-4 0,6-1-1 16,0 1-4-16,1 3 3 0,0-4 2 0,-1 0-1 16,0 4-1-16,1 0-3 0,0-3-3 0,-1-1-1 15,0 0 2-15,1 4 0 0,-1-3 5 16,1-1 3-16,0 4 0 0,-1-4-3 0,0 1 2 16,7 3 2-16,-6-4 5 0,6 0 7 0,0 4 12 15,-6-3 10-15,-2 3 8 0,8-4 6 0,0 4 8 16,-6 0 3-16,6 0 0 0,0 0 2 15,0 0 0-15,0 0-1 0,0 0-7 0,0 0 0 16,0 0-1-16,0 0-5 0,0 0-4 0,0 0 1 16,0 0-15-16,6-4 4 0,-6 4-2 0,0 0 1 15,0 0-4-15,8 0-3 0,-8 0 11 0,6 0-8 16,-6 0-4-16,6 0-2 0,1 0 2 16,6 0 2-16,-7 4 4 0,7-4 6 0,1 4 3 15,-2-4 14-15,2 3 3 0,5 1 3 0,1-4 1 16,0 4 3-16,5-1 2 0,-5-3-76 15,6 4-17-15,-6 0 0 0,5-1 0 0,1 1 0 16,0 0 0-16,7-1 0 0,-1-3 0 0,-5 8 0 16,5-8 0-16,7 3 0 0,-7 1 0 0,1-1 0 15,7 1 0-15,-8 0 0 0,7-1 0 0,-6 2 0 16,5-2 0-16,-5 1 0 0,7 0 0 16,-8-1 0-16,7-3 0 0,-6 4 0 0,-1-1 0 15,1 1 0-15,-7-4 0 0,6 0 0 0,-6 0 0 16,1 4 0-16,-1-4 0 0,-1 3 0 15,1-3 0-15,0 0 0 0,-6 0 0 0,7 0 0 16,-1 0 0-16,-7 0 0 0,7 0 0 0,-6 0 0 16,-1-3 0-16,7 3 0 0,-6-4 0 0,-1 4 0 15,7 0 0-15,-6 0 0 0,0 0 0 0,5 0 0 16,-5 0 0-16,0 0 0 0,-1 4 0 0,7-1 0 16,-6-3 0-16,-1 4 0 0,1-4 0 0,-1 4 0 15,0-4 0-15,1 3 0 0,0 1 0 16,-7-4 0-16,7 4 0 0,-8-4 0 0,1 3 0 15,0-3 0-15,0 0 0 0,1 4 0 0,-2-4 0 16,-5 0 0-16,6 4 0 0,-6-4 0 0,-1 0 0 16,0 0 0-16,8 3 0 0,-8-3 0 15,0 0 0-15,1 0 0 0,0 4 0 0,-1-4 0 16,1 4 0-16,6-4 0 0,-7 0 0 0,1 3 0 16,-1-3 0-16,8 0 0 0,-8 0 0 0,0 0 0 15,1 0 0-15,-1 0 0 0,1 0 0 16,-1 0 0-16,1 0 0 0,-7 0 0 0,6 0 0 15,-6 0 0-15,0 0 0 0,6 0 0 0,-6 0 0 16,0 0 0-16,0 0 0 0,0 0 0 0,0 0 0 16,0 0 0-16,0 0 0 0,0 0 0 15,0 0 0-15,-6-3 0 0,6 3 0 0,-6-4 0 16,-1 0 0-16,1 1 0 0,-1-1 0 0,1 0 0 16,-7 1 0-16,-7-1 0 0,7 0 0 0,-6-3 0 15,-1 3 0-15,-6 1 0 0,0-1 0 16,-6 0 0-16,-8 1 0 0,1-1 0 0,-6 1 0 15,-1-1 0-15,-7 0 0 0,2 4 0 0,-8-3 0 16,1-2 0-16,-1 5 0 0,-6-3 0 0,0 3 0 16,-6 0 0-16,5-4 0 0,-6 4 0 15,7 0 0-15,-6 0 0 0,6 0 0 0,-1 0 0 16,1 0 0-16,0 0 0 0,6 0 0 0,0 4 0 16,8-4 0-16,-8 3 0 0,13-3 0 0,-5 5 0 15,5-2 0-15,1-3 0 0,5 0 0 0,1 4 0 16,0-4 0-16,7-4 0 0,-1 4 0 15,7 0 0-15,-7-3 0 0,7 6 0 0,6-3 0 16,1 4 0-16,0-4 0 0,-1 0 0 0,1 4 0 16,-1-4 0-16,7 0 0 0,0 0 0 0,0 0 0 15,7 0 0-15,-8 0 0 0,1 0 0 16,7 0 0-16,-1 0 0 0,1 0 0 0,-1 3 0 0,1-3 0 16,0 0 0-16,-8 0 0 0,8 0 0 15,6 0 0-15,-7 4 0 0,1-4 0 0,-1 0 0 16,1 0 0-16,-1 0 0 0,1 0 0 0,6 0 0 15,-6 3 0-15,6-3 0 0,-8 0 0 0,2 0 0 16,6 0 0-16,0 0 0 0,-6 0 0 16,6 0 0-16,0 0 0 0,0 0 0 0,-7 0 0 15,7 0 0-15,7 0 0 0,-7 0 0 0,6 0 0 16,-6 0 0-16,14-3 0 0,-8 3 0 0,13 0 0 16,1-4 0-16,0 4 0 0,5-3 0 15,8-1 0-15,0 0 0 0,12 1 0 0,1-2 0 16,12 2 0-16,-6-5 0 0,13 1 0 0,0 4 0 15,8-5 0-15,-2 1 0 0,0 3-331 0,2 1-162 16,-2-1-79-16,0 0-88 0,-6 1-85 16,1 3-89-16,-8-4-100 0,-6 4 3 0,1 0 65 15,-8 0 114-15,1 4 143 0,-7-1 173 0</inkml:trace>
  <inkml:trace contextRef="#ctx0" brushRef="#br0" timeOffset="16915.3">19831 13752 255 0,'0'0'443'16,"0"0"118"-16,6 0 73 0,-6 0-7 0,0 0-54 16,7 0-75-16,-7 0-90 0,0 0-103 15,7-4-96-15,-7 4-57 0,0 0-21 0,0 0-5 16,0 4 7-16,0-8 11 0,0 4-2 0,-7 0-8 16,7-3-19-16,0 3-21 0,-7 0-20 15,1 0-21-15,0 0-11 0,6 0-2 0,-8 0 0 16,2-4 6-16,0 8 7 0,0-4 5 0,-1 0 8 15,0 0 3-15,-6-4-4 0,7 4 4 16,-8 0 2-16,8-3 2 0,-6 3 2 0,-2 0-1 16,1 0-6-16,-7 0-9 0,8 0-12 0,-8 0-9 15,1 0-11-15,-1 0-10 0,0-4-3 0,1 4-5 16,-1-4 1-16,1 4-3 0,-7 0-1 0,0-3 0 16,-6 3-1-16,5-4 2 0,1 4-4 0,-6 0 2 15,5-4-2-15,1 4 2 0,0 0 0 16,1 0 2-16,-1 0-1 0,-1 0 2 0,1 0-1 15,6 0-1-15,-5 4 0 0,5-4-2 0,0 0 0 16,-6 4 1-16,7-4 1 0,-1 0 1 16,-6 0-1-16,7 0-3 0,-7 0 1 0,6 0-2 15,-6-4 1-15,7 4-1 0,-7-4-1 0,6 1-1 16,1 3 1-16,-1-4 0 0,0 4-1 16,1-4-1-16,6 4 0 0,-6 0 1 0,5 0 1 15,-5 0-1-15,6 0 0 0,0 0 0 0,-7 4 0 16,8-4 0-16,-2 0-1 0,-5 4 1 0,5-4-1 15,2 0 1-15,-8 3 0 0,7-3 0 16,0 0-1-16,-6 0-1 0,5 0 2 0,2 0-1 16,-8 0-1-16,7-3 0 0,0 3 2 0,-6 0 3 15,5-4-1-15,1 4-2 0,-6 0 0 0,6 0 1 16,-1-4-1-16,2 4-3 0,-8 0 1 0,7 0 1 16,0 4 0-16,0-4-1 0,0 0 0 15,-7 4 1-15,8-4 0 0,-2 0-1 0,2 0 2 16,-2 0-1-16,1 0-1 0,0 0 0 0,0 3 2 15,7-3 0-15,0 0-1 0,-8 4 1 16,8-4-1-16,-1 0 2 0,1 4 0 0,-1-4-1 16,1 3 0-16,-1-3-1 0,1 4 2 0,-1 0 0 15,0-4-2-15,1 3 1 0,0-3 1 16,-8 4 0-16,8-4-2 0,0 0-1 0,-1 3 2 16,1-3 1-16,-8 0-15 0,8 0 9 0,0 4 12 15,-8-4 7-15,8 0 4 0,0 0 1 16,-1 0 17-16,0 0-17 0,1 0 0 0,-1 0 1 0,1 0 1 15,6 0 0-15,-6 0 4 0,6 0 12 16,-8 0-8-16,2 4-6 0,6-4-4 0,-6 0-4 16,0 0-3-16,6 0-5 0,-7 3 1 0,0-3-4 15,7 0 1-15,-6 0-3 0,6 0 1 0,0 0-1 16,-7 0-2-16,7 0 2 0,0 0 0 16,-6 0-1-16,6 0-1 0,0 0-1 0,0 0 1 15,0 0-2-15,0 0-2 0,6 0-15 0,-6-3-41 16,7 3-79-16,-1 0-119 0,8-4-177 15,-2 0-258-15,2-3-270 0,-2 0-113 0,1 0-6 16,1-1 75-16,-8-3 156 0,6 0 245 0</inkml:trace>
  <inkml:trace contextRef="#ctx0" brushRef="#br0" timeOffset="31126.1">18118 14001 207 0,'7'-3'519'0,"-1"3"148"0,-6 0 93 0,0 0-14 16,7 0-77-16,-7 0-114 0,6-4-139 0,0 4-127 15,-6-4-75-15,0 1-46 0,8 3-21 16,-8-4-6-16,0 4-1 0,0-4 1 0,0 4-8 16,0 0-7-16,0-3-10 0,0 3-8 0,0 0-5 15,-8-4-9-15,8 4-2 0,0 0-7 16,0 0-5-16,0 0-4 0,-6 0-7 0,6-3 0 15,0 3-7-15,0 0 4 0,-6 0 3 0,6 0 3 16,0 0 0-16,0-4 0 0,0 4 1 16,0 0-10-16,0 0-7 0,0 0-6 0,6 0-4 15,-6 0-2-15,0 0-7 0,0 0-5 0,0 0-8 16,0-4-7-16,-6 4-3 0,6 0-11 0,0 0 3 16,6 0 1-16,-6 4 0 0,0-4-3 0,0 0 1 15,6 0-2-15,-6 0-5 0,0 0 1 16,0 0 1-16,0 0 5 0,0 4-2 0,0-4 2 15,0 0 2-15,0 0 0 0,0 0-5 0,0 0 1 16,0 0 0-16,0 0 2 0,0 0 1 0,0 0 2 16,0 0 0-16,0 0 2 0,0 0-2 15,0 0 0-15,0 3-3 0,0-3-1 0,0 0 0 16,0 0-1-16,0 0 4 0,0 0-2 0,0 0-1 16,0 0 3-16,0 0 2 0,0 0 5 15,-6 0 0-15,6 0 4 0,0 0 9 0,0 0 1 16,0 0-1-16,-6 0 1 0,6 0 2 0,0 4 2 15,0-4-26-15,0 0-6 0,-7 3 0 0,7-3 0 16,0 0 0-16,0 0 0 0,0 0 0 16,-6 0 0-16,6 0 0 0,0 0 0 0,0 0 0 15,-7 0 0-15,7 0 0 0,0-3 0 0,-6 3 0 16,-1 0 0-16,7-4 0 0,-6 1 0 16,-1 3 0-16,0-4 0 0,1 0 0 0,6 4 0 0,-6-3 0 15,6-1 0-15,-7 4 0 0,0-4 0 16,7 4 0-16,-6-3 0 0,6 3 0 0,0 0 0 15,-6 0 0-15,6 0 0 0,-7 0 0 0,7 0 0 16,-6 3 0-16,6 1 0 0,-7-4 0 0,7 4 0 16,-7-1 0-16,7-3 0 0,0 4 0 0,-6 0 0 15,6-1 0-15,0 1 0 0,-6-1 0 0,6 1 0 16,0 0 0-16,-8-4 0 0,8 3 0 16,0-3 0-16,0 4 0 0,0 0 0 0,0-4 0 15,0 0 0-15,0 3 0 0,0-3 0 0,0 4 0 16,0-4 0-16,0 0 0 0,0 0 0 0,0 0 0 15,8 0 0-15,-8 0 0 0,0 0 0 16,0-4 0-16,6 4 0 0,0-3-26 0,-6 3-162 16,7-4-81-16,0 0-90 0,-7 1-85 0,6-5-98 15,1 5-98-15,-1-4-85 0,0-1-80 16,1 1-78-16,-7 0 9 0,7-1 86 0,-7 8 123 16,6-7 137-16,-6 7 155 0</inkml:trace>
  <inkml:trace contextRef="#ctx0" brushRef="#br0" timeOffset="31994.1">18138 13815 324 0,'6'-4'488'16,"0"0"144"-16,-6-3 81 0,8 3-18 16,-2-3-76-16,0 3-101 0,1-3-127 0,-1 4-127 15,1-1-78-15,-7 0-46 0,6 4-28 0,-6-3-5 16,7-2-1-16,-7 5-3 0,0-3 0 0,6-1-7 15,-6 4 3-15,0 0-17 0,0-4-11 16,0 4-10-16,0 0-10 0,0-3-6 0,0 3-6 16,0 0-4-16,0-4-7 0,0 4-5 0,0 0 5 15,0 0-9-15,0 0-5 0,0 0-6 16,0 0-3-16,0 0 1 0,0 0-8 0,0 0 2 16,0 0 0-16,0 4 8 0,0-4 5 0,0 3 9 15,0 1 6-15,0 0 14 0,0 7 16 0,-6 0 11 16,6 7 18-16,-7 1 11 0,7 3 17 15,-6 3 9-15,-1 4 5 0,1 5 0 0,-1-1 0 16,1 7-2-16,6-4-6 0,-6 5-5 0,-2-1 0 16,8 0-3-16,-6 0-2 0,6-3-7 0,-6 0-10 15,6-1-65-15,-7-6-29 0,7-1 0 16,-6-3 0-16,-1-1 0 0,7-6 0 0,-6-5 0 16,6-3 0-16,0 0 0 0,0-4 0 0,-7 1 0 15,7-4 0-15,0-4 0 0,0-4 0 0,0-4 0 16,0 1 0-16,0-7 0 0,0-1 0 0,0-3 0 15,0-4 0-15,0-4 0 0,0-3 0 0,0-1 0 16,0-3 0-16,0-3 0 0,7-1 0 16,-1-3 0-16,-6 0 0 0,7-1-4 0,-1 1-68 15,1 0 2-15,-7 0 8 0,6 3 11 0,0 4 10 16,-6 3 13-16,0 5 9 0,0 7 8 16,0-1 6-16,0 8 3 0,0 0 2 0,0 4 11 15,0 7 0-15,0 7 3 0,0 4 8 0,0 4 8 16,-6 3 11-16,6 8 1 0,-6-1 13 15,6 5 7-15,0 3-1 0,-7 3-45 0,7 1-16 16,-6-1 0-16,6 1 0 0,-7 4 0 0,7-5 0 16,0-2 0-16,-6-2 0 0,6 1 0 0,-7-7 0 15,7-1 0-15,0-2 0 0,-6-5 0 0,6 0 0 16,0-7 0-16,0 0 0 0,0-4 0 16,0-3 0-16,0 0 0 0,0-4 0 0,0-8 0 15,0 1 0-15,0-4 0 0,0 0 0 0,6-7 0 16,-6 0 0-16,7-5 0 0,-7 1 0 0,6-7 0 15,1 0 0-15,-1-4 0 0,1 0 0 0,-1-4 0 16,0 1 0-16,2-4 0 0,-2 3 0 16,0 0 0-16,1 4 0 0,-7 0-14 0,6 7-1 15,-6 4 5-15,0 4 4 0,0 7 3 0,7 0 2 16,-7 4 3-16,0 3 2 0,-7 8 8 0,7 3 7 16,0 8-7-16,0 7-12 0,0 0 0 15,0 7 0-15,-6 4 0 0,6-4 0 0,-7 8 0 16,7-4 0-16,-6 4 0 0,6-1 0 0,0 1 0 15,0-4 0-15,-6-4 0 0,6 1 0 0,0-5 0 16,-8 1 0-16,8-8 0 0,0 1 0 0,0-5 0 16,-6 1 0-16,6-8 0 0,0 1 0 15,0-1 0-15,0-4 0 0,0 1-37 0,0-4-435 16,0 0-155-16,6 0-168 0,-6-4-153 0,0 4-132 16,0 0-10-16,0 0 78 0,0 0 142 15,0 0 189-15,0 0 202 0</inkml:trace>
  <inkml:trace contextRef="#ctx0" brushRef="#br0" timeOffset="32590.1">18183 14397 104 0,'13'0'543'0,"0"4"169"0,-7-4 124 15,2 3 42-15,4-3-72 0,-5 0-124 16,0 0-156-16,-7 0-144 0,12 0-93 0,-5 0-53 15,-7-3-20-15,0 3-12 0,6 0-24 0,-6 0-3 16,7 0-17-16,-7 0-26 0,0 0-24 0,0 0-24 16,-7 0-16-16,7 0-11 0,0 3 5 0,-6-3 12 15,6 8 14-15,-7-5 17 0,1 8 18 16,0 0 14-16,-8 0 0 0,2 4-78 0,-2 4-61 16,1-5 0-16,0 4 0 0,0-3 0 0,1 3 0 15,-2-3 0-15,8 3 0 0,-7-7 0 16,0 4 0-16,6-4 0 0,1 0 0 0,-1-4 0 15,0 1 0-15,1-5 0 0,0 1 0 0,6 0 0 16,-7-4 0-16,0-4 0 0,7 0 0 0,-6 1 0 16,0-8 0-16,-1 3 0 0,1-7 0 15,6 4 0-15,-7 0 0 0,0-3 0 0,1-1 0 16,0 4 0-16,-2-3 0 0,-4 3 0 0,6-4 0 16,-1 4 0-16,0 4 0 0,1 0 0 0,-1-1 0 15,1 4 0-15,0-3 0 0,-2 3 0 16,8 1 0-16,-6 3 0 0,6 0 0 0,0-4 0 15,0 4 0-15,0 0 0 0,0 0 0 0,0 0 0 16,0 0 0-16,0 0 0 0,6 0 0 0,2 0 0 16,4 4 0-16,1-4 0 0,1 3 0 0,4-3 0 15,2 4 0-15,0-4 0 0,-1 0 0 0,7 0 0 16,-6 0 0-16,6 0 0 0,-7-4 0 16,1 1 0-16,0-1 0 0,-7 0 0 0,-1 1 0 15,2-1 0-15,-1 0 0 0,-6 4 0 0,5-3 0 16,-5 3 0-16,-7-4 0 0,6 4 0 0,-6 0 0 15,0-4 0-15,0 4 0 0,0-3 0 0,0-1 0 16,0 0 0-16,-6 1 0 0,-1-1 0 16,1 0 0-16,0 1-801 0,-1-1-186 0,0 0-165 15,-5 4-47-15,4-3 53 0,-4 3 120 0,-8-4 195 16,7 1 220-16,-7-1 258 0</inkml:trace>
  <inkml:trace contextRef="#ctx0" brushRef="#br0" timeOffset="33209.11">17499 14214 585 0,'-6'0'807'0,"6"0"180"0,0 4 128 15,0-4-20-15,0 0-142 0,0 3-213 0,0-3-156 16,6 4-115-16,-6 0-59 0,7 3-20 0,0 0-334 16,-1 1-56-16,7 3 0 0,-7 0 0 15,8 3 0-15,-2 1 0 0,-4-1 0 0,4 5 0 16,-6-1 0-16,8 4 0 0,-1-4 0 0,-1 1 0 16,-4-5 0-16,4 1 0 0,-6-4 0 0,2 4 0 15,-2-5 0-15,0-2 0 0,1 3 0 0,-1-3 0 16,1-5 0-16,0 1 0 0,-1-1 0 15,0-3 0-15,0 0 0 0,2-3 0 0,4-1 0 16,-5 1 0-16,-7-5 0 0,6-3-92 0,-6 3-404 16,7-6 32-16,-7-1 37 0,7 4 44 0,-7-3 52 15,6-5 57-15,0 5 62 0,1-4 56 0,-7 3 54 16,7 0 50-16,-7 0 43 0,6 4 37 16,-6 0 41-16,6 0 38 0,-6 4 39 0,7 0 37 15,-7 0 33-15,0-4 28 0,7 3 18 0,-7 1 12 16,0 3 3-16,0 1 2 0,0 3-10 15,-7-4-11-15,7 4-13 0,0 0-104 0,0 4-141 16,0-4 0-16,-7 3 0 0,1 5 0 0,-7-5 0 16,0 8 0-16,-7-3 0 0,1 6 0 0,-1-3 0 15,1 7 0-15,-1-3 0 0,0 4 0 0,2-1 0 16,-9 0 0-16,7 0 0 0,2-3 0 0,-2 0 0 16,6-1 0-16,1 1 0 0,1-1 0 0,-2-2 0 15,2-1 0-15,5-4 0 0,0 0 0 16,1 1 0-16,-1-5 0 0,7 1 0 0,-6 0 0 15,0-1 0-15,6-3 0 0,0 0 0 0,-7 0 0 16,7 0 0-16,0 0 0 0,7-3 0 0,-7-1 0 16,6-3 0-16,0-1 0 0,-6 1-691 0,13 0-931 15,-6-8 29-15,0 4 120 0,-1-4 210 0,-6 1 333 16,6-5 420-16</inkml:trace>
  <inkml:trace contextRef="#ctx0" brushRef="#br0" timeOffset="35202.17">18183 7733 53 0,'0'4'439'0,"-6"-1"160"0,6 2 122 0,-7-2 35 15,7 1-40-15,-6-4-83 0,6 0-110 0,0 0-133 16,0 0-99-16,0 0-71 0,0 0-42 16,0 3-25-16,0-3-10 0,0 0-11 0,0 0-4 15,0 0-12-15,0 0-17 0,-6 0-11 0,6 0-9 16,0 0-3-16,0-3 0 0,0 3 7 15,-8 0 14-15,8 0 7 0,0 0 6 0,0 0 2 16,0 0 1-16,0 0-1 0,-6 0-1 0,6 0-3 16,0 0-1-16,0 0-3 0,0 0-5 0,0 0-7 15,0 0-10-15,0 0-5 0,0 0-9 16,0 0-65-16,0 0-3 0,0 0 0 0,0-4 0 16,6 1 0-16,-6-2 0 0,0 2 0 0,0-1 0 15,0 0 0-15,0-3 0 0,0 0 0 16,0 0 0-16,0-4 0 0,0 0 0 0,0 0 0 0,8-4 0 15,-8-3 0-15,0 0 0 0,0-1 0 0,0-3 0 16,0-4 0-16,0 1 0 0,6-8 0 16,-6 0 0-16,0-8 0 0,6 1 0 0,-6 0 0 15,7-4 0-15,-7 0 0 0,6-3 0 0,-6 2 0 16,0 5 0-16,0 4 0 0,0-1 0 0,-6 4 0 16,6 7 0-16,0 4 0 0,0 0 0 15,-7 8 0-15,7-1 0 0,0 4 0 0,0 4 0 16,0 0 0-16,0 2 0 0,0 2 0 15,0 0 0-15,0 3 0 0,7 0 0 0,-7 3 0 16,0 0 0-16,0 9 0 0,0 2 0 0,0 5 0 0,0 3 0 16,0 7 0-16,-7 4 0 0,1 7 0 15,0 4 0-15,6 0 0 0,-8 8 0 0,2-5 0 16,0 4 0-16,-1 1 0 0,7-5 0 0,-6 4 0 16,6-3 0-16,-7-4 0 0,7-4 0 15,0 1 0-15,0-1 0 0,0-7 0 0,0 0 0 16,0-7 0-16,0-1 0 0,7-3 0 0,-7-3 0 15,0-9 0-15,6 1 0 0,-6 0 0 0,0-3 0 16,0-5 0-16,7-3 0 0,-7 0 0 16,0-3 0-16,6-5 0 0,0-3 0 0,2 0 0 15,-2-7 0-15,-6 0 0 0,6-4 0 0,1-8 0 16,-1 1 0-16,1-7 0 0,-1-4 0 0,1-1 0 16,-1-7 0-16,0 1 0 0,2-5 0 0,-8-2 0 15,6 2 0-15,-6 1 0 0,0 0 0 16,6 3 0-16,-6 4 0 0,0 4 0 0,0 7 0 15,0 0-286-15,0 7-73 0,0 4-43 0,0 4-43 16,0 0-53-16,0 3-62 0,7 0-58 0,-7 4-60 16,0 4-64-16,0-4-57 0,7 3 19 0,-7 2 76 15,0 6 106-15,0 0 128 0</inkml:trace>
  <inkml:trace contextRef="#ctx0" brushRef="#br0" timeOffset="35778.17">18203 6759 120 0,'0'-11'450'16,"0"0"166"-16,0 3 114 0,0 1 16 0,6-4-36 16,-6 4-75-16,0-1-92 0,0 1-126 0,0 3-84 15,0 1-51-15,0-1-30 0,0 4-13 16,0 0-5-16,0 0-3 0,6 4-4 0,-6 3-3 16,8 4-11-16,-8 4-16 0,12-1-13 0,-5 5-12 15,0 3-9-15,5-4-6 0,1 4-41 16,1 0-116-16,-2-4 0 0,-5 1 0 0,6-1 0 15,0 1 0-15,-7-5 0 0,8 1 0 0,-8-4 0 16,0-4 0-16,2 0 0 0,-8 1 0 0,6-8 0 16,-6 3 0-16,0-3 0 0,0-3 0 0,0-5 0 15,-6-3 0-15,-2 0 0 0,2-3 0 16,-7-4 0-16,6-1 0 0,-6-3 0 0,1 0 0 16,-2 0 0-16,8 0 0 0,-7 0 0 0,0 4 0 15,6-1 0-15,-5 1 0 0,5 3 0 0,0 4 0 16,1 0 0-16,0 1 0 0,-2 2 0 0,2 5 0 15,0-5 0-15,6 5 0 0,0 3 0 0,-7 0 0 16,1 0 0-16,-1 3 0 0,7 5 0 16,-13-1 0-16,7 4 0 0,-8 3 0 0,2 5 0 15,5-5 0-15,-12 5 0 0,6-1 0 0,-7 4 0 16,7-4 0-16,-6 4 0 0,6 0 0 0,-7-3 0 16,6-1 0-16,2 1 0 0,-1-5 0 15,0 1 0-15,6-4 0 0,1 0 0 0,6 0 0 16,-6-4 0-16,6-3 0 0,0-1 0 0,0 1 0 15,6-1 0-15,-6-3 0 0,13 0 0 0,0 0 0 16,6-3 0-16,1-1 0 0,6 1 0 16,0-5 0-16,7 5 0 0,-1-5 0 0,-5 1 0 15,11 0 0-15,-11-1 0 0,5 1 0 0,1 0 0 16,-7 3 0-16,-1-3 0 0,-5 0 0 0,0 3 0 16,-7-3 0-16,0 2 0 0,0 2 0 15,-13 3 0-15,6 0 0 0,-6 0 0 0,0 3 0 16,-6-3-985-16,-1 5-344 0,-6-2-50 0,0 1 69 15,1 3 147-15,-8 0 210 0,0 4 264 0</inkml:trace>
  <inkml:trace contextRef="#ctx0" brushRef="#br0" timeOffset="36175.17">17487 7206 379 0,'-7'0'775'16,"0"-4"200"-16,7 4 150 0,-6-3 43 0,6 3-110 15,6 0-211-15,-6 0-178 0,7 0-130 0,-7 0-76 16,7 0-270-16,-1 3-193 0,0 1 0 0,8 3 0 15,-2 0 0-15,-5 4 0 0,13 0 0 0,-8 4 0 16,2 0 0-16,5 3 0 0,1-4 0 16,-8 5 0-16,8 3 0 0,-6-4 0 0,5 1 0 15,-6-1 0-15,0 0 0 0,-1 0 0 0,2-3 0 16,-1 0 0-16,0 0 0 0,0-1 0 0,0-3 0 16,-6-3 0-16,5-1 0 0,-5 0 0 0,6-3 0 15,-6-1 0-15,5-3 0 0,-5 0 0 0,6-3 0 16,0-1 0-16,-6-7-249 0,-1 0-768 0,1-3-62 15,-1-5-72-15,1 1 8 0,-7-4 93 16,-7 0 143-16,7-4 190 0,-6 4 194 0,-1 0 227 16</inkml:trace>
  <inkml:trace contextRef="#ctx0" brushRef="#br0" timeOffset="36487.17">17838 7162 164 0,'0'-8'499'0,"6"5"192"0,-6 3 146 15,7 0 93-15,0-4-25 0,-7 4-94 0,6 4-158 16,-6-4-135-16,6 3-90 0,-6-3-59 0,0 4-31 15,0 0-17-15,0-1-21 0,0 1-26 0,0 4-121 16,0-1-153-16,-6 0 0 0,0 4 0 16,-1 0 0-16,-6 7 0 0,7 1 0 0,-14-1 0 15,7 0 0-15,0 4 0 0,-6-3 0 0,-1 6 0 16,1-3 0-16,-1 0 0 0,0 4 0 0,1-4 0 16,5 0 0-16,-4-4 0 0,4 4 0 0,1-4 0 15,-7 1 0-15,8-5 0 0,6 1 0 16,-8 0 0-16,8-5 0 0,-1 1 0 0,0-3 0 15,1-4 0-15,-1 3 0 0,7-3 0 0,0-4 0 16,-6 4 0-16,6-4 0 0,0 3 0 0,0-3 0 16,0 0 0-16,0 0 0 0,6 0 0 0,-6-3 0 15,0 3 0-15,7-4 0 0,-1 0 0 0,1 1 0 16,0-5-552-16,-1 5-1033 0,8-2 17 0,-2 2 111 16,8 0 194-16,-1-2 291 0,1 2 380 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3-08-25T15:01:31.80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1283 5290 13 0,'-14'0'348'15,"2"3"103"-15,-2-3 108 0,-11 4 55 0,-1 0-17 16,6-4-55-16,0 3-70 0,7-3-82 15,7 4-89-15,0-4-90 0,-8 0-56 16,28 3-21-16,-2 2-1 0,14-5 2 0,7 0 6 16,-7 3 1-16,-7-3-2 0,-5 0-6 15,-2 4-5-15,-5-4-5 0,0 0-1 0,-1 0-2 16,7 0-4-16,-7 0-5 0,8 0-6 16,-2 0-5-16,2 4-8 0,5-4-5 15,7 0-5-15,-6 3-6 0,6-3-4 16,-7 0-8-16,7 4-8 0,-6-4-8 15,13 4-7-15,-7-1-5 0,6-3-5 0,1 4-3 16,-7-4-2-16,13 0 1 0,-7 3 0 16,1 1 0-16,6-4-1 0,0 0-2 0,0 0-1 15,0 4 1-15,7-4-2 0,-7 3 0 16,6-3-2-16,-5 4-1 0,-1-4-2 16,0 4-4-16,-1-1-3 0,-4-3-2 15,-2 4-3-15,7-4-2 0,-6 4-3 0,-1-1-1 16,1 1 0-16,-1-4-2 0,1 0 1 15,-1 0 1-15,7 0 4 0,-5 0-2 0,4 0 1 16,-5 0 0-16,6 0-1 0,-7 4 0 16,7-4-3-16,1 0 1 0,-1 0 0 15,-1 0 1-15,2 0-1 0,5 0 2 16,-6 0 0-16,7 3-1 0,-7-3-2 0,6 0 0 16,1 0 1-16,-7 0 0 0,7 0 1 15,-7 0-1-15,6 4 1 0,-5 0-1 16,5-4 0-16,-6 3-2 0,7 1 2 0,-7-4 0 15,7 4-1-15,-7-4 2 0,-1 0-1 16,2 0 1-16,-1 3-1 0,6-3 0 16,-5 0 0-16,5 0 0 0,8 0 0 0,-2 0 0 15,-5 0 0-15,6 0 0 0,0 4 1 16,-6-4-1-16,5 0 0 0,2 0-1 16,-1 0-2-16,-7 0 1 0,14 0-2 15,-7 0 2-15,1 0-1 0,-8 0 1 0,7 0-1 16,0 3 0-16,0-3-1 0,-6 0 4 15,-1 0 0-15,8 4 0 0,-8-4 1 0,1 0 0 16,-1 0-1-16,1 4-3 0,-1-4 2 16,1 0 0-16,6 3 1 0,-6-3 1 0,-1 0 1 15,1 4 1-15,-1-4-1 0,8 0 0 0,-8 0 0 16,1 4 0-16,-1-4-1 0,-5 0 1 0,5 0 1 16,1 0-1-16,-7 0 0 0,6 0-1 0,-5 0-10 15,5 0 3-15,1 0 2 0,-7 0 1 0,6 0 2 16,1 0-1-16,-7 3 11 0,7-3-4 0,-1 0-3 15,1 0-1-15,6 0-3 0,0 0 0 0,-7 5-1 16,1-2-2-16,7-3 0 0,-2 0 2 0,-5 0 0 16,6 0 1-16,0 0 1 0,-6 0 1 0,6 0 1 15,0 3-1-15,-6-3 0 0,5 5 0 0,2-5 0 16,-8 0-1-16,1 0 0 0,-1 0 0 16,1 0 1-16,7 0 0 0,-8 0-2 0,7 3 0 15,0-3-2-15,-6 0-1 0,6 0-1 0,-7 0 1 16,8 0-2-16,-2 0 2 0,1 4 1 0,7-4 0 15,-6 0-1-15,-2 3 1 0,1-3 1 0,1 0-2 16,-2 0 2-16,2 0 0 0,-1 4-1 0,0-4 0 16,-6 0 0-16,0 4 0 0,-1-4-3 0,7 0 0 15,-7 0-2-15,1 0 2 0,-7 0-4 0,6 0 0 16,-5 0 1-16,5 3 1 0,1-3 1 0,-7 4 1 16,-6 0 0-16,6-4-1 0,7 3 5 0,-8-3-1 15,1 0 0-15,-6 4 1 0,7-4 2 16,-8 0 1-16,1 0-1 0,5 0 0 0,-5 0 1 15,6 0 0-15,-7 0-2 0,1 0 1 0,-1 0 0 16,1 4 0-16,-7-4 0 0,6 0-1 0,1 0-1 16,-1 3 2-16,2-3-1 0,-2 0-2 0,1 4 0 15,-7-4 2-15,7 4 3 0,-8-4 0 0,1 0-10 16,0 0 5-16,0 3 4 0,-6-3 0 0,6 0-1 16,-6 0 0-16,-1 0 11 0,-6 0-4 0,1 4-2 15,-8-4 7-15,7 0-3 0,-7 0-3 0,1 0 2 16,-1 0-2-16,-6 0 0 0,7 0-7 0,-7 0 3 15,0 0 1-15,0 0 2 0,0 0 0 0,0-4 2 16,0 1-2-16,0 3 0 0,0 0 2 16,0 0-1-16,0 0-1 0,0 0-3 0,0 0 3 15,0 3-1-15,0-3-4 0,0 4 1 0,0-4-2 16,-7 0-5-16,1 0-22 0,-1 0-57 0,-12 4-110 16,-1-4-192-16,-6-4-302 0,7 0-290 0,-7-3-138 15,-7-4-27-15,1 0 67 0,-14 0 170 0,0 0 291 16</inkml:trace>
  <inkml:trace contextRef="#ctx0" brushRef="#br0" timeOffset="3306.56">1380 5275 248 0,'-6'4'347'0,"-8"-4"73"16,-4 0 54-16,-16 3 60 0,9-3 23 0,-15 4-6 16,8-4-40-16,5 4-63 0,8-4-83 15,13 0-95-15,12 0-63 0,7 0-31 16,7 0-6-16,0 0 0 0,-14 0-8 15,0 0-7-15,-6 0-14 0,7 0-20 0,-7 0-15 16,-7 0-8-16,7 0 1 0,0 0 0 16,-6 0 1-16,6 0 2 0,0 0 0 15,0 0 9-15,0 0-4 0,-6 0-3 0,6 0-2 16,-7 0-10-16,7 0 2 0,-7-4-12 16,1 4 2-16,6 0-1 0,0 0-2 15,0 0 4-15,0 0-5 0,0 0-7 0,0-4-5 16,-6 4-9-16,6 0-7 0,0-3-6 15,0-1-7-15,-8 0-23 0,8 1-16 0,0-1 0 16,0-3 0-16,0-1 0 0,0 1 0 16,0 0 0-16,0-4 0 0,8 4 0 15,-8-4 0-15,0 0 0 0,0-4 0 16,0 0 0-16,6 4 0 0,-6-7 0 0,0 3 0 16,0-3 0-16,6 0 0 0,1-1 0 15,-7 1 0-15,7-1 0 0,-7 1 0 0,6 0 0 16,0 0 0-16,-6 3 0 0,7-3 0 15,-1 0 0-15,-6 3 0 0,14 0 0 16,-8 1 0-16,0-1 0 0,1 0 0 0,0 0 0 16,-7 4 0-16,0-3 0 0,0-1 0 15,0 4 0-15,0-3 0 0,0 3 0 16,0 0 0-16,0-1 0 0,6 1 0 0,-6-3 0 16,6 3 0-16,-6 0 0 0,7 0 0 15,-7 0 0-15,6 0 0 0,1 0 0 16,0 0 0-16,-7-4 0 0,6 5 0 0,-6-1 0 15,0-5 0-15,0 2 0 0,6-4 0 16,-6 3 0-16,8-7 0 0,-8 4 0 16,6-4 0-16,-6 0 0 0,6-4 0 0,0 4 0 15,-6 0 0-15,7 0 0 0,-7-3 0 16,0 2 0-16,0 1 0 0,7 1 0 16,-7-1 0-16,0 0 0 0,0 0 0 0,0 4 0 15,0-1 0-15,0-3 0 0,0 4 0 16,0-4 0-16,-7 4 0 0,7-1 0 0,0-3 0 15,0 0 0-15,0 0 0 0,0 0 0 16,0-3 0-16,0-1 0 0,0 0 0 16,7 0 0-16,-7 1 0 0,6-4 0 0,-6 3 0 15,7-3 0-15,-1 0 0 0,0 3 0 16,-6 0 0-16,8-3 0 0,-8 0 0 16,6 3 0-16,-6 0 0 0,6 1 0 15,-6-1 0-15,0 0 0 0,0 1 0 0,0 2 0 16,6-2 0-16,-6 3 0 0,8-4 0 15,-2 5 0-15,-6-1 0 0,0 0 0 0,0-1 0 16,0 5 0-16,6-4 0 0,-6 0 0 16,0 0 0-16,7 0 0 0,-7 4 0 15,0-4 0-15,0 4 0 0,0-1 0 0,0 1 0 16,6 3 0-16,-6-3 0 0,0 4 0 16,7-5 0-16,-7 4 0 0,7 1 0 15,-1-5 0-15,-6 5 0 0,6-5 0 16,1 5 0-16,-7-1 0 0,7-3 0 0,-7-4 0 15,0 3 0-15,0-6 0 0,-7-1 0 16,7 1 0-16,0-1 0 0,0-4 0 0,0 1 0 16,0-4 0-16,0 1 0 0,0-1 0 15,7-1 0-15,-1 1 0 0,0 4 0 0,1-4 0 16,-1 0 0-16,1 0 0 0,0 4 0 16,-1 0 0-16,8-5 0 0,-8 9 0 0,-6-1 0 15,6 1 0-15,-6-1 0 0,0-3 0 16,-6-4 0-16,0 7 0 0,-2-3 0 0,2 3 0 15,0 1 0-15,-1-5 0 0,0 1 0 16,1 0 0-16,6 3 0 0,-7-3 0 0,1 3 0 16,6-3 0-16,0-1 0 0,-6 5 0 15,6-4 0-15,-7 3 0 0,7-4 0 16,-7 1 0-16,7 4 0 0,-6-1 0 0,6 1 0 16,-6-2 0-16,-1 6 0 0,7-1 0 0,-7 0 0 15,7 0 0-15,0 0 0 0,0 0 0 16,0 3 0-16,0 5 0 0,0-5 0 15,0 1 0-15,7 4 0 0,-7-5 0 0,7 5 0 16,-7-1 0-16,0-4 0 0,0 5 0 16,0 3 0-16,0-4 0 0,6 1 0 0,-6 3 0 15,6 0 0-15,-6 0 0 0,0 0 0 16,0 0 0-16,0 4 0 0,7-1 0 0,-7 0 0 16,0 1 0-16,0 0 0 0,0 3 0 15,0 1 0-15,0-1 0 0,0 4 0 0,0-4 0 16,0 4 0-16,7-3 0 0,-7-1 0 15,0 4 0-15,0 0 0 0,0-4 0 0,0 4 0 16,0 0 0-16,0 0 0 0,0 0 0 0,0 0 0 16,0 0 0-16,0 0 0 0,0 0 0 15,0 0 0-15,0 0 0 0,0 0 0 16,0 0 0-16,0 0 0 0,6 0 0 0,-6 0 0 16,0 0 0-16,6 4 0 0,1-4 0 15,-7 0 0-15,6 4 0 0,-6-1 0 0,7 1 0 16,0 3 0-16,-1 1 0 0,0 2 0 15,14 1 0-15,6 5-963 0,7 2-404 0,-1-7-74 16,1 0 30-16,-7-4 131 0,0-3 271 16,-7 3 453-16</inkml:trace>
  <inkml:trace contextRef="#ctx0" brushRef="#br0" timeOffset="4690.56">1517 1923 196 0,'0'-4'423'0,"-19"1"128"0,-1-1 112 0,-6-3 18 16,-1 0-32-16,15-1-59 0,12 8-72 15,6 0-100-15,8 0-107 0,-8 0-72 0,-6 0-36 16,0 0-17-16,-14 0-5 0,2-3-5 16,-2 3-13-16,2 0-19 0,-1-4-23 15,-1 4-25-15,2 0-31 0,-2 0-15 0,2 0-8 16,-8 0-6-16,1 0-7 0,5-4-6 15,2 4 2-15,-2 0-4 0,-5 0-4 0,6 0-3 16,0 0 2-16,-1 0 6 0,8 0 2 0,-7 0 5 16,7 0 4-16,6 0 4 0,0 0 3 15,0 0 0-15,0 0 4 0,0 0 1 16,0 0 3-16,0-3 3 0,0 3 4 0,6 0 3 16,1-5-1-16,-7 5-1 0,6 0-3 15,-6 0-5-15,0 0-6 0,6-3-4 0,-6 3-4 16,8 0-5-16,-2 0-4 0,7-4-1 15,6 4-6-15,1 0-7 0,13 0-4 16,-1 0-2-16,7 4-2 0,0-4-3 0,-7 0 1 16,8 3 1-16,-7-3 1 0,-8 0-1 15,1 5 2-15,-6-5-2 0,-7 0 6 0,0 0-5 16,-6 0-3-16,-1 0-3 0,0 0-3 0,-6 0-4 16,0 3-11-16,0-3-2 0,0 0-1 15,-6 0-1-15,6-3-1 0,-6 3 0 16,6-5 5-16,-7 2-1 0,7 3-4 0,-6 0-9 15,6 0-20-15,0 0-43 0,6 0-84 16,-6 3-130-16,13-3-245 0,1 0-344 0,-2 0-174 16,1 5-57-16,-13-5 28 0,0 0 106 15,0 0 238-15</inkml:trace>
  <inkml:trace contextRef="#ctx0" brushRef="#br0" timeOffset="5289.68">482 1798 373 0,'-33'-10'666'0,"7"6"153"15,6-3 113-15,8 3-30 0,12 0-110 16,-8-3-146-16,8 3-153 0,-6 1-102 0,6-1-67 15,0-3-35-15,-6 3-22 0,6 0-23 16,-7 1-31-16,7-1-33 0,-6 4-31 16,6-4-23-16,-7 4-13 0,0 0-6 0,1-4-3 15,0 4-43-15,6 0-61 0,-6-3 0 16,6 3 0-16,-8 0 0 0,8 0 0 0,-6 3 0 16,0-3 0-16,-1 4 0 0,7 0 0 15,-7 0 0-15,7 7 0 0,-6 0 0 0,6 3 0 16,-7 1 0-16,-5 3 0 0,5 0 0 15,0 1 0-15,1 3 0 0,0-4 0 0,-8 1 0 16,8-1 0-16,-7 0 0 0,13-3 0 16,-6-4 0-16,6 0 0 0,0 0 0 0,-7-4 0 15,0 0 0-15,1-3 0 0,0-1 0 16,6 1 0-16,0-4 0 0,0 4 0 0,0-4 0 16,0 0 0-16,0 0 0 0,0 3 0 15,0-3 0-15,0 0 0 0,6-3 0 0,7 6 0 16,26-3-207-16,6 0-903 0,14 0-218 15,6-3-75-15,-19-1 33 0,6 4 147 16,6 0 294-16,-19 0 418 0</inkml:trace>
  <inkml:trace contextRef="#ctx0" brushRef="#br0" timeOffset="6723.74">598 5224 124 0,'-19'-4'444'0,"-13"4"168"0,-21 0 134 16,21 0 24-16,12 0-51 0,14 0-83 15,19-3-112-15,-6 3-138 0,-1 0-105 0,-6 0-71 16,-6 0-36-16,-1 0-27 0,0 0-12 15,1 0-16-15,-7 3-15 0,-1-3-16 0,8 0-17 16,-14 4-9-16,8-4-5 0,-1 0-1 16,-13 0-9-16,6 4-3 0,0-4-1 15,7 0-6-15,-6 3-6 0,6-3-2 16,-7 4 4-16,14-1-13 0,-7 1 9 0,0 3 9 16,0-3 8-16,-1 3 6 0,2 1 0 15,5 3 17-15,1-4-3 0,-1 4 2 0,1 0 6 16,6-3-3-16,-7 3 2 0,1-4 3 15,6 4 8-15,0-4 2 0,6 4-1 16,1 0 14-16,-1-4 12 0,7 1 13 16,-6 3 1-16,5-4-111 0,2-3-14 0,-1 3 0 15,6-4 0-15,8-3 0 0,-8 4 0 16,0-4 0-16,8-4 0 0,-1 4 0 16,0-3 0-16,-1-4 0 0,1 3 0 0,1-7 0 15,-1 4 0-15,-6-4 0 0,-8 0 0 16,1 3 0-16,-6-6 0 0,0 3 0 0,-7 0 0 15,-7 4 0-15,7-5 0 0,-13 1 0 16,6 4 0-16,7-4 0 0,-6 4 0 16,0-1 0-16,12 1-149 0,7 3-514 15,13-3-231-15,13-4-230 0,1 4-97 0,5 0 21 16,-7 3 113-16,2-3 194 0,-1 3 253 16</inkml:trace>
  <inkml:trace contextRef="#ctx0" brushRef="#br0" timeOffset="23481.46">1517 1871 137 0,'0'-3'180'0,"0"3"13"0,-7 0 12 16,1 0 9-16,6 0 3 0,0-4 0 0,0 4-13 16,0 0-17-16,0 0-19 0,6 0-20 15,-6 0-22-15,0 0-17 0,0 0-15 0,0 0-5 16,0 0-6-16,0 0 3 0,-6 0 13 16,0 0 15-16,-1-3 21 0,0 3 24 0,-12 0 22 15,6 0 14-15,6-4 0 0,-5 0-11 16,4 4-21-16,2 0-27 0,0-3-33 0,0 3-32 15,6 0-18-15,-8 0-13 0,8 0-10 16,-6 0-8-16,6 0-1 0,-6 0 0 0,6 0-5 16,0 0 2-16,-7 0 0 0,7 0 3 15,0-4 3-15,-6 4 2 0,6 0 1 16,0 0 0-16,-7 0 6 0,7 0-4 0,0-4 2 16,-7 4 5-16,7 0 4 0,-6 0 1 15,0 0-8-15,18 0 20 0,2 4-1 0,11 3 3 16,1 1-2-16,-6-5 0 0,0 1 11 15,-7-1-12-15,0 2-2 0,-6-5 0 16,-1 3 0-16,-6-3-1 0,6 0-2 0,-6 0-2 16,0 0-2-16,7 0-1 0,-7 0-6 0,0 0-5 15,0 0-2-15,0 0 1 0,0 0-2 16,0 0 0-16,0 4-4 0,-7-4 1 0,7 0 2 16,0 0-5-16,7 0 0 0,-7 0 0 15,6 0 2-15,1 0-2 0,0 0-2 16,-1 0-2-16,-6 0 0 0,6 0 3 0,2 4-4 15,-8-4 3-15,6 0-3 0,0 3 2 16,0-3-1-16,8 0 12 0,-8 4-7 0,1-4-6 16,-1 0-2-16,0 4-1 0,8-4-1 15,-8 0-16-15,-6 0 6 0,6 0 8 16,-6 0-1-16,7 3-4 0,-7-3-3 0,7 0 1 16,-7 4 0-16,6 0-4 0,1-4 2 0,-7 3 5 15,6-3 2-15,1 4-1 0,0-1 4 16,-7-3 2-16,6 4 2 0,-6 0 0 15,6-1 10-15,-6 1-2 0,6 0-3 0,2-4 0 16,-8 3 3-16,6 1 1 0,-6 0-7 16,6-1 8-16,-6 1-1 0,7 0-3 0,-7-1-4 15,6 1-1-15,-6 0-1 0,0-1-6 16,7 1 3-16,0 0 1 0,-7-1 0 0,6 1-1 16,0-1 1-16,0 1 3 0,2 0-3 15,-2-1 0-15,0 1-2 0,-6 0 0 16,7 4-1-16,-7-8-3 0,7 3 4 0,-7 1-4 15,6-4-1-15,-6 0 2 0,7 3-2 0,-1-3 0 16,-6 0-2-16,6 4 0 0,-6-4 1 16,7 4 1-16,-7-4 1 0,7 3-2 15,-7 1 2-15,6-4 0 0,0 0 2 0,1 4-3 16,0-1 4-16,-1 1-3 0,1 0 0 16,6-1 1-16,-7 1 1 0,7 0 1 0,-7-1 1 15,2 1 0-15,-2 3 0 0,0-3 0 16,1 0 0-16,-1-1 0 0,1-3-1 15,0 4 1-15,5-1 1 0,-6 1 1 0,2 3 0 16,-2-3 2-16,0 3-1 0,1 1 1 0,0-5 0 16,-1 5 0-16,1-1 1 0,-1-3-1 15,-6 3-1-15,6 1-1 0,8-5 3 0,-8 5 1 16,0-5-2-16,-6 1 2 0,7 3 1 16,0-3 1-16,-1 3 0 0,1 1 0 15,-1-5 4-15,-6 4 2 0,6-3 0 0,1 3 1 16,0-3 0-16,-1 0-1 0,0 3-4 15,2 0-2-15,-2-3 1 0,0 3-2 16,7 1-2-16,-6-1-1 0,-1 0 1 0,1 0-2 16,-1 1-1-16,0-5 0 0,2 5 0 15,-2 0-2-15,0-5 0 0,-6 4 0 0,7 1 0 16,-7-1 0-16,7 0 0 0,-1 1 2 0,0-1-1 16,1-3 0-16,-1-1-1 0,1 5-1 15,0-1 1-15,-7-3-1 0,12 3 0 0,-5-4-1 16,0 5 1-16,-1-5-1 0,0 1-1 15,7 3 0-15,1 1-1 0,-8-5 1 16,-6 5-4-16,6-1 2 0,-6-3-1 0,8 3 1 16,-2 1-2-16,-6-5-4 0,6 5-1 15,-6-1 0-15,6-3 0 0,1 3 0 0,0 0 0 16,-1-3 0-16,-6 3 0 0,7 0 0 16,-1 1 0-16,0-1 0 0,2 0 0 15,4 1 0-15,-12-1 0 0,14 0 0 0,-8 1 0 16,0-1 0-16,1 4 0 0,-1-3 0 15,1-1 0-15,0 0 0 0,-1 1 0 16,0-1 0-16,1 0 0 0,0 0 0 0,-1 1 0 16,0-1 0-16,1 0 0 0,-1 1 0 15,1 3 0-15,0-4 0 0,-1 0 0 16,0 0 0-16,2 1 0 0,-2-1 0 0,0 0 0 16,0 5 0-16,1-5 0 0,0 4 0 15,-7-4 0-15,6 1 0 0,1 3 0 16,5-4 0-16,-4 4 0 0,-2-4 0 0,-6 1 0 15,6 2 0-15,0-2 0 0,8-1 0 16,-8 4 0-16,1-4 0 0,-1 1 0 0,1-1 0 16,0 1 0-16,-7 3 0 0,6-4 0 15,0 4 0-15,0-4 0 0,2 1 0 16,-2 2 0-16,0-2 0 0,1-1 0 0,-1 4 0 16,1-4 0-16,6 1 0 0,-7 3 0 15,0-4 0-15,2-3 0 0,-8 3 0 16,6 1 0-16,-6-2 0 0,6 2 0 0,1 0 0 15,-7-1 0-15,0 0 0 0,0 0 0 16,0 1 0-16,13-5 0 0,-6 5 0 0,-1-1 0 16,0 0 0-16,1 1 0 0,0-1 0 15,-1 0 0-15,-6 1 0 0,6-1 0 16,-6 0 0-16,7 0 0 0,-7 1 0 16,7 0 0-16,-7 2 0 0,6-2 0 0,1-1 0 15,-7 4 0-15,6-4 0 0,1 1 0 16,0 3 0-16,-1 0 0 0,0 3 0 15,0-3 0-15,2 4 0 0,-2-1 0 0,0 1 0 16,1 0 0-16,-1 3 0 0,1-3 0 16,0 3 0-16,-1-3 0 0,-6-1 0 0,6 1 0 15,0 0 0-15,2-5 0 0,4 6 0 16,-12-5 0-16,7-1 0 0,-7 5 0 16,7-4 0-16,-7 0 0 0,6 0 0 15,-6 4 0-15,7-4 0 0,-7-1 0 0,6 5 0 16,-6-3 0-16,0 2 0 0,0-3 0 15,0 4 0-15,6-4 0 0,-6 3 0 16,0-3 0-16,0 0 0 0,0 0 0 0,0 0 0 16,7-4 0-16,-7 4 0 0,7 0 0 15,-7 1 0-15,0-6 0 0,0 6 0 0,0-5 0 16,0 1 0-16,0 2 0 0,6-2 0 16,-6 3 0-16,6 0 0 0,1-4 0 15,-7 4 0-15,7-4 0 0,-7 4 0 0,6 0 0 16,1 0 0-16,-1-4 0 0,7 5 0 15,-6-1 0-15,-1 0 0 0,0-4 0 16,-6 4 0-16,8-4 0 0,-8 4 0 0,6 0 0 16,0-3 0-16,-6 2 0 0,0-2 0 15,0 3 0-15,0-4 0 0,0 0 0 0,7 4 0 16,-7-3 0-16,0-1 0 0,6 1 0 16,-6 3 0-16,7-4 0 0,-7 0 0 15,6 1 0-15,1-1 0 0,-1 0 0 16,0 0 0-16,-6 4 0 0,8 0 0 0,-8 0 0 15,0 0 0-15,6 0 0 0,-6 1 0 16,6-1 0-16,1 0 0 0,-7 0 0 16,0-1 0-16,7 1 0 0,-1 0 0 0,-6-3 0 15,6-1 0-15,-6 0 0 0,7 4 0 16,-7-3 0-16,6-5 0 0,-6 4 0 0,7 1 0 16,-7-5 0-16,7 5 0 0,-7 0 0 15,0-2 0-15,0-2 0 0,0 4 0 16,6-1 0-16,-6 0 0 0,6 1 0 15,-6-1 0-15,7 0 0 0,0 4 0 0,5-3 0 16,-5-1 0-16,-1 4 0 0,1-4 0 16,0 0 0-16,-7 1 0 0,6-5 0 0,-6 5 0 15,0-1 0-15,6-3 0 0,-6 3 0 16,8-3 0-16,-2 3 0 0,-6-3 0 16,6 0 0-16,-6-1 0 0,7 5 0 0,-1-5 0 15,-6 1 0-15,7 3 0 0,-1 1 0 16,1-5 0-16,-1 4 0 0,8 1 0 15,-8-1 0-15,0 0 0 0,1 1 0 16,-1-1 0-16,1 0 0 0,-1 1 0 0,1-1 0 16,-1 0 0-16,1 0 0 0,0 1 0 15,-1 0 0-15,-6-1 0 0,6 0 0 0,1-3 0 16,-7 3 0-16,7 0 0 0,-7-3 0 16,6 0 0-16,-6-1 0 0,6 1 0 0,-6 0 0 15,7 3 0-15,-7-3 0 0,13 3 0 16,-6 0 0-16,-1-3 0 0,0 3 0 15,8 1 0-15,-8-1 0 0,0 0 0 16,1-3 0-16,0 3 0 0,-1 0 0 0,1-2 0 16,-7-2 0-16,6 0 0 0,-6 1 0 15,6 0 0-15,-6-4 0 0,8 7 0 0,-2-3 0 16,6 3 0-16,-5-3 0 0,-7 3 0 16,7-3 0-16,-7 3 0 0,6-3 0 0,1 3 0 15,-1-3 0-15,1 3 0 0,0-3 0 16,-1-1 0-16,-6 5 0 0,6-1 0 15,0 0 0-15,2-3 0 0,-8 0 0 16,6 3 0-16,0-3 0 0,-6-1 0 0,7 5 0 16,-7-5 0-16,6 5 0 0,-6-8 0 15,7 4 0-15,-7-1 0 0,7 0 0 16,-1-3 0-16,0 5 0 0,0-2 0 0,2 1 0 16,-8 0 0-16,6-1 0 0,0 1 0 15,1 0 0-15,0 3 0 0,-1-3 0 16,7-1 0-16,0 4 0 0,-6 1 0 15,-1-5 0-15,0 1 0 0,1 3 0 0,0-3 0 16,-1 0 0-16,1-1 0 0,-1 1 0 16,-6 0 0-16,6-1 0 0,-6 5 0 0,14-8 0 15,-14 3 0-15,6 1 0 0,-6-4 0 16,6 4 0-16,2-1 0 0,-8-3 0 0,6 4 0 16,7-1 0-16,-7 1 0 0,1 0 0 15,0-1 0-15,-1 2 0 0,0-2 0 16,0 0 0-16,2 2 0 0,-2-2 0 15,0 1 0-15,-6-1 0 0,7 1 0 16,0 0 0-16,6-1 0 0,-7 1 0 0,0 0 0 16,1-1 0-16,0 1 0 0,-1 0 0 15,7-4 0-15,-6 3 0 0,6 1 0 0,-1 0 0 16,-5-1 0-16,6 1 0 0,1 0 0 16,-8 3 0-16,7-3 0 0,-7-1 0 0,7-3 0 15,-6 4 0-15,-1-4 0 0,0 0 0 16,-12 0 0-16,6 0 0 0,0 3 0 15,6 1 0-15,14 0 0 0,-6-1 0 16,5 1 0-16,-6-4 0 0,0 4 0 0,0 3 0 16,0-3 0-16,-7-1 0 0,7 1 0 15,1-4 0-15,-8 4 0 0,0-4 0 0,2 0 0 16,-2 3 0-16,7-3 0 0,-7 4 0 16,1-4 0-16,-1 4 0 0,7 0 0 0,1-4 0 15,-8 3 0-15,0 1 0 0,14-4 0 16,-14 4 0-16,7 3 0 0,1-7 0 15,-8 4 0-15,0-4 0 0,1 3 0 16,0 1 0-16,-1 0 0 0,0-4 0 0,1 0 0 16,-1 3 0-16,1-3 0 0,-7 4 0 15,7-4 0-15,-1 0 0 0,0 4 0 16,2-4 0-16,-2 3 0 0,0 1 0 0,7-4 0 16,0 4 0-16,-6-4 0 0,5 3 0 15,2-3 0-15,-8 0 0 0,7 4 0 16,-6-4 0-16,-1 3 0 0,7 1 0 0,-6-4 0 15,0 4 0-15,5-1 0 0,2 1 0 16,-8-4 0-16,7 0 0 0,0 4 0 16,-6-1 0-16,-1-3 0 0,6 4 0 0,2 0 0 15,-1-4 0-15,0 3 0 0,0 1 0 16,1 0 0-16,-2-1 0 0,1 1 0 16,0 0 0-16,0-1 0 0,1 5 0 0,-8-5 0 15,6 1 0-15,2-1 0 0,-8 2 0 16,7-5 0-16,-6 3 0 0,6 1 0 0,-1 0 0 15,2-4 0-15,-1 0 0 0,0 3 0 16,0-3 0-16,7 4 0 0,-8 0 0 0,8-1 0 16,-1 1 0-16,1-4 0 0,-6 7 0 0,5-7 0 15,0 4 0-15,0-1 0 0,-5 1 0 0,5-4 0 16,-6 4 0-16,0-1 0 0,1-3 0 0,5 4 0 16,-6 0 0-16,0-4 0 0,0 0 0 0,0 3 0 15,7-3 0-15,-7 0 0 0,0 4 0 0,0-4 0 16,7 4 0-16,-1-4 0 0,-6 3 0 0,6 1 0 15,1 0 0-15,0-4 0 0,-8 0 0 0,8 3 0 16,-1 1 0-16,-5-4 0 0,5 0 0 0,-6 4 0 16,6-4 0-16,-5 3 0 0,-2-3 0 0,2 0 0 15,-1 4 0-15,7-4 0 0,-8 0 0 16,2 0 0-16,-2 0 0 0,1 3 0 0,1-3 0 0,-2 0 0 16,2 0 0-16,-8 0 0 0,7 0 0 15,7 0 0-15,-8 0 0 0,2 0 0 0,-2 0 0 16,2 0 0-16,5 0 0 0,-5 0 0 0,4 0 0 15,-4 0 0-15,5 0 0 0,-5 0 0 0,-2 0 0 16,-6 0 0-16,8 4 0 0,-1-4 0 0,-6 0 0 16,6 0 0-16,-1 0 0 0,2 0 0 0,-2 0 0 15,2 4 0-15,-1-4 0 0,6 0 0 0,-6 0 0 16,1 3 0-16,5-3 0 0,-6 0 0 0,0 4 0 16,7-4 0-16,-1 0 0 0,-6 4 0 0,6-4 0 15,1 0 0-15,-7 0 0 0,7 0 0 0,-8 0 0 16,8 0 0-16,-6 0 0 0,-2 0 0 0,8 0 0 15,-1 0 0-15,1 0 0 0,-7 0 0 0,6 0 0 16,1 0 0-16,-1 0 0 0,-5 0 0 0,5 0 0 16,1 0 0-16,-8 3 0 0,8-3 0 0,0 0 0 15,-1 0 0-15,-5 5 0 0,4-5 0 16,2 3 0-16,-1-3 0 0,1 0 0 0,6 0 0 0,1 0 0 16,-8 0 0-16,7 0 0 0,0 0 0 15,0 3 0-15,7-3 0 0,-7 0 0 0,0 5 0 16,7-5 0-16,-7 0 0 0,6 3 0 0,-13-3 0 0,7 0 0 15,-6 0 0-15,6 0 0 0,-7 0 0 16,1 0 0-16,-7 0 0 0,7 4 0 0,-8-4 0 16,8 0 0-16,0 0 0 0,-1 0 0 0,1 0 0 15,0 0 0-15,5 0 0 0,-5 0 0 0,0-4 0 16,6 4 0-16,-1 0 0 0,-5 0 0 0,6 0 0 16,1 4 0-16,-1-4 0 0,-1 0 0 0,1 0 0 15,-6 0 0-15,6 3 0 0,1-3 0 0,-9 0 0 16,9 4 0-16,-7-4 0 0,-1 0 0 0,0 0 0 15,8 0 0-15,-8 0 0 0,0 0 0 0,8 0 0 16,-7 0 0-16,5 4 0 0,-5-4 0 0,6 0 0 16,0 3 0-16,0-3 0 0,-1 0 0 15,2 4 0-15,-7-4 0 0,6 0 0 0,-7 0 0 16,1 4 0-16,-1-4 0 0,0 0 0 0,-5 0 0 0,-1 0 0 16,0 0 0-16,0 0 0 0,7 0 0 0,-8 0 0 15,1 0 0-15,1 0 0 0,-2 0 0 0,8-4 0 16,-7 4 0-16,0 0 0 0,0 0 0 0,7 0 0 15,-8 0 0-15,15 0 0 0,-8 0 0 0,0 0 0 16,8 4 0-16,-8-4 0 0,0 3 0 16,8-3 0-16,-8 0 0 0,1 0 0 0,-1 4 0 15,1-4 0-15,0 4 0 0,5-4 0 0,-5 0 0 16,0 0 0-16,-1 0 0 0,7 0 0 0,0 0 0 16,1 0 0-16,-8 0 0 0,0 0 0 0,8 0 0 15,-7 0 0-15,-2 0 0 0,9 3 0 0,-7-3 0 16,-2 0 0-16,2 0 0 0,0 0 0 0,-7 0 0 15,7 4 0-15,-1-4 0 0,-6 4 0 0,6-4 0 16,-5 0 0-16,-2 0 0 0,2 0 0 0,-1 0 0 16,7 0 0-16,-14 3 0 0,6-3 0 0,-5 4 0 15,6-4 0-15,-6 0 0 0,-1 0 0 0,1 0 0 16,6 4 0-16,-7-4 0 0,0 3 0 0,-6-3 0 16,0-3 0-16,-6 3 0 0,6 0 0 0,-6 0 0 15,6 0 0-15,0 0 0 0,0 0 0 0,0 0 0 16,0-4 0-16,0 4 0 0,0 0 0 0,-6 0 0 15,-1 0 0-15,7 0 0 0,0 0 0 16,0 0 0-16,7 0 0 0,-1-4 0 0,-6 4 0 0,-6 0 0 16,-1 0 0-16,0-3 0 0,1 3 0 15,-1 0 0-15,-13-4 0 0,2-3 0 0,-9-1-1057 16,-5-6-491-16,6-1-3 0,-1-4 103 0,-5 5 231 16,-7-4 372-16,-1 3 380 0</inkml:trace>
  <inkml:trace contextRef="#ctx0" brushRef="#br0" timeOffset="37165.97">1419 5323 66 0,'6'0'284'0,"-6"0"72"15,-6 0 47-15,0 0 28 0,-14 4 30 0,1-4 26 16,-7 3-6-16,0 1-32 0,-1 0-53 16,15-4-61-16,-8 3-73 0,14-3-71 15,-8 0-50-15,21 4-29 0,6-4-13 16,7 3-4-16,12 1-3 0,-5-4-2 0,-9 0-6 16,-4 0-8-16,-1 4-1 0,-7-4 2 15,0 3 1-15,2-3 18 0,-2 0-4 0,-6 0 5 16,6 4-5-16,-6-4 0 0,0 0-12 15,0 0-19-15,-6 0 2 0,6 0-6 16,-6 0-4-16,-2 0-11 0,8 0 0 16,-6 0-9-16,6 0-8 0,0 0 1 0,0 4 2 15,0-4 0-15,0 0 5 0,0 0 7 16,0 0 6-16,6 0 5 0,-6 0 6 16,8 0 5-16,-2 0 2 0,-6 0 0 0,6 0-2 15,0 0-4-15,8 0-6 0,-1 0-4 16,-7 0-5-16,8 0-3 0,-2 0-5 15,-5 0-8-15,6 0-5 0,-7 0-5 0,1 0-6 16,-1 0-3-16,1-4-6 0,0 4 0 16,-7 0 1-16,6 0 0 0,0 0 3 0,2 0 0 15,-2 0 3-15,0 0 1 0,0 0 1 16,8 0 1-16,-1 0 1 0,-1 0-1 16,8 0-3-16,-7 0 0 0,7 0-1 15,0-4-3-15,-8 4-1 0,8 0-1 16,-1 0 1-16,-5 0-3 0,-2 0 1 0,8 0 0 15,-14 0-1-15,8 4-1 0,5-4 0 16,-6 4 2-16,0-4 0 0,0 3 0 0,0-3 2 16,-6 0 1-16,12 4 2 0,-6-4 3 15,1 0 4-15,-2 4 8 0,1-4 0 16,1 3 5-16,-2-3 4 0,2 4 0 16,-8-4 0-16,0 4-1 0,8-4 0 0,-8 0-7 15,7 3-5-15,-7-6-4 0,8 3-3 16,-2 0-3-16,8-4-4 0,-7 4-1 15,0 0 0-15,0 0 0 0,-7 0-1 0,8 0 0 16,5-4 0-16,-6 4-1 0,6-3 0 16,1 3-1-16,0-4 1 0,-1 0-1 15,-5 4 0-15,5 0 0 0,-6-3 2 0,6 3-1 16,-5-4-2-16,-2 4 1 0,2 0 1 16,-8-4 1-16,7 4-1 0,0 0 1 0,-6-3-1 15,5 3 1-15,-4-4-2 0,4 4 1 16,2-4 0-16,-8 1 0 0,7 3 3 15,0-4 1-15,-6 4 1 0,5-3 2 16,8-1 2-16,-7 0-1 0,0 4 0 0,-6-3-2 16,5-1 0-16,-4 4-3 0,4-4-3 15,1 1-1-15,-6 3 0 0,6-5-1 0,-1 2 1 16,2-1 0-16,-2 1 0 0,2-1 1 16,-1-3 2-16,0 3 8 0,-6 0 5 15,5-3 10-15,2 3 7 0,-8 1 7 16,7-5-33-16,0 5-7 0,-6-1 0 0,5-3 0 15,2 3 0-15,-8-3 0 0,7 0 0 16,0 3 0-16,0-3 0 0,0-1 0 16,6 1 0-16,-5 0 0 0,5-1 0 0,1 1 0 15,0 0 0-15,-8-1 0 0,8 1 0 16,-1-1 0-16,-5 1 0 0,5-4 0 16,1 4 0-16,-1-1 0 0,-6 1 0 0,7 0 0 15,-7 0 0-15,6-1 0 0,0 1 0 16,1 0 0-16,-7 3 0 0,0-3 0 15,0-1 0-15,7-3 0 0,-7 8 0 0,6-4 0 16,1-4 0-16,-1 3 0 0,-5 0 0 16,-2 1 0-16,1 0 0 0,1 0 0 0,-2-1 0 15,-4-3 0-15,4 4 0 0,1 0 0 16,0-4 0-16,0 0 0 0,1 0 0 16,-2 0 0-16,8 0 0 0,-1-1 0 15,-5 2 0-15,5-5 0 0,0 4 0 0,-6-4 0 16,7 4 0-16,0-3 0 0,-8 3 0 15,2 0 0-15,-1-4 0 0,-1 4 0 0,2 0 0 16,5 0 0-16,-6-4 0 0,0 4 0 16,1 0 0-16,-2 1 0 0,2-1 0 15,-2 0 0-15,-5 0 0 0,6 0 0 0,0 0 0 16,-1 0 0-16,2-4 0 0,-1 4 0 16,0 0 0-16,0 0 0 0,7-4 0 15,-8 1 0-15,2-1 0 0,-1 0 0 16,-1 1 0-16,8-4 0 0,0-1 0 0,-1 1 0 15,-5-1 0-15,4 1 0 0,2 0 0 16,-6 0 0-16,5-1 0 0,1 1 0 0,-1 3 0 16,-6-3 0-16,6 3 0 0,-5 0 0 15,-2-3 0-15,2 7 0 0,-1-3 0 0,0 3 0 16,0 0 0-16,-7-4 0 0,8 4 0 16,-8 0 0-16,0 0 0 0,1-4 0 15,0 4 0-15,-1 0 0 0,0 0 0 16,1-3 0-16,-1 3 0 0,1-4 0 0,0 4 0 15,-1 0 0-15,7-3 0 0,0 3 0 16,-7-4 0-16,7 4 0 0,-6-4 0 16,6 4 0-16,-7-3 0 0,2 3 0 0,4 0 0 15,-5 0 0-15,-1 0 0 0,1 0 0 16,-1-4 0-16,7 4 0 0,1 0 0 0,-8 3 0 16,7-2 0-16,0-1 0 0,-7 0 0 15,1-4 0-15,-7 4 0 0,6 0 0 16,8 0 0-16,-2 0 0 0,2 0 0 15,-8 0 0-15,7-3 0 0,0 2 0 0,-6 1 0 16,5-3 0-16,2 3 0 0,-8 0 0 16,7 0 0-16,-6 0 0 0,6 0 0 0,-7 0 0 15,0 0 0-15,2 0 0 0,-2 4 0 16,0-1 0-16,0 1 0 0,-6-1 0 16,7 1 0-16,-7 0 0 0,7-1 0 0,6 1 0 15,-13 0 0-15,6-4 0 0,1 4 0 16,12-4 0-16,-13 3 0 0,8-3 0 15,-8 0 0-15,7 0 0 0,-6-3 0 0,0 2 0 16,5-2 0-16,-6 3 0 0,8-4 0 16,-1 1 0-16,-6 3 0 0,6 0 0 15,-7 0 0-15,0 0 0 0,2 4 0 0,-2-4 0 16,0 3 0-16,0 1 0 0,1-4 0 16,0 3 0-16,-7-3 0 0,6 4 0 0,-6-4 0 15,0-4 0-15,0 1 0 0,0 3 0 16,0-4 0-16,7 1 0 0,-7-1 0 15,6 4 0-15,0-3 0 0,-6 2 0 16,8 1 0-16,-8 0 0 0,6 0 0 0,-6 4 0 16,6-4 0-16,-6 0 0 0,6 4 0 15,8-4 0-15,-8 0 0 0,1 0 0 0,-1 0 0 16,8-4 0-16,-8 4 0 0,6 0 0 16,-4 0 0-16,-2 4 0 0,0-4 0 15,8 3 0-15,-8-3 0 0,1 0 0 0,-1 1 0 16,0-1 0-16,1 0 0 0,0 3 0 15,-1-3 0-15,7 4 0 0,-6-4 0 0,-1 3 0 16,1 1 0-16,-1 0 0 0,0-1 0 0,1 1 0 16,6 0 0-16,-7 0 0 0,2-1 0 0,4 1 0 15,1-4 0-15,0 4 0 0,-6-1 0 0,5-3 0 16,-4 0 0-16,-2 4 0 0,7-4 0 0,-13 0 0 16,6 3 0-16,1-3 0 0,-7 4 0 0,6 0 0 15,1 0 0-15,-1-1 0 0,1 1 0 0,0 0 0 16,5-1 0-16,-5 5 0 0,0-5 0 0,-1 5 0 15,1-5 0-15,5 5 0 0,-5-4 0 0,0 3 0 16,-1 0 0-16,0 1 0 0,2-1 0 0,-2-3 0 16,0 3 0-16,1 0 0 0,-1-3 0 0,7-1 0 15,-13 1 0-15,7 0 0 0,-1-1 0 0,-6 1 0 16,6 0 0-16,-6-1 0 0,8 1 0 16,-8 0 0-16,12 0 0 0,-5 3 0 0,-1-3 0 0,1 3 0 15,-1 0 0-15,-6 1 0 0,7-5 0 0,-1 1 0 16,-6 0 0-16,0-4 0 0,7 3 0 0,0-3 0 15,-1-4 0-15,7 4 0 0,0 0 0 0,-7 1 0 16,1 2 0-16,-1-3 0 0,1 4 0 0,-7 0 0 16,13-1 0-16,-7 5 0 0,-6-5 0 0,8 5 0 15,-8-5 0-15,6 5 0 0,-6-1 0 0,6 1 0 16,0-1 0-16,-6 0 0 0,7 1 0 0,-7 3 0 0,7-5 0 16,-7 2 0-16,13 0 0 0,-7-2 0 0,0 2 0 15,2-1 0-15,-2 1 0 0,-6-5 0 0,6 5 0 16,-6-1 0-16,6 0 0 0,-6 1 0 0,7 3 0 15,0-4 0-15,-7 0 0 0,6 1 0 0,1-5 0 16,-7 5 0-16,6-1 0 0,8 0 0 0,-8 1 0 16,0-1 0-16,0 4 0 0,2-4 0 0,-8 4 0 15,12-3 0-15,-12 3 0 0,7 0 0 0,-7-4 0 0,6 4 0 16,1 0 0-16,0-3 0 0,-1 3 0 16,0 0 0-16,-6-4 0 0,0 4 0 0,0 0 0 0,7-4 0 15,-7 4 0-15,7 0 0 0,-7-3 0 0,6 3 0 16,-6 0 0-16,6-4 0 0,1 4 0 0,6 0 0 15,-6-4 0-15,-1 4 0 0,-6 0 0 0,6-3 0 16,-6 3 0-16,8 0 0 0,-2 0 0 0,0-4 0 16,-6 4 0-16,6 0 0 0,-6-4 0 0,7 4 0 15,-7-3 0-15,7 3 0 0,-1 0 0 0,1 0 0 16,-1-4 0-16,-6 4 0 0,6 0 0 0,-6-4 0 0,8 4 0 16,-8-3 0-16,6 3 0 0,-6 0 0 0,6 0 0 15,0-4 0-15,-6 4 0 0,8-4 0 0,-2 4 0 16,-6 0 0-16,6 0 0 0,1 0 0 0,-1-4 0 15,1 4 0-15,0 0 0 0,-1-3 0 0,6-1 0 16,-4 4 0-16,-2-4 0 0,0 4 0 0,1-3 0 16,0 3 0-16,6 0 0 0,-13-4 0 0,12 4 0 0,-5 0 0 15,0-4 0-15,-1 4 0 0,7 0 0 0,-6-3 0 16,-1 3 0-16,1 0 0 0,-1 0 0 0,7 0 0 16,-6 0 0-16,-7 0 0 0,6 0 0 0,-6 0 0 15,6 0 0-15,-6 0 0 0,8 0 0 0,-8 0 0 16,6 0 0-16,0 0 0 0,-6 0 0 0,7 0 0 15,-7 0 0-15,6 0 0 0,1 0 0 0,-7 0 0 16,6 0 0-16,7 0 0 0,-7 0 0 0,2 0 0 0,-2 0 0 16,-6 0 0-16,13 0 0 0,-7 0 0 15,-6 3 0-15,7-3 0 0,-7 0 0 0,7 0 0 0,-7 0 0 16,6 0 0-16,-6 0 0 0,6 0 0 0,1 0 0 16,-7 0 0-16,7 0 0 0,-7 0 0 0,6 0 0 15,-6 0 0-15,6 0 0 0,-6 0 0 0,7 0 0 16,-7 0 0-16,7 4 0 0,-7-4 0 0,6 0 0 15,1 0 0-15,-7 0 0 0,6 0 0 0,0 0 0 16,1 0 0-16,0 0 0 0,-1 4 0 0,0-4 0 16,8 0 0-16,-8 0 0 0,7 0 0 0,-6 0 0 0,-1 0 0 15,1 0 0-15,-1 0 0 0,8 0 0 0,-8 0 0 16,0 0 0-16,1 0 0 0,-1 0 0 0,1 0 0 16,-1 3 0-16,1-3 0 0,-1 0 0 0,1 0 0 15,0 0 0-15,-7 0 0 0,12 0 0 0,-5 0 0 16,0 0 0-16,-1 4 0 0,-6-4 0 0,13 0 0 15,-13 0 0-15,6 0 0 0,1 0 0 0,-7 0 0 0,7 4 0 16,-1-4 0-16,7 0 0 0,0 0 0 0,-7 0 0 16,8 3 0-16,-14-3 0 0,13 4 0 15,-7-4 0-15,0 4 0 0,8 0 0 0,5-4 0 0,-6 3 0 16,0 1 0-16,1 0 0 0,-2-4 0 0,2 3 0 16,-2 1 0-16,-5-4 0 0,6 4 0 0,0-1 0 15,-7-3 0-15,8 4 0 0,-2 0 0 0,-5-4 0 16,6 0 0-16,0 3 0 0,-7 1 0 0,2 0 0 15,4-1 0-15,-6 1 0 0,1-1 0 0,6 1 0 16,0 3 0-16,-7 1 0 0,8-5 0 0,-2 1 0 0,-4 0 0 16,4-1 0-16,1 1 0 0,-6 0 0 0,6 3 0 15,-1-3 0-15,-4-1 0 0,4 5 0 0,1-5 0 16,-6 1 0-16,6-1 0 0,-7 2 0 0,14-2 0 16,-14 5 0-16,8-1 0 0,-8 0 0 0,7-3 0 15,-7-1 0-15,1 5 0 0,6-5 0 0,-7 5 0 16,8-5 0-16,-8 5 0 0,7-1 0 0,1 0 0 15,-8-3 0-15,0 3 0 0,0 1 0 0,8-1 0 0,-8 0 0 16,1 0 0-16,6 1 0 0,-6 3 0 0,-1-4 0 16,0-3 0-16,1 3 0 0,6 1 0 0,0-1 0 15,-6 0 0-15,6 4 0 0,-1-3 0 0,2 3 0 16,-2 0 0-16,2-1 0 0,-1 5 0 0,0 0 0 16,6-1 0-16,-5 1 0 0,-2 4 0 0,1-5 0 15,0 1 0-15,0-4 0 0,7 3 0 0,-14 1 0 16,8-4 0-16,-2 4 0 0,1-1 0 15,-6-3 0-15,6 4 0 0,0-4 0 0,0 4 0 16,-7-1 0-16,14-3 0 0,-13 8 0 0,5-5 0 16,8-3 0-16,-7 4 0 0,0-1 0 0,0 1 0 15,1 0 0-15,5 0 0 0,-6-1 0 0,0 4 0 16,0-3 0-16,0 3 0 0,7-3 0 0,-8 0 0 16,2 0 0-16,-1-1 0 0,-7 1 0 0,8-1 0 15,-8 1 0-15,0-4 0 0,7 4 0 0,-6-1 0 16,-1 1 0-16,1-4 0 0,-1 3 0 0,0 1 0 15,2 0 0-15,-2-4 0 0,0 4 0 0,0-1 0 16,8 1 0-16,-8-4 0 0,1 3 0 0,-1 1 0 16,1 0 0-16,0 0 0 0,-1-1 0 0,0-3 0 15,0 4 0-15,2-1 0 0,4 1 0 0,-5 0 0 16,-1-1 0-16,1 1 0 0,0-4 0 0,-1 3 0 16,0 2 0-16,1-6 0 0,-7 5 0 0,7-4 0 15,-7 0 0-15,6 0 0 0,-6 0 0 0,6 0 0 16,1-4 0-16,0 4 0 0,-1-4 0 15,1 4 0-15,-7 0 0 0,6-3 0 0,-6 3 0 0,6 4 0 16,-6-4 0-16,7 0 0 0,-7 0 0 0,7-1 0 16,-1 5 0-16,-6-4 0 0,6 0 0 0,-6 0 0 15,0 0 0-15,0-3 0 0,0 3 0 0,8 0 0 16,-8 0 0-16,6-4 0 0,-6 4 0 16,6 0 0-16,-6 0 0 0,7 0 0 0,-1 0 0 15,1 0 0-15,0 0 0 0,-1-1 0 0,6-2 0 16,-4 3 0-16,4 0 0 0,-5 0 0 0,6-4 0 15,0 4 0-15,-7 0 0 0,8 0 0 0,-2-3 0 16,-5-1 0-16,6 4 0 0,0-4 0 0,-7 0 0 16,8 4 0-16,-2 0 0 0,8 0 0 0,-7-3 0 15,7-1 0-15,-8 4 0 0,8 0 0 0,0-3 0 16,-1 3 0-16,1 0 0 0,0-1 0 0,-1 1 0 16,7 0 0-16,-6 4 0 0,-1 0 0 0,1-4 0 15,6 4 0-15,-7-4 0 0,1 0 0 0,-8 3 0 16,2-3 0-16,-1 0 0 0,6 0 0 0,-6 0 0 15,1 0 0-15,-2 0 0 0,2 0 0 0,-8-4 0 16,7 5 0-16,0-2 0 0,0 1 0 0,1-3 0 16,4 3 0-16,-4 3 0 0,-1-3 0 0,7 0 0 15,-2 0 0-15,2 0 0 0,0 0 0 0,-1 0 0 16,7 4 0-16,1-4 0 0,-8 0 0 16,7 4 0-16,0-4 0 0,0 0 0 0,0 3 0 15,1-3 0-15,-1 0 0 0,-1 0 0 0,-5 0 0 16,12 0 0-16,-5 3 0 0,-1-3 0 0,-7 1 0 15,7-5 0-15,0 4 0 0,0 0 0 0,-6 0 0 16,5-4 0-16,2 4 0 0,-1 0 0 0,-6 0 0 16,12-3 0-16,-6 2 0 0,7 1 0 0,-7 0 0 15,-1-3 0-15,9 3 0 0,-9 0 0 0,1-4 0 16,7 4 0-16,-7 0 0 0,-6 0 0 0,6-3 0 16,-7 2 0-16,7 1 0 0,-6-3 0 0,-1 3 0 15,1-4 0-15,0 0 0 0,-1 4 0 0,1-3 0 16,6 2 0-16,-7-2 0 0,1 0 0 0,0 3 0 15,5-4 0-15,1 0 0 0,-6 0 0 16,6 4 0-16,-7-3 0 0,1-1 0 0,0 0 0 16,-1-3 0-16,-6 3 0 0,6 1 0 0,-5-1 0 15,-2 0 0-15,8 0 0 0,-7 1 0 0,7 0 0 16,0-5 0-16,-8 5 0 0,14 2 0 16,-7-2 0-16,1-1 0 0,7 0 0 0,-1 1 0 15,0-1 0-15,6 4 0 0,-5-4 0 0,-2 1 0 16,1 2 0-16,0-2 0 0,-6-1 0 0,-1 0 0 15,1-3 0-15,-7 3 0 0,0 1 0 0,0-5 0 16,0 1 0-16,-6 4 0 0,5-5 0 16,8 1 0-16,-7 0 0 0,0-1 0 0,6 5 0 15,1-5 0-15,6 5 0 0,-6-5 0 0,13 5 0 16,-8-1 0-16,9 0 0 0,-9 0 0 0,1 1 0 16,6-1 0-16,-5 0 0 0,-1-3 0 0,0 3 0 15,0-3 0-15,-7 0 0 0,1-1 0 0,0 1 0 16,-1 0 0-16,1-1 0 0,-1-3 0 15,-6 4 0-15,0-4 0 0,0 4 0 0,0-4 0 16,-7 3 0-16,8-3 0 0,-8 0 0 0,1 4 0 16,-1-4 0-16,-6 0 0 0,7 0 0 0,-7 0 0 15,0 0 0-15,6 0 0 0,-6 0 0 16,0 0 0-16,0 0 0 0,0 0 0 0,-6 0 0 16,6 0 0-16,0 0 0 0,-7 0 0 0,7 0 0 15,-6 0 0-15,-1 0 0 0,1 0 0 0,-14 0 0 16,0-4 0-16,-5 1-37 0,-8-5-912 15,1 1-280-15,-2-4-127 0,9 0-11 0,-7 0 95 16,6-4 237-16,-1 5 383 0</inkml:trace>
  <inkml:trace contextRef="#ctx0" brushRef="#br0" timeOffset="39783.5">6297 5374 186 0,'0'0'316'0,"-6"0"59"16,6 0 33-16,0 0 22 0,-7 0 32 0,1 0 34 16,0 0 7-16,6 0-14 0,-8 0-31 0,16 0-56 15,-8 0-79-15,6 0-77 0,-6-4-50 0,0 4-28 16,0 0-10-16,0-3 6 0,0 3 9 0,-6 0 7 15,6 0-3-15,0 0-7 0,0 0-10 0,-8 0-15 16,8 0-11-16,-6 0-13 0,6 0-6 0,-6 0-10 16,-1 0-6-16,7 0-8 0,0 0-8 0,0 0-4 15,0 0-7-15,0 3-3 0,7-3-6 0,-1 0-2 16,0 4-3-16,2-4-6 0,-2 0-6 16,7 4-6-16,0-4-4 0,0 0-5 0,0 3-4 15,0 1-4-15,0-4-22 0,7 4-1 0,-1-1 0 16,8-3 0-16,-8 0 0 0,7 4 0 0,0-4 0 0,-7 4 0 15,14-4 0-15,-7 3 0 0,6 1 0 0,-6 0 0 16,7-4 0-16,-7 3 0 0,6-3 0 0,-5 0 0 16,5 4 0-16,1-4 0 0,6 0 0 15,0 0 0-15,0 0 0 0,-6 0 0 0,-1 0 0 16,1-4 0-16,-1 4 0 0,7 0 0 0,-6 0 0 16,0 0 0-16,-1 0 0 0,1-3 0 0,0 3 0 15,-1 0 0-15,-6-4 0 0,7 4 0 0,-1 0 0 16,-6-4 0-16,0 4 0 0,7-3 0 0,-8 3 0 15,8-8 0-15,-7 5 0 0,7 3 0 0,-1-4 0 16,1 0 0-16,0 1 0 0,-8-5 0 0,8 5 0 16,-1-1 0-16,2-3 0 0,-2 3 0 0,1-3 0 15,-7 3 0-15,7 1 0 0,-8-5 0 16,1 5 0-16,0-5 0 0,-6 5 0 0,-1-2 0 0,7 2 0 16,-6-1 0-16,-1 1 0 0,7-5 0 0,-6 5 0 15,0-5 0-15,-1 1 0 0,7 0 0 0,-6-1 0 16,-1-3 0-16,7 4 0 0,0-4 0 0,1 0 0 15,-1 0 0-15,0 4 0 0,6-4 0 0,-6 0 0 16,0 0 0-16,6 0 0 0,-5 0 0 0,5 0 0 16,-6 0 0-16,7 3 0 0,-7-2 0 15,6-1 0-15,-12 0 0 0,-1 0 0 0,1 0 0 16,-7 0 0-16,0-4 0 0,6 4 0 0,1 0 0 16,-6-4 0-16,5 4 0 0,1-3 0 0,-1-1 0 15,-6 0 0-15,13 1 0 0,-7-1 0 0,1 1 0 16,6-5 0-16,-7 4 0 0,7-3 0 0,-6 3 0 15,0-3 0-15,-7 4 0 0,7-5 0 0,-1 1 0 16,1 3 0-16,-8-3 0 0,8-1 0 0,0 1 0 16,-7 0 0-16,7-4 0 0,-2 4 0 0,2-1 0 15,-7-2 0-15,7 2 0 0,-8-3 0 0,2 7 0 16,5-3 0-16,-5 0 0 0,4 0 0 0,-4-4 0 16,6 3 0-16,-1-7 0 0,-6 4 0 0,6-3 0 15,-5 3 0-15,-1-4 0 0,0 5 0 0,0-2 0 16,7 1 0-16,-8 0 0 0,8 0 0 0,-1 1 0 15,-5-1 0-15,5-1 0 0,7 1 0 0,-6 0 0 16,-1 1 0-16,1-1 0 0,6-4 0 0,-6 4 0 16,-1 0 0-16,0 0 0 0,8-4 0 15,-8 4 0-15,0 0 0 0,8 4 0 0,-8-4 0 16,0 0 0-16,1 4 0 0,-1-4 0 0,1 3 0 0,6-2 0 16,-7 2 0-16,1 1 0 0,0-1 0 15,6 1 0-15,-1 0 0 0,2 0 0 0,-1 3 0 0,0-3 0 16,-6-1 0-16,5-3 0 0,1 4 0 15,-6 0 0-15,0-1 0 0,-1-3 0 0,1 0 0 16,-7 4 0-16,7-4 0 0,-8 0 0 0,2 0 0 16,5 4 0-16,-6-4 0 0,0 4 0 15,0-1 0-15,-6 1 0 0,5 3 0 0,2 0 0 16,-8 1 0-16,1-1 0 0,-1 1 0 0,1 3 0 16,-1-4 0-16,7 0 0 0,1 1 0 0,-2-5 0 15,8 4 0-15,-7 1 0 0,-1-1 0 16,2 1 0-16,-8-1 0 0,8 0 0 0,-1 5 0 15,-7-5 0-15,7 3 0 0,0 2 0 0,-7-1 0 16,1 0 0-16,0 0 0 0,-1 0 0 0,13-4 0 16,1 0 0-16,-6 5 0 0,-2-5 0 15,1 4 0-15,0 0 0 0,6 0 0 0,8 0 0 16,-8 0 0-16,1 0 0 0,-7 3 0 0,7 1 0 16,-8 0 0-16,8 0 0 0,-1 3 0 0,-5-3 0 15,-2 3 0-15,2-3 0 0,5 3 0 0,-5 0 0 16,-2 1 0-16,1-1 0 0,0 0 0 0,0 1 0 15,7-1 0-15,-7-3 0 0,0 3 0 16,6 0 0-16,-5-3 0 0,6 4 0 0,-8-1 0 16,8-3 0-16,-7 2 0 0,-1-2 0 0,8 3 0 15,-7 1 0-15,0-1 0 0,7 4 0 0,-7-4 0 16,13 1 0-16,-7 3 0 0,7-4 0 0,0 1 0 16,-6 3 0-16,-1-4 0 0,7 4 0 15,-6 0 0-15,-1-4 0 0,1 4 0 0,6 0 0 16,-6-3 0-16,-1 3 0 0,1-4 0 0,6 0 0 15,-7 4 0-15,1-3 0 0,-7-1 0 16,7 4 0-16,-1-4 0 0,0 1 0 0,-5 3 0 16,12-4 0-16,-1 0 0 0,-5 1 0 0,13-1 0 15,-7 0 0-15,0 1 0 0,7 3 0 0,-1-4 0 16,1 0 0-16,-1 4 0 0,1-3 0 0,-7 3 0 16,6-4 0-16,-5 4 0 0,-1-3 0 15,0 3 0-15,-1-4 0 0,-5 4 0 0,6-4 0 16,1 1 0-16,-9 3 0 0,-4-4 0 0,12 0 0 15,-7 4 0-15,1-3 0 0,6 3 0 0,-7 0 0 16,1-4 0-16,0 4 0 0,5-4 0 16,1 4 0-16,7 0 0 0,-7 0 0 0,7 0 0 15,6 0 0-15,-6 4 0 0,6-4 0 0,0 0 0 16,-1 0 0-16,2 0 0 0,-1 4 0 0,-7-4 0 16,7 0 0-16,-6 3 0 0,-1-3 0 15,-5 0 0-15,-1 0 0 0,0 0 0 0,-6 0 0 16,5 0 0-16,-11 0 0 0,-2 0 0 0,8 0 0 15,-14 0 0-15,8 0 0 0,-8 0 0 0,1 0 0 16,-1-3 0-16,0 3 0 0,-6 3 0 0,8-3 0 16,-8 0 0-16,0 0 0 0,0 0 0 15,0 0 0-15,0 0 0 0,0 0 0 0,0 0 0 16,0 0 0-16,0 0 0 0,0 0 0 0,-8 0 0 16,8 0 0-16,0 4 0 0,0-4 0 0,0 0 0 15,-6 4 0-15,0-4 0 0,-1 3 0 0,-6 1 0 16,-6 0 0-16,-7 3 0 0,-7-7-1310 15,-6 0-250-15,-7-4 11 0,1 1 112 0,-1-1 250 16,-13 0 430-16</inkml:trace>
  <inkml:trace contextRef="#ctx0" brushRef="#br0" timeOffset="48233.96">2214 2026 122 0,'0'-4'313'16,"0"1"63"-16,-6-2 40 0,-2-2 27 16,-4 3 32-16,-1-3 24 0,-7 0-13 0,8 0-34 15,-2-1-52-15,8 1-66 0,-1 0-80 16,7 3-68-16,13 0-30 0,-7 4-8 15,8 0 6-15,-1-3 14 0,-7 3 10 0,1-4 5 16,-7 0 0-16,0 1-3 0,0-1-6 16,-7 0-8-16,7 1-7 0,-6-1-5 0,6 0-6 15,0 1-4-15,0-1-4 0,0 4-7 16,0-3-4-16,0-1-3 0,0 4-5 0,-7-4-4 16,7 1-4-16,-6 3-6 0,6-4-6 15,-6 4-48-15,6 0-53 0,-8-4 0 0,8 4 0 16,-6 0 0-16,6 0 0 0,0 0 0 15,-6 0 0-15,-1-3 0 0,7 3 0 0,0-4 0 16,0 4 0-16,0 0 0 0,0 0 0 16,0 0 0-16,0 0 0 0,0 0 0 0,0 0 0 15,0 0 0-15,0 0 0 0,0 0 0 16,0 4 0-16,0-4 0 0,0 0 0 0,0 0 0 16,0 0 0-16,0 3 0 0,0 1 0 15,0 3 0-15,0 1 0 0,0 2 0 16,0 1 0-16,0 0 0 0,-7 8 0 0,7-1 0 15,-6 0 0-15,6 0 0 0,-6 1 0 16,6 3 0-16,-7 0 0 0,7 0 0 0,0 0 0 16,0-4 0-16,-6-3 0 0,6 0 0 0,0-4 0 15,-7 3 0-15,0-6 0 0,1-1 0 16,0 0 0-16,12-3 0 0,-6-1 0 16,0-3 0-16,0 0 0 0,0 0 0 0,0 0 0 15,0-3 0-15,6 3 0 0,-6-7 0 16,7 3 0-16,6-3 0 0,-13-4 0 0,7 3 0 15,-1 1-285-15,0-4-144 0,8 0 20 0,-2 0 26 16,8 0 40-16,-7-4 42 0,-13-3 43 16,0 0 43-16,-13-4 35 0,7 3 32 15,6 5 33-15,-6-5 30 0,6 1 27 0,-8 3 27 16,2 1 24-16,0-1 24 0,6 4 23 16,6 0 25-16,0 4 26 0,8 0 19 0,-1-1 21 15,-7 5 19-15,1-5 7 0,-7 1 5 16,0 0 5-16,0-1 4 0,0 1 5 15,0-1-6-15,0 1-1 0,0 3-3 0,0 1-11 16,0-1-18-16,0 0-21 0,0 1-17 16,6 3-19-16,-6 0-15 0,7-4-13 0,5 4-10 15,-4 4-7-15,4-4-7 0,2 3-5 0,-2 1-13 16,1 0 2-16,7-1 1 0,-7 5-1 16,0-1 1-16,6-3 3 0,-12 6 11 15,6-2 0-15,-7 0 0 0,-6-1 0 0,0 4-5 16,-6-4-1-16,-7 4-5 0,0-4-3 15,-6 1-15-15,5-1 4 0,-12 0 3 0,7 1-2 16,-1-1-1-16,0-7-5 0,-5 4 0 16,5-4-25-16,0 0-27 0,8-4-56 15,-2 4-77-15,14-4-109 0,7 1-154 0,6-1-209 16,13 0-240-16,7-3-153 0,6 3-39 16,7-3 51-16,-8 3 131 0,9 1 209 0,-2-1 258 15</inkml:trace>
  <inkml:trace contextRef="#ctx0" brushRef="#br0" timeOffset="48655.95">2663 1934 390 0,'-19'-4'641'0,"-1"4"151"0,7 0 88 15,7 0-33-15,-1 0-93 0,7 4-139 16,-7-8-181-16,1 4-117 0,0 0-78 0,0 0-39 15,6 0-28-15,-8-3-17 0,8 3-10 16,-6 0-23-16,6 0-22 0,-6 0-22 16,-1 0-18-16,7 3-9 0,-7-3-7 0,7 4-4 15,-6 0-3-15,-1-1 4 0,1 1 0 16,-7 0-6-16,6 3-1 0,1 0-1 0,0 1-5 16,-1-1-8-16,0 0-5 0,1 0-1 15,6 1 0-15,0-1 0 0,0-3 3 16,0 4 3-16,6-5 4 0,1 1 4 0,-7-1 3 15,7-3 9-15,5 0 0 0,-5 0-1 0,12 0-1 16,-6-3-3-16,1 3-1 0,6-4-8 16,-8 1 0-16,1-5-4 0,0 4 0 0,6 0-5 15,-11-3-2-15,-2 3-3 0,0-3-8 16,-6 4-6-16,0-1-23 0,0 0-32 16,0 1-59-16,-6 3-85 0,0 0-116 0,-2 0-168 15,16-4-196-15,-8 0-217 0,12 4-148 16,1 0-24-16,0 0 59 0,-6 0 144 0,13 4 199 15,-8-4 240-15</inkml:trace>
  <inkml:trace contextRef="#ctx0" brushRef="#br0" timeOffset="48988.95">2918 1967 61 0,'0'0'477'16,"-7"-7"190"-16,0 3 140 0,7 0 54 0,7 1-44 15,0 3-100-15,-7 0-133 0,0-4-154 16,0 4-104-16,-7 0-66 0,0-4-42 15,1 4-35-15,-1 0-27 0,1 0-35 0,-1 0-30 16,0 0-33-16,1 0-22 0,0 4-17 16,-1-4-6-16,-6 4 0 0,7-1-3 0,-7 5 2 15,-1-5 1-15,8 5 1 0,0-1 2 16,-2-3 1-16,2 3 5 0,0 0 4 0,6-3 6 16,-6-1 9-16,-1 1 7 0,7 0 10 15,-7-4 6-15,14 3 5 0,0-3 3 0,-1 0-1 16,0-3-5-16,0 3-8 0,2-4-6 15,4 4-11-15,-5-4-10 0,0 1-9 0,-1-5-5 16,1 5-6-16,-1-1-5 0,0 1-6 16,1-1-14-16,-7-3-27 0,0 3-51 15,7 0-80-15,-1 1-107 0,-6-5-132 0,13 5-177 16,0-1-187-16,0-3-195 0,7 3-69 16,0-3 28-16,-8 3 93 0,1 0 168 0,1 1 201 15</inkml:trace>
  <inkml:trace contextRef="#ctx0" brushRef="#br0" timeOffset="49369.95">3145 1912 152 0,'0'-3'434'0,"0"-1"154"0,-6-3 131 0,-1 3 38 16,7 4-17-16,7-4-50 0,-1 4-83 16,0 0-119-16,-6 0-113 0,0 0-75 15,0 0-52-15,0-3-38 0,0 3-22 0,0 0-21 16,8 0-21-16,-2 0-26 0,0 3-18 15,7 1-16-15,0 0-11 0,0 3-1 0,1 0-2 16,5 0-4-16,-12 1-4 0,5 3-4 16,-5-4-3-16,-1 4-4 0,1 0-3 0,0-4-2 15,-7 4-3-15,0-4-5 0,0 1-4 16,-7-1-5-16,0-3-1 0,7-1 0 0,-6 2 0 16,6-2 7-16,-7 1 11 0,7-4 15 15,-6 0 0-15,6 0-63 0,-6 0 0 16,6-4 0-16,0 1 0 0,0-5 0 0,6 4 0 15,-6-3 0-15,6-1 0 0,1 1 0 16,6 0 0-16,-6-4 0 0,-1 4 0 0,0-1 0 16,8 1 0-16,-2 0 0 0,1-1 0 0,1 5 0 15,6-1 0-15,-8 0 0 0,14 4-388 16,7 0-688-16,-1 0-222 0,7 0-79 16,0-3 33-16,1-1 150 0,-8 1 301 0,1-1 387 15</inkml:trace>
  <inkml:trace contextRef="#ctx0" brushRef="#br0" timeOffset="55624.7">6643 1747 367 0,'-7'-3'525'0,"0"-5"158"0,7 1 67 16,-6-1-8-16,6 5-49 0,0 3-82 0,0 0-111 16,0 0-120-16,0 0-68 0,0 0-42 0,0 0-23 15,0-4-7-15,0 0-2 0,0 4-4 0,0-3-12 16,0-1-15-16,0 4-16 0,0-4-16 0,0 1-14 15,0-1 2-15,0 0-11 0,0 1-24 0,0-1-128 16,0 1 0-16,0 3 0 0,0 0 0 0,0-4 0 0,0 4 0 16,0 0 0-16,0 0 0 0,-6-4 0 15,6 4 0-15,-7 0 0 0,0-3 0 0,1 3 0 16,-7 0 0-16,7 0 0 0,-8 0 0 0,-5 0 0 0,-1 0 0 16,-6 0 0-16,0 0 0 0,0 3 0 0,1-3 0 15,-2 4 0-15,8 0 0 0,-8-1 0 0,1 1 0 16,7-1 0-16,6 5 0 0,0-1 0 0,-1 0 0 15,8 1 0-15,-13-1 0 0,6 1 0 0,-6-1 0 16,11 4 0-16,2-4 0 0,0 1 0 0,6-1 0 16,6 0 0-16,-6 1 0 0,6-1 0 0,8-4 0 0,-1 5 0 15,6-5 0-15,0 1 0 0,8 3 0 0,-7-3 0 16,6-4 0-16,0 4 0 0,6-4 0 0,-5 3 0 16,5-3 0-16,-13 0 0 0,7 0 0 0,0 0 0 15,-6 0 0-15,-1 0 0 0,1-3 0 0,-1-1 0 16,-5 4 0-16,-8-4 0 0,7 1 0 0,0-1 0 15,-7 4 0-15,1-4 0 0,0 4 0 0,-1-3 0 16,1-1 0-16,-1 0 0 0,-6 4 0 0,0 0 0 0,0-3 0 16,0 3 0-16,0 0 0 0,-6 0 0 15,6 0 0-15,-7 0 0 0,1 0 0 0,6 0 0 0,-7 3 0 16,7 1 0-16,-7 0 0 0,1-1 0 0,0 1 0 16,-8 3 0-16,14 1 0 0,-6-1 0 0,6 0 0 15,-6 4 0-15,6 4 0 0,-7-4 0 0,7 4 0 16,0 3 0-16,0-3 0 0,0 3 0 0,0 0 0 15,0 1 0-15,0-5 0 0,0 4 0 0,0 1 0 16,0-1 0-16,0-3 0 0,0 3 0 0,-7-3 0 16,7-1 0-16,-6 1 0 0,-1 0 0 0,1-4 0 0,0-4 0 15,-1 1 0-15,0-1 0 0,1 0 0 0,0-3 0 16,-8 0 0-16,8-1 0 0,-14-3 0 0,7 0 0 16,1 0 0-16,-8-3 0 0,7-1 0 0,-13 0 0 15,6-3 0-15,0 0 0 0,8-1 0 0,-15 1 0 16,15-4 0-16,-8 0 0 0,0 0 0 0,1 0 0 15,5 0 0-15,8 0 0 0,-7 0 0 0,7-4 0 0,6 4 0 16,0 0 0-16,6 0 0 0,7 1 0 0,-7-6 0 16,8 5 0-16,5 1 0 0,1-1 0 15,6 3 0-15,7 1 0 0,-7 0 0 0,6-1 0 0,1 1-45 16,-1 3-16-16,1-3-3 0,6 3-2 0,-7 1 0 16,-6-1 4-16,7 1 3 0,-1-1 11 0,1 0 7 15,-7 1 7-15,0 3 9 0,0 0 7 0,-6-4 6 16,-1 4 4-16,1 0 4 0,0-4 1 0,-7 4 3 15,-1 0 0-15,2 0 2 0,-2-3-5 0,2 3 1 16,-1 0 2-16,-7-4 0 0,14 4 0 0,-14 0 0 16,0-4 0-16,2 4 0 0,-2 0 0 0,-6-3 0 0,0 3-1 15,0 0-1-15,0 0-1 0,0 0-1 0,0 0-5 16,0 0-6-16,0 0-4 0,0 0-5 0,0 3-1 16,0-3-3-16,-6 0 4 0,6 4 4 0,-8 0 5 15,2-1 5-15,0 1 2 0,0 3 2 0,-2-3 2 16,2 3 2-16,6 4 2 0,-6-4 0 0,6 1 0 15,0-1 1-15,0 0 0 0,6 1 0 0,-6-1 2 16,6-3 0-16,2 3 1 0,-2-3 2 0,0-1 2 16,0 1 1-16,8-1 2 0,-1-3 0 0,0 4 1 15,0-4-1-15,7-4-2 0,-8 4-1 0,8-3-3 16,-1-1-10-16,1 1 3 0,-7-5 1 0,7 5 1 16,-8-5 0-16,2 5 0 0,6-8 10 0,-14 3-6 0,7 1-4 15,-7 0 0-15,1-1-3 0,0 1-12 0,-1 0 3 16,0 0 4-16,0 3-1 0,-6-3-1 15,0 3 3-15,0 0 10 0,0 1-4 0,0 3-5 0,-6-5-3 16,6 5 0-16,-6 0-3 0,6 0-1 0,0 0-1 16,0 5-1-16,0-2-2 0,0 1-7 0,-6 0-10 15,6-1-13-15,-7 1-23 0,0 0-29 0,7-1-40 16,0 1-39-16,0 0-47 0,0-1-45 0,7-3-62 16,0 0-75-16,-7 0-82 0,6 0-92 0,0 0-110 15,0 0-82-15,14 4-6 0,-7-4 55 0,7 0 99 16,0 0 128-16</inkml:trace>
  <inkml:trace contextRef="#ctx0" brushRef="#br0" timeOffset="55990.7">7769 1927 81 0,'0'0'344'15,"0"-4"99"-15,-6 4 83 0,6-4 67 0,-13 1 25 16,6-1-23-16,0-3-45 0,-5 3-72 0,-2 1-96 15,2 3-120-15,-1 3-95 0,-7 1-60 0,0 0-33 16,1-1-14-16,-1-3-2 0,1 4 0 0,6-1 2 16,-7-3 4-16,7 4-5 0,0 0-3 0,0-1-4 0,1 1 37 15,4 0-18-15,2-1-8 0,-7 1-6 0,13 0 0 16,-6-1 3-16,6 1-39 0,0 0 15 16,0-4 0-16,6 3 1 0,1 1 0 0,-1 0-3 0,0-4-1 15,8 3 8-15,-1 1 6 0,0-4 3 0,6 0 0 16,1 0 0-16,-7 0 0 0,6 0-8 0,1 0-4 15,-7 0-4-15,0-4 2 0,0 1 3 0,0 3-5 16,0-4-3-16,-6 0-3 0,-7 1-6 0,6-1-13 16,-6 0-17-16,0 1-11 0,0-1-16 0,-6 0-22 15,6 1-33-15,-7-1-42 0,1 4-57 0,-1-4-70 16,0 1-109-16,7-1-127 0,0 0-134 0,0 1-154 16,0 3-83-16,0 0 1 0,0 0 82 0,0 0 128 0,7-4 158 15</inkml:trace>
  <inkml:trace contextRef="#ctx0" brushRef="#br0" timeOffset="56521.7">8024 1938 225 0,'6'0'427'0,"0"-4"115"0,1-3 88 16,-7 3 17-16,0-3-21 0,-7 3-49 0,7 1-67 15,0 3-89-15,-6 3-107 0,0-3-88 0,-8 0-72 0,2 0-45 16,-8 0-33-16,7 0-15 0,-7 4-8 0,0-4-4 15,1 0-7-15,-7 0-6 0,6 3-6 0,8-3-8 16,-2 4-4-16,1 0-4 0,1-1 3 0,5 1 9 16,0 0-1-16,-5-1 2 0,4 1-2 0,8 0 5 15,-6-1-3-15,6 5-7 0,6-8-3 0,2 7 4 16,4-3 5-16,2-4-1 0,-8 3 4 0,7-3 6 16,0 4 2-16,0-4-1 0,0 0-2 0,0 0-2 15,0 0-1-15,7 0 0 0,0 0 4 0,-8-4 1 0,8 1 0 16,-7-1 0-16,-1-3-3 0,2-1-5 15,-2 1-4-15,8 0-2 0,-13-4-3 0,6 3-2 16,0-6 5-16,-7 3 0 0,0 0 6 0,2-1-1 0,-8 2 2 16,6-1 0-16,7 0-2 0,-7 0-4 0,1-4-21 15,0 8 6-15,-7-4-1 0,6 4 2 0,0-1-3 16,-6 1-1-16,0 3 11 0,0-3-7 0,0 7-4 16,0-4-6-16,0 1-2 0,0 3 0 0,-6 0-3 15,0 0 2-15,6 3 1 0,-7 1 3 0,7 3 7 16,-7 1 3-16,7-1 4 0,0 4 5 0,0 3 5 15,0-3 0-15,7 4 2 0,-7 0 2 0,7-1 2 16,-7 1 1-16,12 0-1 0,-5 3-1 0,0-3-1 0,-1-4-2 16,-6 3-3-16,0-3 0 0,0 0-3 15,0-3-1-15,0-1-4 0,0 0-1 0,0-3-2 16,0-1-3-16,0 1-2 0,0-4 1 0,0 4-4 0,0-4-8 16,0 0-25-16,0 0-57 0,-6 3-98 0,6-6-148 15,0 3-222-15,0-8-273 0,6 1-199 0,0 3-62 16,8-3 37-16,5 0 112 0,-6 0 207 0,14-1 269 15</inkml:trace>
  <inkml:trace contextRef="#ctx0" brushRef="#br0" timeOffset="57719.7">11344 2172 21 0,'-12'-3'436'0,"6"3"187"0,-1-8 143 16,0 8 61-16,1-4-20 0,-1 4-73 0,7 0-109 16,0 0-153-16,0 0-111 0,0-3-74 15,0 3-45-15,7 0-21 0,-7-4-8 0,-7 4-8 16,7 0-11-16,0-4-16 0,0 4-20 0,7 0-19 16,-7 0-16-16,0 0-10 0,0 0-3 0,0 0-4 15,0 0-2-15,6-3-9 0,-6 3-64 0,0 0-31 0,0 0 0 16,0 0 0-16,0 3 0 0,0-3 0 15,7 4 0-15,-7 0 0 0,7 3 0 0,-1 1 0 16,0-1 0-16,0 0 0 0,-6 4 0 0,8 0 0 16,-8 0 0-16,0 4 0 0,-8-1 0 0,8 5 0 15,0-5 0-15,-6 4 0 0,0-2 0 0,6 2 0 16,-6-4 0-16,6 1 0 0,-7-4 0 0,7 4 0 16,0-4 0-16,0-4 0 0,7 4 0 0,-7-4 0 15,0-3 0-15,6 3 0 0,-6-3 0 0,6-1 0 16,0 1 0-16,2-4 0 0,4 4 0 0,1-4 0 15,1 0 0-15,-2 0 0 0,8-4 0 0,-7-3 0 16,7 3-199-16,-8 0-182 0,-5 1-61 0,6-1-60 16,-7-3-67-16,1-1-58 0,0-2-48 15,-1-1-34-15,1 0-33 0,-7 0-29 0,0 0 41 16,0 3 83-16,-7 1 102 0,1 0 116 0</inkml:trace>
  <inkml:trace contextRef="#ctx0" brushRef="#br0" timeOffset="57919.7">11391 2304 122 0,'-7'0'271'16,"-6"-3"56"-16,0 3 50 0,-1 0 59 0,-4-5 78 15,4 5 47-15,1-3 7 0,0-1-20 0,0 4-42 16,7 0-71-16,6 4-105 0,-6-4-78 0,-2 0-38 16,8 0-15-16,0 0-5 0,0 0 10 15,0 0 9-15,0 0 0 0,8 0-21 0,-2-4-28 0,6 4-36 16,2-3-35-16,5-1-31 0,1 4-26 0,6 0-14 16,0-4-10-16,-1 4-5 0,2 0-6 15,-1 0-9-15,-13 0-24 0,6 0-38 0,-12 0-57 16,0 0-82-16,-1 0-100 0,-6 0-131 0,-6-7-137 15,-1 3-128-15,-12 1-125 0,5-5-61 0,-11 1 26 16,-1 0 100-16,0-1 135 0,-7 1 153 0</inkml:trace>
  <inkml:trace contextRef="#ctx0" brushRef="#br0" timeOffset="58072.68">11097 2165 88 0,'-6'-4'367'16,"6"0"121"-16,-7-3 130 0,7 3 66 0,7-3-11 15,-1 3-52-15,1 4-80 0,12-3-97 0,-5 3-124 16,11 0-116-16,1 0-74 0,-6 0-46 0,6 0-27 15,1 0-19-15,-2 0-10 0,-5 0-4 0,0 0-12 16,-2 0-22-16,2 0-46 0,-7 0-93 0,1 3-140 16,-2-3-188-16,8 0-208 0,-7 0-123 0,0 0-35 15,0 4 53-15,0-4 120 0,-6 0 178 0</inkml:trace>
  <inkml:trace contextRef="#ctx0" brushRef="#br0" timeOffset="58352.7">11644 2161 285 0,'7'-4'530'0,"-7"4"163"15,7-3 92-15,-7-1-6 0,0 4-69 0,0 0-106 16,0 4-140-16,0-4-149 0,0 0-105 0,6 3-80 16,-6 1-40-16,7 0-15 0,-1 0 1 15,7 3 9-15,-6 0 13 0,5 4 14 0,-5 0 5 16,13 0-3-16,-8 4-9 0,8-1-12 0,0-3-14 15,-1 4-15-15,-6 0-19 0,6-5-13 0,1 6-11 16,-6-5-7-16,5-1-7 0,-6 1-9 0,-6-3-13 16,5-1-25-16,-5 0-43 0,0-3-59 0,-1 0-81 15,7-4-112-15,-7-4-119 0,1 0-108 0,0 1-90 16,-1-1-77-16,8-3-55 0,-8-4 35 0,-6 3 80 16,0-2 106-16,0-1 117 0</inkml:trace>
  <inkml:trace contextRef="#ctx0" brushRef="#br0" timeOffset="58573.68">11977 2227 7 0,'0'-11'258'0,"6"0"70"15,-6 0 69-15,0-3 73 0,0 3 85 0,0-1 47 16,0 5 10-16,0 0-24 0,0 3-57 0,0 4-91 16,-6 0-124-16,6 0-90 0,-7 0-47 15,0 4-15-15,-6-1 5 0,-6 5 13 0,0-1 30 16,12 8 2-16,-6-4-6 0,0 4-22 0,0-1-22 16,0 1-24-16,-1 3-34 0,-5-3-13 0,6 3-15 15,-12 1-14-15,-2-5-15 0,8 1-12 0,-8 3-9 16,15-3-11-16,-8-4-9 0,1 0-7 0,5 0-11 15,2-4-23-15,-2 0-37 0,8 0-59 0,-1 1-86 16,1-5-108-16,6-3-151 0,6 0-158 0,13-3-157 16,-5 3-144-16,12-4-47 0,0-3 39 0,0 3 121 15,0-3 156-15,6 0 183 0</inkml:trace>
  <inkml:trace contextRef="#ctx0" brushRef="#br0" timeOffset="59403.68">12263 2198 323 0,'6'-4'457'0,"2"-3"119"16,-8 3 83-16,0 1 0 0,0-1-36 15,0-3-67-15,0 7-88 0,0 0-109 0,0 0-122 16,0 7-81-16,0-7-43 0,-8 4-32 0,8-1-11 16,0 1-7-16,-6 0 0 0,0 3-26 0,-1-3-2 15,-6 3 7-15,0-3-5 0,1 3 0 0,4 0-24 16,-4 0 33-16,-2 1-9 0,8 3 32 0,-1 0 21 15,7 3-29-15,-6-3 1 0,6 1-21 0,6-1-6 16,-6-4-35-16,7 4-30 0,6 0 29 0,0-4 23 16,7 0 16-16,-1-3 18 0,7 3-7 0,-6-3 5 15,6-4 1-15,7 4-4 0,-7-4-1 0,6 0-13 16,1 0 10-16,-7-4 5 0,-1 0 5 0,1 1 4 16,-6-5 3-16,-1 1 2 0,-5 0 1 15,-2-1-6-15,2 1-2 0,-8 0-7 0,7 0-7 16,-13-1-7-16,7 0-9 0,0 1-5 0,-7 4-4 15,0-5-6-15,-7 5-5 0,0-1-2 0,7 0-4 16,-6 1-3-16,-1 3 0 0,1 0 0 0,-8 0-1 16,2 0-4-16,5 0 1 0,-6 3 1 0,7-3 0 15,-7 4 2-15,-1 3 0 0,8-3 2 0,0 3-1 16,-14-3 1-16,14 4-1 0,-1-2 3 0,1-1 0 16,12 2 1-16,1 0 2 0,5-3 1 0,2 3 0 15,-2-3 1-15,8-1-1 0,-1 1 0 0,7 0-2 16,1-4-2-16,-1 3-1 0,-6-3-1 15,6 0-1-15,-1 0-1 0,-5-3 1 0,0 3-1 16,-1-4 0-16,7 0 1 0,-6 1-2 0,-7-1 2 16,0-3-3-16,6 3-3 0,-5-3-2 0,5 0-3 15,-6-1-4-15,0 0-4 0,-7 1-6 0,8-4-1 16,-2 0-5-16,-5 0-3 0,0 0-6 0,-1 0-1 16,0 4-6-16,1-4-13 0,-7 0-14 0,6 4-15 15,-6 0-14-15,0 3-11 0,0-3-4 0,0 3 8 16,0-3 12-16,7 7 21 0,-7-4 18 0,0 0 18 15,0 4 16-15,0-4 10 0,-7 4 7 0,7 0 6 16,-6-3 9-16,6 3 9 0,0 0 10 0,0-4 10 16,-7 4 14-16,7 0 6 0,0-4 10 15,-6 4 4-15,6-3 1 0,-6 3 3 0,6 0-3 16,0-4 0-16,0 4 0 0,0-4-1 0,0 4 4 16,0-3-2-16,-7 3-2 0,7 0-2 0,0 0-5 15,0 0-3-15,0 0 3 0,0 0-22 0,0 3 8 16,-7 1 9-16,7 0 7 0,-6 3 7 0,6-3 0 15,-6 7 26-15,6 0-1 0,0 0-2 16,-7 7-5-16,0-3-5 0,7 3-9 0,-6-3-12 0,6-1-64 16,-7 5 0-16,7-9 0 0,0 6 0 15,0-5 0-15,0-4 0 0,0 4 0 0,0-4 0 0,0 0 0 16,0-3 0-16,0 0 0 0,-6-1 0 0,6-3 0 16,0 4 0-16,0-4 0 0,0 0 0 15,6 0 0-15,-6-4 0 0,0 4-285 0,7-3-176 16,-7-1-202-16,6-3-200 0,14-1-198 0,-7 1-77 15,6 0 33-15,1 0 115 0,-1-1 191 0,1 0 217 16</inkml:trace>
  <inkml:trace contextRef="#ctx0" brushRef="#br0" timeOffset="59708.7">13129 2194 106 0,'0'-3'494'0,"7"-5"183"0,-7 5 129 0,0-1 41 16,0-3-65-16,0 7-106 0,0 0-142 0,0 0-157 15,0-4-105-15,0 4-68 0,0-4-37 0,-7 4-9 16,7 4-6-16,0-4-7 0,-6 4-5 0,6-4-10 16,0 3-10-16,-7 1-13 0,7 0-4 0,0 3-7 15,0-3 1-15,0 3-1 0,0 0-1 16,0 1-4-16,0 2-3 0,0 1 0 0,-6 0-10 0,6 4-5 16,0-4-9-16,0 7-7 0,0-3-6 15,0 0-6-15,-7-1-7 0,7 1-8 0,0-4-6 16,-6 4-4-16,6-4-8 0,0 0-5 0,0-4-3 15,0 0-4-15,0 0-7 0,0-3-18 0,0 0-26 16,0-1-51-16,0 5-70 0,0-8-96 0,0 3-119 16,6-3-147-16,1 0-144 0,-1-3-125 0,7 3-116 15,1-8-51-15,5 5 31 0,-6 3 114 0,6-4 149 16,1 0 159-16</inkml:trace>
  <inkml:trace contextRef="#ctx0" brushRef="#br0" timeOffset="60343.7">13358 2399 24 0,'6'-3'337'0,"-6"3"97"15,6-4 89-15,-6 0 66 0,6 1 25 0,2-5-16 16,4 8-44-16,-5-3-66 0,6-1-82 0,6 0-112 16,-5 1-91-16,-2-1-51 0,2 0-24 0,-1 1-9 15,6-1 6-15,-12-3 14 0,5 3 7 0,-5-3 2 16,0 3-11-16,-1-3-8 0,-6 0-13 0,0 2-17 16,0 2-15-16,0-5-15 0,0 5-16 0,-6 3-11 15,-1-4-15-15,0 4-9 0,1-3-9 0,0 3-5 16,-1 0-2-16,-6 3 0 0,0-3 1 0,7 4 1 15,-8 4 2-15,8-5 3 0,0 5 0 16,-2-1 1-16,2 0 1 0,0 0 1 0,-7 1-1 0,13 3 2 16,-7-4-4-16,7 0-1 0,0-3 1 15,0 3-4-15,0 1-1 0,7-5-4 0,0 1-2 16,5 0-8-16,2-1-13 0,5-3-16 0,-6 4-22 16,13-4-26-16,-7 0-25 0,1 0-21 0,-1-4-13 15,1 1-5-15,0-1 8 0,-1 0 16 0,1-3 21 16,0 3 23-16,-8-3 15 0,2 0 26 0,-1 3 18 15,-7-3 21-15,7-1 4 0,0 5 5 0,-7-5 11 16,1 1 3-16,0 4 7 0,-1-5 0 0,-6 5 15 16,7-2 13-16,-1 2 10 0,-6 3 2 0,6 0 5 15,-6 3 9-15,7 5 10 0,-7 0 9 16,7-1 8-16,-7 4 6 0,0 0-1 0,0 0-8 0,0 0-11 16,0 3-12-16,-7-3-9 0,7 0-5 15,-7 0-2-15,7-4-10 0,-6 4-1 0,6 1-1 16,-6-5 0-16,-1-3-2 0,7-1-2 0,-6 1 9 15,6-4 5-15,0 0 4 0,0 0 4 0,0 0 4 16,0-4-1-16,6 1-7 0,1-1-13 0,-1 0-13 16,7-3-13-16,-6 3-9 0,5-3-7 0,2-1-4 15,-1 1-3-15,6 0-2 0,-6-4 0 0,1 7-1 16,-2 1-2-16,1-1-1 0,0 0 0 0,0 1-2 16,1-1-1-16,-8 0-2 0,7 4 0 0,0 0 2 15,-7 4-2-15,14 0 0 0,-13-1 0 0,5 5-2 16,-4-1-1-16,-2 0 0 0,0 0-7 15,-6 1-11-15,7 3-20 0,-7-4-38 0,-7 1-56 16,7-1-78-16,-6 4-92 0,0-7-112 0,6 3-145 16,0-3-136-16,6-4-129 0,-6 0-116 0,6-8-13 15,-6 5 62-15,7-1 137 0,-7-3 157 0,6-1 177 16</inkml:trace>
  <inkml:trace contextRef="#ctx0" brushRef="#br0" timeOffset="60559.68">14217 2323 99 0,'13'-8'377'0,"0"0"122"0,-6 2 115 0,-1-2 56 0,0 1 7 16,1 3-32-16,0 0-63 0,-1 4-95 0,-6-3-113 16,0 3-102-16,0 0-60 0,0 0-31 15,7 0-4-15,-7 3 13 0,0 1 11 0,0 3 15 16,0 0 0-16,0 4-10 0,0-3-18 0,0 3-20 16,6 4-24-16,-6-4-26 0,0 3-26 0,0 1-21 15,0 0-19-15,-6-5-17 0,6 5-15 0,-7 0-11 16,1-4-17-16,-1 4-36 0,0-4-62 0,1 3-95 15,0-3-132-15,-1-3-184 0,0-1-199 16,1-3-205-16,0-1-134 0,6-3-6 0,0 0 77 16,-7 0 158-16,0-3 195 0</inkml:trace>
  <inkml:trace contextRef="#ctx0" brushRef="#br0" timeOffset="60721.7">14106 2425 169 0,'0'-4'467'0,"7"0"162"0,-1 1 119 15,-12 3 18-15,6-4-44 0,6 4-83 0,-6 0-115 16,7 0-146-16,-1 0-122 0,7-4-91 0,7 4-74 16,-7 0-63-16,19 0-77 0,1-3-149 15,6 3-223-15,13-7-259 0,14 3-155 0,11 0-65 16,8 1 6-16,19-5 111 0,7 1 202 0</inkml:trace>
  <inkml:trace contextRef="#ctx0" brushRef="#br0" timeOffset="133259.97">1360 8345 88 0,'-12'0'407'16,"-8"4"144"-16,-13-4 128 0,1 0 23 15,-7 4-29-15,19-4-64 0,14 0-84 0,12 0-108 16,8 0-100-16,-2 0-50 0,-12 0-27 16,0 0-7-16,0 0-3 0,0 0-5 15,-6 0-20-15,6 0-16 0,-6 0-22 0,6 0-21 16,-7-4-15-16,7 4-11 0,-7 0-1 15,7 0-8-15,-6 0-6 0,6 0-6 16,-6 0-10-16,6 0-8 0,-8 0-10 16,8 0-10-16,0 0-9 0,0 0-9 0,8 0-15 15,-8 4-3-15,6-4-5 0,-6 0-3 16,-6 3-3-16,6 1 0 0,-8-1 8 0,2 1-4 16,12 3-1-16,-6 1 0 0,8-1 2 15,-8 0 1-15,0 4-12 0,-8 0-8 16,8 4 0-16,0-1 0 0,0 2 0 15,-6 2 0-15,0 0 0 0,-1 4 0 0,1 0 0 16,-1 0 0-16,1 0 0 0,6 4 0 16,-7-1 0-16,1 1 0 0,0-1 0 0,-8 1 0 15,1 4 0-15,7-5 0 0,-1 4 0 16,1-3 0-16,-1 3 0 0,1 0 0 16,-1 1 0-16,0-4 0 0,-5 3 0 0,5 0 0 15,0 0 0-15,1-3 0 0,6-4 0 16,-6 4 0-16,6-4 0 0,-7 0 0 15,1-1 0-15,6 2 0 0,0-5 0 0,0 0 0 16,0 1 0-16,0-1 0 0,6 0 0 16,1-3 0-16,-7-1 0 0,6 5 0 15,-6-4 0-15,6-1 0 0,-6-3 0 0,7 4 0 16,-7-1 0-16,7 5 0 0,-7-5 0 16,12 1 0-16,-12 0 0 0,7 3 0 0,-7-3 0 15,0-1 0-15,0 5 0 0,0-5 0 16,-7 1 0-16,1 3 0 0,0-3 0 15,-1 4 0-15,0-1 0 0,7 0 0 16,-6 0 0-16,6 1 0 0,0 2 0 0,0 1 0 16,0-3 0-16,0 3 0 0,0 0 0 15,0 0 0-15,0 0 0 0,0 0 0 0,0 0 0 16,0-1 0-16,0 2 0 0,-6-1 0 16,6 3 0-16,-7-3 0 0,7 4 0 15,0-1 0-15,0-2 0 0,0 2 0 0,0-3 0 16,7 4 0-16,-7-1 0 0,0-2 0 15,-7 2 0-15,1-3 0 0,6 0 0 16,-7 4 0-16,7-1 0 0,-7-2 0 16,1 2 0-16,0-3 0 0,-8 4 0 0,8-4 0 15,6-1 0-15,-7 1 0 0,1 4 0 16,-1 0 0-16,7-1 0 0,-6 1 0 0,-1 0 0 16,7 3 0-16,0-3 0 0,-6 3 0 15,6-3 0-15,0 3 0 0,0-4 0 16,0 5 0-16,0-4 0 0,6 3 0 0,-6-4 0 15,0 5 0-15,0-4 0 0,0 3 0 16,0 0 0-16,0-3 0 0,7 3 0 16,-1-3 0-16,-6 3 0 0,0 0 0 0,0 0 0 15,0-3 0-15,-13 7 0 0,7-3 0 16,0-1 0-16,6 0 0 0,-8 0 0 16,8 1 0-16,-6-1 0 0,0 0 0 0,6 1 0 15,-7-1 0-15,1 0 0 0,6 1 0 16,0 3 0-16,0-8 0 0,6 5 0 0,-6-1 0 15,0 0 0-15,0 0 0 0,-6 1 0 16,6-4 0-16,-7-1 0 0,7-3 0 16,-6 4 0-16,6-4 0 0,-7-1 0 0,1-2 0 15,-1 3 0-15,7-4 0 0,0 4 0 16,0-3 0-16,7 2 0 0,-1-2 0 16,1-1 0-16,-1 4 0 0,1-3 0 0,6 3 0 15,-13-4 0-15,12 0 0 0,-4 0 0 16,-2 1 0-16,0-1 0 0,7 1 0 15,-6-1 0-15,-1 0 0 0,1 0 0 0,-1 1 0 16,-6-5 0-16,6 1 0 0,-6-1 0 16,-6 1 0-16,6 0 0 0,0 3 0 0,-6-7 0 15,6 4 0-15,0-1 0 0,0 5 0 16,0-5 0-16,0 1 0 0,6 4 0 16,-6-1 0-16,6 0 0 0,2 0 0 15,-8 4 0-15,0-3 0 0,6 3 0 0,-6-4 0 16,6 1 0-16,-6-1 0 0,0 0 0 15,0-3 0-15,-6 3 0 0,6-4 0 0,-6 1 0 16,6 0 0-16,0-4 0 0,0-4 0 16,0-3 0-16,0 0 0 0,6-1 0 15,-6-3 0-15,6 0 0 0,-6-3-56 0,0-1-85 16,0 0-46-16,7 0-61 0,0 1-96 16,-1-5-144-16,7 1-205 0,0-4-245 15,0-4-127-15,0 1-19 0,-6-1 62 16,-14-3 146-16,0 3 222 0,-12 1 281 0</inkml:trace>
  <inkml:trace contextRef="#ctx0" brushRef="#br0" timeOffset="134190.01">6 12360 218 0,'0'-3'592'0,"0"-1"151"15,0 0 114-15,6 1 29 0,1-1-61 16,0 4-122-16,12-4-155 0,-6 4-99 0,7 0-62 15,-1 0-67-15,7 0-33 0,0 4-21 16,7-4-19-16,-1 0-29 0,1 4-24 0,-1-4-20 16,1 3-12-16,-1 1-47 0,7 0-115 15,1-1 0-15,5 1 0 0,1 0 0 16,6-1 0-16,14-3 0 0,-1 4 0 16,12-4 0-16,15 4 0 0,5-1 0 0,14-3 0 15,7 4 0-15,12 0 0 0,-7-4 0 16,21 0 0-16,-1 0 0 0,20 0 0 0,6 0 0 15,7-8 0-15,7 8 0 0,-1 0 0 16,-7 0 0-16,-5 0 0 0,-1 4 0 16,-13 0 0-16,8-1 0 0,-22 1 0 0,2 3 0 15,-8-3 0-15,-5 3 0 0,-1-3 0 16,-6 3 0-16,0-3 0 0,-7 3 0 16,7-3 0-16,-7-1 0 0,0 5 0 0,0-5 0 15,-6 1 0-15,-7 0 0 0,0-1 0 0,-6-3 0 16,0 4 0-16,-1 0 0 0,-5-4 0 0,5 4 0 15,-6-1 0-15,7 1 0 0,-7 0 0 0,7-4 0 16,0 3 0-16,0 1 0 0,-7-4 0 0,13 4 0 16,-7-1 0-16,14 1 0 0,-7-4 0 0,7 4 0 15,7-1 0-15,-8-3 0 0,7 4 0 0,1 0 0 16,-1-1 0-16,0 1 0 0,0-1 0 0,-6 1 0 16,7 0 0-16,-8-1 0 0,7 1 0 0,-6 0 0 15,-1-1 0-15,-5 1 0 0,5 0 0 0,-5-1 0 16,5 1 0-16,-5 0 0 0,-1-1 0 0,7 1 0 15,-1 0 0-15,1-1 0 0,-7 1 0 0,7 0 0 16,-1-1 0-16,1 1 0 0,1 3 0 16,-2-3 0-16,1-1 0 0,-7 2 0 0,-1-2 0 15,2 1 0-15,-7 0 0 0,-1-1 0 0,8 1 0 16,-14-4 0-16,1 0 0 0,5 3 0 0,1-3 0 16,-1 4 0-16,1-4 0 0,-1 0 0 0,8 0 0 15,-1 0-50-15,7 0 8 0,-7 0 12 16,-7 0 9-16,1 4 9 0,-13-4 4 0,0 3 5 15,0 1-2-15,-14 0 0 0,0-1 0 0,-6 1 1 16,1-4-2-16,-7 4 2 0,-1-1-1 0,-12 1-1 16,-1-4 1-16,-5 4 2 0,-8-1-1 15,1 1 1-15,-7-4 1 0,-7 0-7 0,1 0 3 16,-8 4 3-16,-4-4 3 0,-8 0-1 0,0-4 2 16,0 4 10-16,-8 0-3 0,-4 0-1 15,-2 0-3-15,1 0-1 0,-6 0-4 0,0-4-1 16,-1 4-8-16,7-3-16 0,0-1-28 0,0 4-50 15,-1-4-70-15,2 1-132 0,-8 3-188 0,7-8-237 16,7 5-250-16,-8-8-118 0,2 3-17 16,-14-2 85-16,6-1 170 0,-13-1 239 0,1-6 275 15</inkml:trace>
  <inkml:trace contextRef="#ctx0" brushRef="#br0" timeOffset="136295.01">573 8517 273 0,'-7'0'383'0,"-18"0"86"0,-15-3 87 15,-5 3 46-15,-2 0 10 0,15 0-25 16,19-4-55-16,26 4-76 0,7-4-109 0,-8 4-81 16,-4-3-41-16,-16-1-5 0,2 4 17 15,-6-4 13-15,4 1 16 0,-4 3-1 16,5-4-10-16,-6 4-15 0,0 0-14 0,7-4-13 15,0 4-15-15,-2-3-8 0,-4 3-8 16,5 0-41-16,0-4-141 0,1 4 0 16,-1-3 0-16,7 3 0 0,-6 0 0 0,0 0 0 15,6 0 0-15,0 0 0 0,0 0 0 16,-7 0 0-16,7 0 0 0,-7 7 0 16,1-4 0-16,0 8 0 0,-8 0 0 0,1 8 0 15,-6 3 0-15,6-4 0 0,-13 7 0 16,6-2 0-16,1 2 0 0,-1 1 0 0,1 3 0 15,6-3 0-15,0 0 0 0,-1-4 0 16,8-1 0-16,0 1 0 0,-1-3 0 0,7-5 0 16,-7 1 0-16,7-8 0 0,-6 4 0 15,6-7 0-15,0 4 0 0,0-5 0 0,0 0 0 16,0-3 0-16,0 0 0 0,0 0 0 0,0-3 0 16,0 3 0-16,0-3 0 0,0-2 0 0,0 2 0 15,0-5 0-15,0 5 0 0,13-1 0 16,26 0 0-16,14 1-854 0,12-1-513 15,0 4-81-15,-14-3 16 0,-5 3 131 16,-7 3 289-16,-13 1 429 0</inkml:trace>
  <inkml:trace contextRef="#ctx0" brushRef="#br0" timeOffset="137460.74">403 11924 405 0,'-45'0'684'0,"13"-3"131"15,5 3 83-15,20 0-38 0,21 3-133 16,-2 1-179-16,-12 0-158 0,0-4-86 0,-12 0-39 16,5 0-18-16,-13 0-4 0,1 0-10 15,6 0-17-15,-7 3-25 0,1 1-19 16,-1 0-14-16,0-1-6 0,-5 1-4 0,-1 0-23 16,6 3-18-16,1-3-13 0,6 3-10 15,0 0-12-15,-1 1-19 0,8-1-53 0,0 0 0 16,-1 4 0-16,7 0 0 0,-7 0 0 15,7-4 0-15,-6 5 0 0,6-1 0 0,6 0 0 16,1 0 0-16,12 0 0 0,1-4 0 16,0 0 0-16,5 0 0 0,2 1 0 0,5-5 0 15,1 1 0-15,13-4 0 0,-8 4 0 16,1-4 0-16,-6-4 0 0,-1 0 0 16,8 1 0-16,-7-8 0 0,-7 3 0 0,-1-2 0 15,-5 2 0-15,0-6 0 0,-8 3 0 16,-5 0 0-16,-7-4 0 0,-7 4 0 15,1 0 0-15,-6 3 0 0,-8-3 0 0,0 4 0 16,13 0 0-16,7 0-578 0,7-1-363 16,13 5-254-16,0-5-92 0,-20 8 22 15,0 0 120-15,25 0 228 0,1-3 306 0</inkml:trace>
  <inkml:trace contextRef="#ctx0" brushRef="#br0" timeOffset="138758.87">1425 8568 189 0,'0'-3'324'0,"-6"3"50"0,-6-4 31 16,-2 0 24-16,-5 4 21 0,-7-3 15 15,0 3-8-15,-1-4-27 0,1 4-49 0,14 0-62 16,-2 0-72-16,1 0-71 16,1 0-52-16,5 0-34 0,0-3-18 0,7 3-9 15,14 0-5-15,5-4-11 0,7 4-7 16,-6-4-10-16,-1 4-5 0,-6 0-6 0,0-3-8 15,-7 3-1-15,2 0-3 0,-8 0-2 16,0 0-5-16,0 0-3 0,-14 0-5 16,-12 0-13-16,-7 0-21 0,1 0-37 15,6 0-56-15,13 0-81 0,13 0-87 0,20-4-92 16,-1 4-82-16,1-4-65 0,6 4-42 16,-14 0 0-16,-5 0 43 0,-1 0 78 0,-6 0 89 15,0 0 96-15,0 0 95 0</inkml:trace>
  <inkml:trace contextRef="#ctx0" brushRef="#br0" timeOffset="139074.87">1328 8532 106 0,'0'0'231'0,"-13"4"94"0,0-4 73 0,-6 0 67 16,-1 3 59-16,-6-3 23 0,0 4-24 15,-1-4-52-15,2 0-66 0,5 4-83 0,-6-4-94 16,13 0-71-16,0 3-38 0,13-3-20 16,13 0-4-16,14 0 0 0,-2 0 4 15,1 0-1-15,-6 0-1 0,-7 0 0 16,0 0-2-16,-7 0 5 0,7 0 2 0,-6 0-10 15,0 0 11-15,5 0 8 0,2 0 8 16,5 4 1-16,1-1 0 0,6-3 16 16,6 4-9-16,7 0-5 0,7-1-10 0,6 1-4 15,0 0-5-15,7 3-5 0,-7-3-7 16,0-1-9-16,0 1-8 0,0 0-9 16,-6-1-11-16,0 1-11 0,-7 0-11 0,-7 0-6 15,1-4-9-15,-7 3-6 0,-7 1-4 16,1 0-3-16,-8-4-3 0,-5 3-5 15,6-3-10-15,-13 0-23 0,6 0-45 0,-6 0-72 16,8-3-107-16,-2 3-178 0,7-4-233 16,0 0-271-16,0 1-139 0,-1-5-22 15,2 4 54-15,-8 4 152 0,-6 0 230 0</inkml:trace>
  <inkml:trace contextRef="#ctx0" brushRef="#br0" timeOffset="140693.87">2279 8675 110 0,'-6'0'205'0,"-1"-4"46"16,0 4 60-16,-12 0 44 0,6 0 44 16,-14 0 42-16,8 4 34 0,-7-4-1 0,0 0-39 15,6 3-45-15,1-3-60 0,6 0-73 16,0 0-77-16,7 0-56 0,-8 0-34 16,8 0-13-16,0 0-9 0,6 0-1 15,6 0 1-15,14 4 6 0,-8-4 6 0,8 0 2 16,-13 0 8-16,5 4 2 0,-5-1-6 15,-7 1 2-15,7-4-3 0,-7 4-2 0,0-1-1 16,0 1-3-16,0 0 0 16,0-1-4-16,0 1-6 0,0 0-4 0,0-1-3 15,-7 5-1-15,7-5-2 0,0 5-3 16,0-1-5-16,7 1-6 0,-1-1-6 0,0 0-6 16,2 4-4-16,-2 0 1 0,0 0 1 15,7 0 1-15,-6 7 4 0,6 1 1 0,-1-1 4 16,2 4-1-16,-1 0 2 15,0 4 3-15,6 3-1 0,1 0 2 0,-7 0 2 16,6 5 0-16,1-2-1 0,-7 1 0 16,13 4-2-16,-6-4-1 0,-1 0-2 0,1 4-3 15,0-5-1-15,-1 2-5 0,1 2-3 16,-1-3-3-16,7 0-5 0,-6 0-3 16,6 4-5-16,0-4-5 0,-1 3-1 15,1-2-3-15,7-2-4 0,-7 1 7 0,0 4-3 16,7-4-2-16,-7 4 0 0,7-4-1 15,-14 3 1-15,7-3-7 0,0-3 3 0,-6-1 3 16,0 0 0-16,-8 0 1 0,1-3 0 16,1 3 0-16,-2-3-2 0,2 3 0 15,5-3 0-15,-6-1 0 0,6 1 2 16,1 4-2-16,6-5 3 0,0 1 0 0,1 3-1 16,-2-4-1-16,7 5 0 0,-5-4 1 15,-8-1-1-15,8 1-1 0,-1-4 1 0,-7 4-1 16,1-1 0-16,6 1-1 0,-7-4 0 15,-6 3 1-15,6 1-8 0,1 0 9 16,-7-4-1-16,7 3-1 0,0-3 2 16,-1 4-1-16,-6-1 8 0,13 1-10 0,-13 0 0 15,13 0 2-15,-13-1-2 0,7 1 1 16,0 0 0-16,-2-1-1 0,2-3 2 16,0 4-9-16,-7-4 5 0,7 0 2 0,-1 4 1 15,-6-4 4-15,6-1-3 0,1 1 7 16,0 0-3-16,-7-4-3 0,6 4-1 15,0 1-5-15,8-5 2 0,-7 4 1 0,6-4-2 16,-1 0 0-16,1 1 0 0,0-1 1 16,1 0 0-16,-8 1 0 0,0-1 1 15,1 0 0-15,-1 1 0 0,-5-1 0 0,6-3 0 16,-14 3-1-16,7 1 1 0,-7-1-2 16,7-4 1-16,0 5 0 0,7-1 2 15,-7 0-2-15,0 0-2 0,0 1 1 0,0-1 2 16,6 1 0-16,1-1 0 0,-1 4 0 15,1-4 1-15,-6 0 1 0,5 1-1 16,0-5 1-16,8-3-1 0,-8 4 1 16,0 0 1-16,8 0-1 0,-15-1 1 0,8-3 0 15,-1 4-1-15,-5-1 0 0,6 5 0 16,-8-5-1-16,1 1 1 0,0 0 1 16,6-1 2-16,1 1-3 0,-7-4 1 0,7 4 1 15,-14-1 2-15,8-3-4 0,-2 4 0 16,2-4 1-16,-2 0 0 0,1 0-11 0,-6-4 1 15,6 4 4-15,-1-3 1 0,2 3 1 16,-1-4 1-16,0 4 14 0,-6-4-6 16,5 4-3-16,-4 0 5 0,4 0-3 15,1-4-1-15,-6 4-6 0,6 0 3 0,-1 0 1 16,-4 1-6-16,4-6 4 0,-6 2 1 16,8 0-1-16,-1-1 0 0,-7 0 1 0,1 0 1 15,0 1-2-15,-1-5 2 0,6 1 0 16,-4 3 0-16,-2-3 2 0,0 0 1 15,1 3 0-15,0-3 2 0,-1-1 1 16,1 5 0-16,-1-5 0 0,0 5-1 0,8-5 0 16,-14 1-1-16,6 3 1 0,0-3 4 0,-6-1-2 15,7 1 0-15,-7 0-3 0,7-4-1 0,-1 3-1 16,-6-3-7-16,7 5 1 0,-7-5-1 16,6 0-1-16,-6 0-3 0,6 0-10 0,-6-5-18 15,7 2-17-15,0 3-22 0,-1-4-32 0,0 0-39 16,2 1-49-16,-2 3-58 0,0-4-72 0,7 0-101 15,-6 1-118-15,-1-4-116 0,-6 3-114 0,0 4-95 16,7-4-7-16,-7 4 54 0,0 0 115 0,0 0 143 16,6 4 159-16</inkml:trace>
  <inkml:trace contextRef="#ctx0" brushRef="#br0" timeOffset="141310.87">5262 12331 137 0,'-6'0'283'16,"6"0"56"-16,0 0 39 0,0 0 21 0,0 4 19 15,0-4 28-15,-8 3 34 0,-4-3-10 0,-1 4-30 16,6-4-48-16,1 0-59 0,6 0-70 0,6 0-81 15,1 0-36-15,-1 0-19 0,-6 0-2 0,7 4-2 16,-7-4 4-16,0 0-2 0,6 0-3 16,-6 0-3-16,0 0-6 0,0 3-1 0,0-3-4 15,0 0 0-15,-6 0-1 0,6 4-2 0,-7-4-2 16,7 0-3-16,-6 0-4 0,6 4-5 0,0-4-5 16,0 3-2-16,0-3-6 0,0 4-7 0,0-4-3 15,0 0-9-15,6 0-6 0,-6 0-3 0,7-4-5 16,5 4-3-16,-4 0-2 0,4 4-1 0,1-4-3 15,7 0-6-15,-7 0-2 0,13 0 0 0,-6 4-2 16,6-1-3-16,6-3-2 0,1 0 2 0,6 0-1 16,7 4-1-16,-1-4-2 0,1 4-2 0,13-1 0 15,6-3-3-15,6 4-1 0,8 0-1 0,4-1-3 16,9 5 0-16,5-5 0 0,8 4 1 16,12-3 3-16,13 7 5 0,0 0 5 0,8-4-5 0,4 4-18 15,2 0 0-15,0 1 0 0,-14-1 0 0,0 0 0 16,-7 3 0-16,-11 1 0 0,-2-4 0 0,-5 0 0 15,-8 0 0-15,-6 0 0 0,-7-4 0 0,-5 4 0 16,-1-4 0-16,-6 0 0 0,-1 1 0 16,-6 0 0-16,-6-1 0 0,6-3 0 0,-13 3 0 15,7-4 0-15,-14 5 0 0,1-5 0 0,-7 1 0 16,-7 0 0-16,-5-4 0 0,-1 0 0 0,-6 0 0 16,-14 0 0-16,7 0 0 0,-7 0 0 0,1 0 0 15,-7 0 0-15,0-4 0 0,0 4 0 0,-13 0 0 16,6 0 0-16,1 0-67 0,-8 0-71 0,2 0-45 15,-2-4-59-15,2 4-70 0,-8-3-85 0,7 3-124 16,7-4-137-16,0-3-152 0,-8 3-135 0,1 1-27 16,6-1 53-16,-6 0 122 0,7 1 160 0,6 3 198 15</inkml:trace>
  <inkml:trace contextRef="#ctx0" brushRef="#br0" timeOffset="142999.87">8668 12540 148 0,'13'0'211'0,"-7"0"34"0,1 0 27 0,0 0 20 15,-7-4 13-15,6 4 12 0,1-4 7 0,-1 4-1 16,0 0 1-16,-6 4 3 0,8-4-1 16,-8 4-16-16,6-4-26 0,0 0-36 0,1 0-47 15,6 0-53-15,-7 0-52 0,1 0-42 0,-1 0-4 16,0 0-60-16,2 0-86 0,-2 0-118 0,-6-4-153 16,0 0-210-16,-6 1-155 0,-8-1-25 0,-12 1 40 15,-7-1 91-15,-12 0 143 0</inkml:trace>
  <inkml:trace contextRef="#ctx0" brushRef="#br0" timeOffset="143899.37">7262 12397 202 0,'6'0'321'0,"-6"0"75"0,6-4 59 0,-6 4 22 15,0 0 14-15,0 4 3 0,0-4-22 0,0 4-23 16,0-4-71-16,0 3-80 0,0-3-87 0,-6 0-84 16,0 4-47-16,-1-4-46 0,0 0-1 0,-6 3-3 15,7-3 0-15,-8 0 5 0,2 4-5 0,5-4-7 16,-6 0-3-16,0 0 3 0,7 0 8 0,-1-4 12 15,7 4 15-15,-7 0 18 0,7 0 16 16,0 0 15-16,0 0 21 0,0 0 1 0,7 0 3 0,-7 0 2 16,7 0 5-16,-1 0-1 0,7 0-11 0,-7 4 6 15,8-4 2-15,6 4-1 0,-1-4-4 16,7 0-2-16,6 3-1 0,1-3-1 0,-1 0 2 16,7 4-1-16,1-4 5 0,11 4 0 0,8-4 0 15,0 0-5-15,6 3-70 0,0-3-57 0,13 4 0 16,1-4 0-16,-1 0 0 0,13 0 0 0,-6 0 0 15,6 4 0-15,0-4 0 0,0 3 0 0,1-3 0 16,5 4 0-16,-12-4 0 0,-1 0 0 0,1 4 0 16,-6-4 0-16,-8 3 0 0,-6-3 0 0,0 4 0 15,-6-4 0-15,-1 0 0 0,-13 0 0 16,2 0 0-16,-2 0 0 0,-13 0 0 0,8 0 0 0,-8 0 0 16,-5 0 0-16,-2 0 0 0,-5 0 0 15,0 0 0-15,-1 0 0 0,-6 0 0 0,0 0 0 0,0-4 0 16,-6 4 0-16,5 0 0 0,2 0 0 0,-8 0 0 15,1 0 0-15,-1 0 0 0,0 0 0 16,1 0 0-16,0 0 0 0,-1 0 0 0,-6 0 0 16,6-3 0-16,-6 3 0 0,8 0 0 0,-2 0 0 15,-6 0 0-15,0 0 0 0,0 0 0 0,0 0 0 16,6 0 0-16,-6 0 0 0,0 0 0 0,-6 0 0 16,6 0 0-16,0 0 0 0,0 0 0 0,0 0 0 15,0 0 0-15,0 0 0 0,0 0 0 0,0 0 0 16,0 0 0-16,0 0 0 0,0 0 0 0,0 0 0 15,-6 0 0-15,-2 0 0 0,8 0 0 0,0 0 0 16,0 0 0-16,8 0 0 0,-2 0 0 0,-6-4 0 16,0 4 0-16,0 0 0 0,0 0 0 0,-6 0 0 15,-2 0 0-15,8-4 0 0,0 4 0 0,0 0 0 16,0 0 0-16,0 0 0 0,0 0 0 0,0 0 0 16,0-3 0-16,0 3 0 0,-6-4 0 0,-7 0-168 15,0 1-397-15,0-1-228 0,7-3-241 0,6 3-144 16,0 0-20-16,-7 1 86 0,7 3 174 0,0 0 238 15,0 0 273-15</inkml:trace>
  <inkml:trace contextRef="#ctx0" brushRef="#br0" timeOffset="145129.4">8890 12481 154 0,'-7'0'282'0,"7"0"67"0,0 0 43 0,0 0 35 15,0 0 46-15,0 0 45 0,0 0 18 0,0 0-9 16,7 4-33-16,-7-4-61 0,6 0-89 0,0 0-94 15,7 0-61-15,-6 0-37 0,0 0-13 0,-1 0-5 16,8 0-2-16,-8-4-5 0,-6 4-11 0,6 0-17 16,-6 0-26-16,6 0-21 0,1 0-16 15,0-3-18-15,-7 3-9 0,13-4-2 0,-7 4-4 16,0-4-4-16,2 0-2 0,-2 4 3 0,6-3 2 16,-4 3-4-16,4 0-1 0,-5-4 4 0,13 4 0 15,-14-4-1-15,6 1 0 0,2 3 3 0,-8-4 0 16,7 0 3-16,1 1 0 0,-2-1 1 0,-5-3-1 15,6 3-2-15,0 0 0 0,0-3-4 0,-6 3-1 16,5-3 0-16,2 0-1 0,-8 3-2 0,0-3 2 16,1 3-2-16,6-3-2 0,-6 0-5 0,-1 3-3 15,8-3-5-15,-2 3-5 0,2-3-4 0,5 3 1 16,-6-3 0-16,0 0 5 0,7-1 3 0,-8 0 5 16,8 1 9-16,-1 0 6 0,1-4 9 15,-7 0 5-15,7 0 7 0,-1 0 5 0,-6 0 0 16,7 0-1-16,-7 0-3 0,6-3-4 0,-6 3-5 15,1 0-3-15,-2-1-4 0,2 1-2 0,-2 0-2 16,1 0-2-16,1 0 0 0,5-3 3 0,1-1 2 16,-1 4 4-16,0-3 9 0,8-1 9 0,-8 0 9 15,8-3 8-15,5 3 8 0,-6-7 3 0,7 4 0 16,-1 0-2-16,7-4-5 0,0-4-6 0,7 4-8 16,-7-4-6-16,0 1-6 0,1-1-2 15,-2-3-5-15,1-4-1 0,-6 3-3 0,5-3-2 16,-5 1-2-16,-1 2-2 0,2-3 1 0,-2 4-1 15,1-4 7-15,-7 0 6 0,7 0 5 0,-1 0 7 16,1 0 8-16,-1 0 5 0,1 0 10 16,-7 0 0-16,6-3 0 0,1 3 0 0,-1-4-6 15,7 0-3-15,-6 1-13 0,-1 3-2 0,1-7-2 16,-1 3-3-16,8-4 0 0,-7 1-1 16,5 3 1-16,-5-7-3 0,-7 4 1 0,0 0-2 15,1-4 0-15,-2 4-2 0,1 0-1 0,0-1 3 16,0 4 1-16,1 1 0 0,-1 3 4 0,-7 0 3 15,13 3 1-15,-6-2 0 0,1 6-1 16,-1-3-4-16,0 3-5 0,-1-3-4 0,-5 3-16 0,13 0 0 16,-7 1 0-16,0-1 0 0,0 0 0 15,0-3 0-15,-7 4 0 0,1-5 0 0,6 1 0 16,1-1 0-16,-8 5 0 0,0-4 0 0,8-1 0 16,-8 1 0-16,0 0 0 0,1 3 0 15,6 0 0-15,-7 5 0 0,8-1 0 0,-1 3 0 16,-7-3 0-16,7 4 0 0,-6 3 0 0,-1-3 0 15,1 3 0-15,0 1 0 0,-8-1 0 0,2 4 0 16,-2-3 0-16,1 3 0 0,1-5 0 0,-2 2 0 16,2-1 0-16,-2 1 0 0,2-1 0 15,-1-3 0-15,7 3 0 0,-8-3 0 0,8 0 0 16,-1-1 0-16,7-3 0 0,-6 4 0 0,6 0 0 16,-1-4 0-16,2 3 0 0,5-3 0 0,1 4 0 15,-7-1 0-15,6 1 0 0,-5 0 0 16,-1 0 0-16,-6-1 0 0,6 5 0 0,-1-9 0 15,-5 5 0-15,6-4 0 0,-7 0 0 0,1 0 0 16,0-3 0-16,-7 3 0 0,6-4 0 0,-6 4 0 16,1 0 0-16,5 4 0 0,-6 0 0 15,0 3 0-15,0 0 0 0,0 0 0 0,0 1 0 16,6 3 0-16,-6 0 0 0,7 0 0 0,-6 0 0 16,-2 4 0-16,-6-1 0 0,1 5 0 0,0-1 0 15,-1 0 0-15,-6 1 0 0,7-1 0 0,-7 0 0 16,0 4 0-16,0 0 0 0,0-3 0 0,0 3 0 15,0-4 0-15,0 4 0 0,0 0 0 16,0 0 0-16,-7-4 0 0,7 4 0 0,-6-3 0 16,-1 3 0-16,-6 0 0 0,7 0 0 0,6 0 0 15,-6 0 0-15,6 0 0 0,-8 0 0 16,2 3-126-16,-7-3-176 0,6 0-128 0,1 0-177 0,6 0-185 16,0-3-207-16,0-1-105 0,0 4 19 15,0-3 91-15,6-1 169 0,-6 0 206 0</inkml:trace>
  <inkml:trace contextRef="#ctx0" brushRef="#br0" timeOffset="145663.81">13051 8748 166 0,'0'-3'345'0,"0"3"77"16,0 0 40-16,0-4 11 0,-6 4 2 0,6-4 2 15,-7 0-18-15,0 4-36 0,1-3-50 0,0-1-58 16,0 4-74-16,-2-4-74 0,2 1-46 0,0 3-24 15,-1-4-6-15,0 0 0 0,1 4 6 0,-1-3 6 16,-5-1 5-16,5 4 4 0,0-4 0 16,1 4 1-16,6-3 4 0,-6 3-1 0,6 0 3 15,-7 0 1-15,0 0-2 0,7 0-2 0,0 0-6 16,0-4-4-16,0 4-7 0,14 0-7 0,-8-4-7 16,7 4-5-16,13 0-1 0,0 0-2 15,0 4 2-15,13 0 4 0,7-1 1 0,-1 1 8 16,14 0 5-16,6-1 6 0,6 1 2 0,8 0 2 15,12 3 0-15,7 0-50 0,-1 1-57 16,14-1 0-16,0 1 0 0,0-5 0 0,6 5 0 16,-6-5 0-16,-7-3 0 0,-7 4 0 0,-5-4 0 15,-7 0 0-15,-20 4 0 0,0-4 0 0,-19 3 0 16,-8-3 0-16,-11 0 0 0,-8 0 0 16,0 0 0-16,-12 0 0 0,-7 0 0 0,0 4 0 15,0-1 0-15,-7 1 0 0,-6-4-59 0,0 4-278 16,1-1-183-16,-8 1-260 0,13-4-272 0,1 0-126 15,-1-4-9-15,7 4 73 0,0 0 169 0,0 0 269 16</inkml:trace>
  <inkml:trace contextRef="#ctx0" brushRef="#br0" timeOffset="147978.37">2200 12360 221 0,'0'0'366'0,"0"0"112"0,-6-3 115 0,-7 3 55 15,0 0-9-15,13-4-48 0,7 0-71 16,12 1-84-16,7-1-103 0,-6 0-88 16,-7 1-50-16,0-1-27 0,0-4-8 0,-7 5-8 15,1-1-6-15,6-3-14 0,-7 3-10 16,7-3-5-16,1 3 3 0,-8-3 2 16,14 0 8-16,-8-1 9 0,8-3 2 15,-7 4-3-15,7-4-10 0,0 0-9 0,-1 0-11 16,13-3-14-16,-6-2-13 0,7-2-17 15,-13 4-12-15,12-5-11 0,1-3-15 0,6 1-9 16,7-1-7-16,-1-4-2 0,14 0-5 16,-7-3-3-16,13 0 0 0,-6-1-1 15,-1-2 2-15,-6-2 3 0,7 1 5 16,-1 4 5-16,1-4 7 0,-7 0 3 0,7 0 0 16,-1 0 0-16,-6 0-1 0,7 0-3 15,0 0-1-15,-7 0-2 0,7 0-3 16,-8 1-3-16,2 2-2 0,5-3-3 0,-5 0-2 15,-2 4-3-15,2-1 0 0,-1 1-1 16,-1 0 0-16,2 3 0 0,-1-3 1 16,-7 4-1-16,8-2-1 0,-8-2-1 0,7 4 1 15,-6-1-9-15,-1 1 4 0,2-1 3 16,-2 0 6-16,-7 4-1 0,2-3-2 0,-1-1 9 16,0 4-8-16,0-4-1 0,1 0-6 15,-2 1 4-15,1-1-1 0,0-3 0 16,1 4 1-16,-1-5 2 0,-7 4 0 0,7-3-1 15,1 4 1-15,-2-5 0 0,-5 4 0 0,6-3 0 16,-7 4 0-16,7-5-1 0,-5 5 0 0,-2-1 1 16,1 0 0-16,-1 1-3 0,1 3 1 0,-1-4 1 15,1 4 2-15,-7-4 2 0,6 4 2 0,-5 0 2 16,-2 4 1-16,1-4 2 0,0 4-3 0,0 0-2 16,-6-5-1-16,6 1-2 0,-7 1-1 15,8-1-2-15,5-4-1 0,-6 4 0 0,1-4 0 16,5 4 0-16,-6-3 1 0,-1-1 1 0,9 1 0 0,-2-2 1 15,1 6 0-15,-1-5 1 0,-5 0-1 16,5 5 0-16,1-1 2 0,-8 0 0 0,8-1 0 16,-14 1-1-16,1 4 2 0,-1 0-1 0,7 0-1 15,-12-1-1-15,12 5 1 0,-13-4 0 0,7 2 1 16,-1-2-1-16,-6 4-1 0,0-5-2 0,0 1 1 16,6 0 0-16,-5 0-2 0,-8-1 2 0,7 1 0 15,0-1 2-15,0 5 3 0,-7-5-1 0,8 5 0 16,-2-1 0-16,2 1 0 0,-1 3 2 0,-7 0-1 15,8-1-2-15,-8 1 3 0,6 4 0 0,-5-4-1 16,0 4 0-16,-1 3 1 0,1-3 1 0,-7 0 0 16,6-1-1-16,0 5 2 0,-6-5-3 0,8 1-5 15,-8 3 0-15,6-3 0 0,-6 0 0 16,6-1 0-16,-6 1 0 0,14 0 0 0,-8 0 0 16,-6-1 0-16,6 0 0 0,1-3 0 0,-1 4 0 15,8-4 0-15,-8 0 0 0,7 4 0 0,-6 0 0 16,5-4 0-16,-5 3 0 0,0-3 0 0,-1 1 0 0,7 2 0 15,1-3 0-15,-8 0 0 0,6 0 0 16,-5 4 0-16,6-4 0 0,0 3 0 0,7-3 0 16,-8 4 0-16,2 0 0 0,-1-1 0 0,0 1 0 15,0 3 0-15,-1 1 0 0,2-4 0 0,-8 3 0 16,7 0 0-16,1 1 0 0,-2-1 0 0,2 0 0 16,-2 1 0-16,-5-1 0 0,6 0 0 0,0 1 0 15,-7-1 0-15,1 0 0 0,0 1 0 0,-1-1 0 16,8 0 0-16,-14 4 0 0,6-3 0 0,-6 3 0 15,6-4 0-15,-6 4 0 0,7 0 0 0,-7 0 0 16,0 0 0-16,0 0 0 0,0 0 0 16,0 0 0-16,0 0 0 0,0 0 0 0,-7 0 0 0,7 4 0 15,-6-4-135-15,6 0-373 0,-6 0-185 16,6-4-184-16,0 0-194 0,6 0-69 0,-6 1 36 16,6 0 109-16,-6-2 189 0,7 2 219 0</inkml:trace>
  <inkml:trace contextRef="#ctx0" brushRef="#br0" timeOffset="148386.37">7124 8854 255 0,'-12'0'535'0,"-8"4"167"0,7-4 105 0,-1 3-8 16,2-3-88-16,12 4-119 0,-6 0-150 0,6-4-157 16,-7 3-90-16,0-3-64 0,1-3-5 0,6 3 7 15,-7 0 7-15,1 0 18 0,6 0 7 0,0 0 14 16,0 0-15-16,0 0-16 0,0 0-12 0,6 0-8 15,7 0-6-15,1 0-3 0,4 0-3 0,15 0-5 16,7 0-3-16,5 0 1 0,14 0-1 0,6 0-4 16,13 0-5-16,7 3-4 0,13-3-10 0,-1 0-14 15,13 0-58-15,1 0-13 0,1 0 0 16,4-3 0-16,-5-1 0 0,-7 4 0 0,1-4 0 16,-14 1 0-16,0 3 0 0,-13-4 0 0,-6 1 0 15,-13-1 0-15,-8 4 0 0,-5-4 0 0,-7 4 0 16,-6-3 0-16,-7 3 0 0,-6 0 0 0,-8-4 0 15,-5 4 0-15,6-4 0 0,-6 4 0 0,-1 0-17 16,-6 0-43-16,6 0-13 0,-6 0-13 0,0 0-20 16,6 0-25-16,-6 0-35 0,0 0-43 0,8 4-54 15,-2-4-60-15,7 0-71 0,0 0-77 16,6 0-81-16,1 0-77 0,0 0-77 0,5-4-88 16,-5 4-14-16,0 0 54 0,-1 0 95 0,-5 0 118 15,-2-3 141-15</inkml:trace>
  <inkml:trace contextRef="#ctx0" brushRef="#br0" timeOffset="149530.37">8949 8851 123 0,'0'-4'294'0,"0"0"53"0,0 4 34 16,0-3 22-16,0-1 26 0,0 4 45 0,0-4 22 16,0 4-7-16,0 0-31 0,0-3-51 15,0 3-69-15,0 0-93 0,0 0-59 0,0 0-46 16,0 0-20-16,0 0-4 0,0 0 0 0,0 0 4 15,0 0-12-15,0 0 2 0,0 0-7 0,0 0-11 16,0 0-9-16,0 0-13 0,0 0-8 0,0 0 7 16,0 0-12-16,0 0-8 0,0 0-7 0,6 0-6 15,-6 0-7-15,0 0-20 0,0 0 4 0,0 0 0 16,0 0-3-16,6 0-1 0,-6 0-1 0,6 3-1 16,-6-3 1-16,7 0-4 0,-7 4 0 0,7-4 1 15,-1 0 1-15,1 0 0 0,-1 0 0 0,-6 4-1 16,6-1 1-16,-6-3 3 0,8 4 3 0,-8-4 0 15,6 4 3-15,0-4 5 0,0 0 3 16,-6 3 3-16,0-3 2 0,0 0 4 0,0 4 1 16,0-4 1-16,0 0 3 0,0 3 4 0,0-3 2 15,0 4 5-15,8 0 7 0,-8 3 8 0,0-3 6 16,6 4 4-16,-6-2 4 0,6 2 1 0,-6-1 0 16,7 4-8-16,6 0-1 0,0 8-3 0,-7-1-5 15,14 4-6-15,-14 0-5 0,7 4-4 0,1-1-10 16,-2 4-8-16,8 1-6 0,0 3-4 0,-7 0-4 15,13 3-4-15,-7 1-1 0,7 3 3 16,0 1-4-16,7-1-8 0,-1 0 0 0,1 4 0 0,13-4 0 16,-7 4 0-16,-7 0 0 0,14 0 0 0,-1 4 0 15,1-1 0-15,0 5 0 0,6-1 0 0,-1-3 0 16,8 7 0-16,0 0 0 0,6-4 0 0,1 4 0 16,5 0 0-16,0-4 0 0,-6 4 0 15,0-4 0-15,-6-3 0 0,-6 0 0 0,5-1 0 16,-13-6 0-16,1 2 0 0,0-2 0 0,-7-1 0 15,0 0 0-15,0 4 0 0,0-4 0 0,1 1 0 16,-2-1 0-16,1-3 0 0,7 0 0 16,-7 3 0-16,6 0 0 0,-5-3 0 0,-1 3 0 15,6-3 0-15,-5-1 0 0,-1-3 0 0,-7 0 0 16,7-3 0-16,-7-1 0 0,-5-4 0 0,5 5 0 16,-6-8 0-16,7 4 0 0,-13-5 0 15,6 1 0-15,-1-3 0 0,1 3 0 0,-6-8 0 16,0 4 0-16,5 1 0 0,-5-4 0 0,0 3 0 15,6 0 0-15,-7 1 0 0,8 2 0 0,-8 1 0 16,0 1 0-16,1 2 0 0,0 1 0 16,-7-4 0-16,13 3 0 0,-6-3 0 0,-1 1 0 0,1-1 0 15,-8-1 0-15,2-2 0 0,-2 3 0 16,1-4 0-16,1 0 0 0,-8-3 0 0,0 3 0 16,2 1 0-16,-2 3 0 0,-6-4 0 0,6 0 0 15,0 0 0-15,1 1 0 0,6-1 0 16,0 1 0-16,1 3 0 0,-2-1 0 0,8 1 0 15,-7 4 0-15,13-1 0 0,6 1 0 0,1 0 0 16,-1 3 0-16,7 0 0 0,-6 5 0 0,0-5 0 16,6 0 0-16,0-3 0 0,0-1 0 0,-7 1 0 15,-12 0 0-15,0 0 0 0,-1-1 0 0,-6-3 0 16,6 0 0-16,1-4 0 0,-7 1 0 16,7-1 0-16,0-3 0 0,6 3 0 0,-7-3 0 15,1-1 0-15,6 1 0 0,-7-1 0 0,1 1 0 16,6 4 0-16,-7-5 0 0,1 1 0 0,-8 0 0 15,2-1 0-15,5-3 0 0,-12 0 0 16,6 0 0-16,-7-4 0 0,1-3 0 0,-7 3 0 16,0-3 0-16,0-4 0 0,0 4 0 0,7-4 0 15,-7 3 0-15,6-3 0 0,-6 4 0 0,6-4 0 16,-6 4 0-16,7 0 0 0,0-1 0 16,5 5 0-16,1-1 0 0,-6-3 0 0,6 3 0 15,-7-3 0-15,2-1 0 0,-8 1 0 0,-8-4 0 16,2-4-1366-16,6 4-184 0,-20-7 25 0,-5 0 130 15,-1-1 249-15,-14-3 387 0,-5 0 343 16</inkml:trace>
  <inkml:trace contextRef="#ctx0" brushRef="#br0" timeOffset="152130.84">1764 8041 254 0,'-12'-8'597'0,"-15"5"146"16,7-5 95-16,8 5-30 0,12-1-104 16,20-3-137-16,-14 3-166 0,7 1-117 0,-7-1-65 15,-6 0-31-15,0 4-15 0,0 0-11 16,7 0-13-16,0 4-12 0,-1 0-11 0,0 3-8 15,0-3-2-15,2 3-1 0,-2 0 1 16,7 5 2-16,-6-1-1 0,6 3 2 16,-7 1-6-16,0 3-3 0,1 0-4 15,-7 0-6-15,0 1-23 0,0 0-7 0,0-1-7 16,0 0-11-16,0-3-13 0,0-1-9 16,0 1 8-16,0-4-9 0,0-4-4 0,-7 0 1 15,7 1 7-15,0-5 10 0,0-3 6 16,0 0-30-16,0-3-19 0,0-5 0 15,7 1 0-15,6 0 0 0,0-4 0 0,0 4 0 16,7-4 0-16,-1-4 0 0,7 4 0 16,-6-4 0-16,13 4 0 0,-7 1 0 15,-1-2 0-15,8 1 0 0,-1 0 0 0,2 4 0 16,-2 3-96-16,-7-3-232 0,9 3-156 16,-2 4-203-16,7-3-213 0,-6 3-176 15,5 3-55-15,-5 1 50 0,-7 0 121 0,-6 3 200 16,-1 0 238-16</inkml:trace>
  <inkml:trace contextRef="#ctx0" brushRef="#br0" timeOffset="152548.84">2689 8143 51 0,'-6'-3'493'0,"-7"-1"193"0,-1 0 136 0,8 1 53 15,0-1-54-15,6-3-110 0,0 3-152 16,-14 1-158-16,2-1-101 0,-8 4-56 16,-5 0-36-16,-2 0-25 0,1 0-15 0,0 7-18 15,0-3-20-15,7 3-19 0,-7 0-18 16,6 1-10-16,0-1-17 0,1 4-7 16,5 1-8-16,2-6-6 0,5 6-3 0,7-1-3 15,0-4-1-15,0 4-1 0,7-4-3 16,5 1-4-16,8-5-2 0,-7 5-6 15,13-5-1-15,-6-3-4 0,0 0-4 0,5 0-3 16,1-3-2-16,0-1-4 0,-6 0-2 16,7 1-2-16,-2-5 0 0,-5 1 0 15,6 3-2-15,-14-3 0 0,8 7 1 0,-13-7-4 16,6 7-4-16,-6-4-4 0,-7 4 0 16,6 4-7-16,0-4-15 0,-6 7-41 15,6-7-37-15,2 4-48 0,-2 3-66 0,0-7-76 16,-6 4-91-16,0-1-97 0,13-3-115 15,7-3-111-15,6-1-106 0,0 4-49 16,-7-7 35-16,1 3 101 0,0 4 133 16,-1-7 153-16</inkml:trace>
  <inkml:trace contextRef="#ctx0" brushRef="#br0" timeOffset="152913.84">3001 8136 165 0,'8'-11'463'16,"-16"4"183"-16,8 0 111 0,0 3 25 0,8-3-42 15,11-1-80-15,1 1-117 0,-1 3-144 16,-6 1-95-16,0 3-53 0,0 0-22 15,-6 3-12-15,5 5-10 0,-5-8-18 0,0 7-27 16,-1 0-27-16,-6 4-26 0,0 4-21 16,0-1-19-16,0 1-11 0,-6-3-4 15,6-2-6-15,-7 1-2 0,7-3-3 0,-7-1 1 16,1 0 4-16,6-3 11 0,-6 0 14 16,6-1 18-16,0 1 14 0,0-4 5 15,0-4-3-15,0 4-11 0,6-7-18 0,7 3-62 16,0 1-16-16,1-5 0 0,5 1 0 15,-6 3 0-15,12-3 0 0,-5 3 0 16,6-3 0-16,-6 4 0 0,-1 3 0 0,1-5 0 16,-1 5 0-16,-5 5 0 0,6-2 0 15,-8 0 0-15,1 9 0 0,-6-5 0 0,-1 4 0 16,-6-4 0-16,7 4 0 0,-7-3-89 16,0-1-218-16,0 0-159 0,0-3-201 15,6-1-209-15,8-3-199 0,-8 0-61 16,0 0 45-16,1 0 120 0,-7-3 193 0,6-1 230 15</inkml:trace>
  <inkml:trace contextRef="#ctx0" brushRef="#br0" timeOffset="153312.84">3679 8176 196 0,'7'-3'572'16,"-1"0"172"-16,1-2 116 0,-1 5 4 0,8-7-79 15,-2 7-118-15,2-7-172 0,-14 7-144 16,6-4-99-16,-6 4-61 0,-6 0-37 15,6 4-24-15,-14-4-22 0,2 3-15 0,-8 1-12 16,0 0-8-16,1 4-9 0,5-2-9 16,2 2-2-16,-8 3-3 0,13 0-5 15,1 0-3-15,0 0-3 0,0 0-3 0,6 0-1 16,6-4-3-16,0 4 7 0,0-4 3 16,8-3 5-16,5 3 6 0,1-7 4 15,6 4 2-15,0-4-4 0,-1-4-3 0,2 4-6 16,-1-3-5-16,-6-1-11 0,6 0-7 15,-7-3-5-15,7 0-6 0,-13-1-3 16,7 1-3-16,-8 0-2 0,8 0-1 16,-14-1-2-16,8 1-12 0,-8 3 6 0,1-3 1 15,-7 7 2-15,0-4-2 0,6 4 2 16,-6 0 13-16,0 4-5 0,7 0 5 0,-7-1 1 16,7 5 2-16,-1-1 1 0,0-3 0 15,0 3-1-15,2 0-7 0,-8-3-5 16,6 3-27-16,-6-3-53 0,6-1-85 15,-6 1-126-15,7-4-176 0,6 0-203 0,0-7-202 16,7 3-163-16,-1-3-37 0,-6 0 61 16,0-1 144-16,-7 1 186 0,1-4 219 15</inkml:trace>
  <inkml:trace contextRef="#ctx0" brushRef="#br0" timeOffset="153465.84">4148 8103 427 0,'-7'-11'706'0,"14"0"145"0,0 4 85 0,-1-4-41 16,8 4-120-16,-8 0-175 0,0 3-185 15,-6 0-130-15,7 1-86 0,-7-2-62 0,6 5-43 16,-6 0-51-16,0 5-72 16,0-2-94-16,0 1-141 0,7 3-177 0,-1 0-213 15,7 1-200-15,7-1-88 0,-7 4 8 16,0 0 97-16,6 0 154 0,-5 0 201 0</inkml:trace>
  <inkml:trace contextRef="#ctx0" brushRef="#br0" timeOffset="153888.84">4480 8188 142 0,'0'3'520'0,"0"-3"177"16,7 0 116-16,-1 0 4 0,1-3-76 16,6-1-109-16,-6 4-149 0,-1-4-153 0,-6 4-97 15,-6-4-57-15,-1 4-40 0,-6 0-33 16,0 4-28-16,-7-4-21 0,8 8-12 16,-8-5-17-16,0 5-7 0,7 3 1 15,1-4 3-15,4 4 7 0,2 0 2 0,0 0 9 16,-1-4 8-16,7 4 14 0,7-7 13 15,-7 3 13-15,6-3 9 0,0-4 1 0,8-4-1 16,-1 0-11-16,0-3-15 0,0-8-13 16,-1 5-10-16,2-5-4 0,5-3 1 15,-12-4 8-15,6 4 11 0,0-9 13 16,0 6 19-16,7-5 21 0,-8 0 18 0,1 1 13 16,1 2 9-16,6-2 5 0,-14 7-75 15,6-1-87-15,2 1 0 0,-8 4 0 0,1 3 0 16,-1 3 0-16,0 8 0 0,8 4 0 15,-8 0 0-15,0 7 0 0,1 3 0 16,-7 8 0-16,7 0 0 0,-7 7 0 0,-7-3 0 16,0 7 0-16,1-4 0 0,-6 0 0 15,-2 1 0-15,1-1 0 0,-7-3 0 16,8 0 0-16,6-1 0 0,-8-7 0 16,8 1 0-16,12-8-165 0,14 4-1103 0,12-8-173 15,13-3-41-15,2 3 69 0,4-7 229 16,1 0 387-16,1 0 373 0</inkml:trace>
  <inkml:trace contextRef="#ctx0" brushRef="#br0" timeOffset="155371.9">7913 8279 68 0,'12'-4'605'0,"2"-3"206"15,5 3 144-15,-6-3 91 0,6 3-55 0,-5-3-178 16,-8 4-243-16,0-5-169 0,2 5-102 0,-2-1-53 15,-6-3-25-15,0 3-18 0,-6 0-22 0,-2 1-31 16,2-1-35-16,-6 4-32 0,-2-4-27 0,1 8-22 16,-7-4-12-16,2 4-9 0,-9-1-4 0,1 5-11 15,0 3 3-15,-7 0 3 0,7 3 2 0,0 4 0 16,7 1 2-16,5 3 8 0,8-4-5 16,0 1-3-16,0 2-1 0,-2-6 0 0,8 3 2 15,8-3 7-15,-2 0 8 0,6-5 8 0,-5 1 10 16,13-3 9-16,-8 0 2 0,8-5-53 0,0 1 0 15,6-4 0-15,7-4 0 0,-7 1 0 0,-1-5 0 16,8 0 0-16,-13 1 0 0,6-4 0 0,0 0 0 16,-7 0 0-16,1 0 0 0,0 0 0 0,-1 0 0 15,1 0 0-15,-8 4 0 0,2 0 0 0,-2 0 0 16,2 3 0-16,-8 0 0 0,1 1 0 0,-1 3 0 16,0 0 0-16,1 0 0 0,6 3 0 0,-7 1 0 15,2 3 0-15,-2 0 0 0,0 4 0 0,1-3 0 16,-1-1 0-16,1 4 0 0,0-4 0 0,-1 1 0 15,0-1 0-15,0 0 0 0,-6-3-37 0,8 3-218 16,-2-3-82-16,0-4-82 0,1 3-83 0,-1-3-81 16,1-3-65-16,6 3-50 0,-7-7-32 0,1 3-17 15,6-3 10-15,-7-1 60 0,1 1 88 0,0-4 107 16,-1 4 128-16,7-1 149 0,-7 1 164 16,1-4 141-16,0 4 127 0,-1 0 117 0,0-1 106 15,8 1 102-15,-8 0 58 0,7-1 9 0,7 1-28 16,0-1-59-16,-1 5-79 0,0-5-103 0,0 5-78 15,1-1-47-15,0 0-20 0,-7 4 6 0,0 0 14 16,-6 4 13-16,5 3 3 0,-5 1 4 0,-7 3-5 16,7 4-14-16,-1-1-20 0,-6 1-22 0,6 3-20 15,-6-3-24-15,7 3-20 0,-7-3-49 0,7 3-71 16,-7-4 0-16,0 2 0 0,0-6 0 0,0 1 0 16,0 0 0-16,0-3 0 0,0-5 0 0,0 1 0 15,6 0 0-15,1-4 0 0,5 0 0 0,2-4 0 16,-1-3 0-16,6-1 0 0,-6 1 0 15,7-4 0-15,0 0 0 0,-1 0 0 0,-6-4 0 16,0 1 0-16,0 3 0 0,6-4 0 0,1 0 0 16,-7 4 0-16,7-3 0 0,-1 3 0 0,1 0 0 15,-8 4-46-15,2 3-548 0,-2 0-154 0,8 1-127 16,0 3-111-16,-7 0-72 0,7 3 15 0,-1 1 98 16,-6 0 164-16,0 3 170 0,-7 4 182 0</inkml:trace>
  <inkml:trace contextRef="#ctx0" brushRef="#br0" timeOffset="155564.9">9229 8440 85 0,'6'0'428'0,"6"0"182"0,-5 0 140 16,6 0 51-16,0-3-20 0,1-1-68 0,-2 0-105 15,2 1-146-15,-8-5-114 0,7 1-68 0,-7 0-37 16,1 3-18-16,0-3-9 0,-1 3-14 0,-6 0-28 16,-6-3-23-16,-1 3-39 0,0 1-32 0,1-1-27 15,-13 0-18-15,5 4-10 0,2 0-18 0,-8 0-2 16,0 4-10-16,7 0-11 0,1-1-25 0,-8 5-43 15,7-1-62-15,-1 0-79 0,2 1-94 0,5-1-119 16,7 0-120-16,7 1-108 0,-1-1-97 0,7 0-82 16,0-3-11-16,6-1 69 0,1 5 113 0,0-5 133 15,-1 2 151-15</inkml:trace>
  <inkml:trace contextRef="#ctx0" brushRef="#br0" timeOffset="156589.9">9554 8444 258 0,'19'-7'444'16,"-6"3"130"-16,1-3 102 0,5 3 18 0,-6-3-33 15,0 3-63-15,0-3-89 0,-6-1-112 0,5 5-116 16,-5-5-68-16,0 1-39 0,-1 0-21 16,-12-1-10-16,6 1-7 0,-7 0-11 0,-6 0-13 15,7-1-19-15,-1 5-15 0,0-5-18 0,1 8-18 16,-7 0-13-16,0 0-12 0,0 0-7 0,-1-3-5 16,2 3-3-16,5 0-2 0,-6 3-2 0,7 0 1 15,-1 2 0-15,1 2 2 0,0-3-1 0,6 3 0 16,6-3 0-16,-6 3-1 0,6-4-2 0,-6 1 0 15,7 3 2-15,-1-3 3 0,1-4 0 0,-1 4 4 16,1-4 2-16,5 0-1 0,-4 0 5 0,4 0 2 16,2 0 6-16,-8 0 5 0,7 0 4 0,0-4-1 15,-6 0-4-15,5 1-1 0,2-1-7 0,-8 0-3 16,1 1-7-16,-1-1 1 0,0 1-3 16,1 3-4-16,-14-4 0 0,7 4-3 0,7 0-1 15,-7 0-3-15,0 0 0 0,0 0-2 0,0 0-5 16,7 4-3-16,-7-4-5 0,0 3-4 0,6-3-2 15,-6 0 15-15,0 4-4 0,0-1-3 0,0-3 3 16,0 4 3-16,-6 0 6 0,6-1-14 0,-7-3 9 16,7 0 7-16,-7 4-12 0,7-4 10 0,0 0 4 15,0 0 5-15,0 0 15 0,0-4-4 0,-6 4 16 16,6 0-11-16,0 4-1 0,0 0 1 0,0-4-9 16,0 0 10-16,0 0 10 0,0 0 12 0,0 0 9 15,0 0 7-15,0 0 11 0,0 0 8 0,0 0 6 16,0 0 4-16,6 0 7 0,-6-4 4 15,0 4 0-15,0 0-1 0,0 0 20 0,0-4-20 16,0 4-17-16,0 0-10 0,0 0-14 0,0-3-14 16,0 3-35-16,0 0 4 0,0-4 17 0,0 4-15 15,0 0-4-15,0-4 1 0,7 4-3 0,-7 0 0 16,0-3-18-16,7 3 8 0,-7 0 3 0,0 0 1 16,0 0 1-16,6 0 0 0,-6 0 1 0,6 0-1 15,-6 0 0-15,0 0-1 0,0 0 1 0,0 0-1 16,0 0 0-16,0-4 0 0,0 4 0 0,8 0 0 15,-2 0 0-15,-6 0-3 0,6 0 1 0,1 4 0 16,-1-4 0-16,1 0-1 0,-1 0 0 16,1 0 1-16,-1 0 1 0,0-4-3 0,2 4 2 15,-2 0-1-15,0-3 0 0,1 3-1 0,0 0-2 16,-7 0 0-16,6 0-3 0,-6 0-3 0,6 0-2 16,-6 0-2-16,7 0-3 0,-7 0 0 0,0 0 3 15,6 0 1-15,-6 0-1 0,7 0 2 0,0 0 2 16,-7 0 1-16,6 0 2 0,-6 0 2 0,6 0 3 15,1 0 2-15,6-4 1 0,-7 4 2 0,1 0 3 16,-7 0 2-16,0 0 2 0,0 0 3 0,0 0 5 16,-7 0 2-16,7 0 4 0,-6 4 3 0,0-4 4 15,-1 3 5-15,0 1 3 0,1 3 14 0,0 0 9 16,-1 4 13-16,0 0 18 0,1 4-9 16,-1 3-81-16,1 4 0 0,0 4 0 0,-8 3 0 15,8 4 0-15,-8 0 0 0,2 4 0 0,5 0 0 16,-6 3 0-16,7 0 0 0,-7 4 0 0,-1-4 0 15,8 4 0-15,0-7 0 0,-1 3 0 0,-6-3 0 16,7-1 0-16,-1-2 0 0,1-5 0 0,-1 0 0 16,-6-7 0-16,7 0 0 0,6-7 0 0,-7-5 0 15,7 1 0-15,-7-3 0 0,7-4 0 0,-6 0 0 16,-1-4 0-16,1-4 0 0,0 0 0 0,-1-7 0 16,0 3 0-16,-5-6 0 0,4-1 0 0,2-3 0 15,0 0 0-15,6-4 0 0,-7-4 0 0,7 0 0 16,7 1 0-16,-1-5 0 0,0 1 0 0,14 4 0 15,0-1 0-15,6 4 0 0,13 0 0 0,6 0 0 16,8 4 0-16,18 3 0 0,8 1 0 0,6 3-243 16,12 0-432-16,7 3-336 0,20 1-193 15,-1-1-67-15,15 1 38 0,-8 3 135 0,-7 4 255 16,7 0 350-16</inkml:trace>
  <inkml:trace contextRef="#ctx0" brushRef="#br0" timeOffset="158282.13">14960 8165 400 0,'19'-3'590'0,"-12"-1"148"0,6 4 63 15,-1-4-13-15,-5 1-70 0,6-1-101 0,1 0-140 16,-8 1-111-16,0-1-66 0,1 0-41 16,-7 4-14-16,0-3-9 0,0 3-13 0,6-4-20 15,7 4-25-15,-6 0-30 0,-1 0-27 0,-6 0-22 16,6 0-12-16,2-3-8 0,-2 3-6 0,-6 0-4 16,-14-4-9-16,2 4-10 0,-14 0-11 0,7 4-12 15,-15-4-10-15,2 0-6 0,-1 3-2 16,1 4-1-16,-1 1-4 0,1-1 4 0,-7 4-2 15,6 1-1-15,1-2-1 0,-1 5-1 0,13-4 0 16,-6 4-2-16,14-1 2 0,-2 1 1 16,8-4-2-16,6 0 2 0,6 0-2 0,8 0 0 15,-2-4 0-15,14 4 1 0,-6-3 2 0,13-2-1 16,-7-1 1-16,6 2 1 0,1-3 0 16,-7-4-1-16,7 3-1 0,-14-3-1 0,7 4 0 15,-13-4-1-15,-6 0-2 0,5 0 0 0,-5 4-1 16,-7-4-3-16,0 0 3 0,-13 0-1 15,0 3-1-15,-7-3-1 0,1 4 1 0,0-1 2 0,-8 1 0 16,1 0 1-16,0 3 1 0,0-3 2 16,7 3 0-16,-1 0-1 0,-6 4-1 0,13-3 1 15,-7-1-1-15,8 4-1 0,-2-4 1 0,8 0 1 16,6 4 0-16,0-3-3 0,0 0-3 0,6-1-14 16,8 0-31-16,11-3-56 0,-5-1-84 15,12 1-108-15,7 0-140 0,1-4-176 0,5 0-169 16,1-4-171-16,6-3-90 0,0-1 14 0,0 5 94 15,0-4 161-15,-6-1 187 0</inkml:trace>
  <inkml:trace contextRef="#ctx0" brushRef="#br0" timeOffset="158667.13">15337 8349 295 0,'-6'-4'618'15,"6"1"161"-15,-6-1 117 0,6 0-5 0,0 1-88 16,0 3-130-16,0-5-171 0,0 5-123 0,0 0-81 15,0 0-48-15,6 0-32 0,0 0-23 0,0 0-24 16,1 0-21-16,0 0-29 0,6 0-28 16,-1 5-20-16,8-2-12 0,-6 1-4 0,5 0-4 15,1 3 6-15,-8-3-1 0,2 3-1 0,-2 4-4 16,8-4-9-16,-13 0-12 0,5 1-11 0,2-1-7 16,-8 0-6-16,0 1-2 0,1-1-3 0,0-3-3 15,-1-1-3-15,-12 1-5 0,6 0-6 16,-7-4-10-16,7-4-12 0,7 4-10 0,6-4-10 15,-7 1-5-15,0 3 1 0,2-8 6 0,-2 5 8 16,0-5 10-16,0 5 11 0,2-5 10 16,-2 1 5-16,0 3 2 0,1-3 4 0,-1-4 2 15,1 4-1-15,0 3-1 0,5-3-1 0,2 7 0 16,-8-4-3-16,-6 1 0 0,6 3-3 16,-6 0-6-16,0-4-12 0,0 4-19 0,0 0-23 0,0 0-35 15,0 0-48-15,-6 0-65 0,0-4-79 16,-2 4-117-16,2 0-140 0,-6-3-152 0,5-2-163 15,-6 2-59-15,0 0 24 0,13-1 102 0,-6 4 144 16,-2-4 178-16</inkml:trace>
  <inkml:trace contextRef="#ctx0" brushRef="#br0" timeOffset="158885.13">15585 8268 188 0,'0'0'611'16,"0"0"174"-16,6 0 131 0,-6 0 22 15,6 0-64-15,2 4-115 0,-2-1-172 0,-6 5-114 16,6-1-76-16,-6 4-42 0,-6 0-30 0,0 3-30 15,-2-2-34-15,-4 3-41 0,-1-5-42 16,-7 5-149-16,0 0-29 0,-5-1 0 0,-1 1 0 16,6 0 0-16,-6-5 0 0,7 1 0 0,-1 5 0 15,6-9 0-15,2 4 0 0,-8-4 0 0,7-3 0 16,7 3 0-16,0-3-153 0,6-4-224 0,6 3-163 16,13-6-199-16,1-1-203 0,12 0-153 0,1 1-25 15,-1-5 65-15,1 5 141 0,7-5 205 16,-8 1 239-16</inkml:trace>
  <inkml:trace contextRef="#ctx0" brushRef="#br0" timeOffset="160588.14">16171 8316 222 0,'6'-8'585'0,"-6"5"159"0,0-1 113 0,0 0-10 16,6 1-93-16,-6-1-139 0,0 4-178 0,0-4-135 15,0 1-85-15,0 3-46 0,-6 0-16 0,0 0-2 16,-1 0 0-16,1 3-5 0,-14-3-13 0,8 4-15 16,-2 0-19-16,1-1-12 0,0 5-10 15,-6-1-8-15,5 4-3 0,8-3-4 0,-7 3-6 16,6 0-6-16,1-1-10 0,0 5-6 0,6-4-4 16,6 0-4-16,0-4 1 0,1 4 2 15,6 0 5-15,0-3 3 0,7-1 4 0,-1 0 4 16,8 0 2-16,5-2-1 0,-7-2-3 0,9 1-2 15,-9-4-4-15,1 0-5 0,7 0-5 16,-7-4-1-16,6 1-1 0,-12-2-4 0,7-2 0 16,-1 3-4-16,-14-3 0 0,1 0-4 0,1 0-3 15,-8-4-4-15,0 3-3 0,-6-3-2 0,0 4-2 16,-6 0-1-16,-7-1-2 0,0 1-1 0,6 0 0 16,1 3 0-16,0 1 1 0,-8 3 0 0,8-4 0 15,-8 4 0-15,2 0 1 0,-1 4 1 16,-1-1 0-16,-4 1 0 0,4 3 0 0,8 0 0 15,-7 1 0-15,6-1 0 0,0 0 0 0,7 4 1 16,0 0 1-16,7-3-1 0,0 3 1 16,12-1 2-16,1-2 1 0,6 0-3 0,-1-1 2 15,9-3 0-15,5-1-1 0,-1 1-1 0,1-4-2 16,1 0 2-16,-1 0-1 0,0-4 0 16,-1 1 2-16,-5-1-3 0,0-3 2 0,-7-1-2 15,6 0 0-15,-6-2 0 0,-6-1-2 0,0 0 1 16,-7-4-1-16,-1 0 2 0,2-3-1 0,-8 4 0 15,1-1 0-15,-7-3 0 0,6-1 1 0,-6 4-3 16,0-3 2-16,0 3 0 0,0 1 1 0,-6 3 1 16,6 0 1-16,0 0-1 0,0 4 0 15,0 3 0-15,-7 0 3 0,7 1-2 0,0 3 1 16,0 0 2-16,0 3 4 0,0 5 5 0,-6-1 5 16,6 4 7-16,-6 0 11 0,-8 4-6 15,8-1-31-15,-1 4 0 0,7 1 0 0,0-5 0 16,0 4 0-16,0 1 0 0,0-1 0 0,0 1 0 15,0-5 0-15,0 1 0 0,7 0 0 0,-7-8 0 16,6 4 0-16,8-4 0 0,-2 0 0 16,1-2 0-16,7-2-244 0,0 1-99 0,-1-4-76 15,1 0-63-15,6-4-56 0,-7 1-32 0,7-5-15 16,0 0 8-16,-12 1 22 0,5-4 38 16,0 0 60-16,-6-3 73 0,1 3 84 0,-8-4 86 15,-6-3 95-15,6 3 95 0,1-4 92 0,0 1 82 16,-1 0 82-16,0 3 96 0,1-3 74 0,-7 4 27 15,6-1 9-15,-6 4-11 0,7 0-32 0,-7 0-57 16,0 4-52-16,0-5-18 0,0 9-12 0,0-5-5 16,0 5-2-16,0 3-9 0,-7 3-12 15,1 2-12-15,-1 1-15 0,-5 2-12 0,-2 3-12 16,2 0-6-16,4 7-10 0,-4-3-14 0,-1 3-66 16,6 0-81-16,-6 4 0 0,7-3 0 15,6 3 0-15,0-4 0 0,0 0 0 0,0 1 0 16,13-5 0-16,6 5 0 0,0-5 0 0,-5-3 0 15,-8 1 0-15,8-1 0 0,-2-4 0 0,1 0 0 16,7-3 0-16,0-1 0 0,6-3 0 16,-7 0 0-16,7 0 0 0,0-3 0 0,-7-1 0 15,8 0 0-15,-8-3 0 0,1 0 0 0,6-5 0 16,-13 5 0-16,6-4 0 0,1 0 0 0,-6 0 0 16,-2 0 0-16,1 0 0 0,-6-3 0 15,6 3-10-15,-7-4-15 0,0 4 1 0,-6 4 3 16,0 0 4-16,-6-1 6 0,0 5 1 0,-1-1 4 15,1 0 0-15,-1 4 1 0,-12 0 3 0,5 4 0 16,2 0 3-16,-2-1 0 0,1 5 0 16,1-1 2-16,-2 0 0 0,2 4 0 0,5 0-1 15,0 0 0-15,7 0 1 0,0 0 0 0,0 0 0 16,7-4 0-16,6 4 1 0,0 0 0 0,6-4 0 16,1 1 0-16,7-5 0 0,-2 5-15 0,1-4 7 15,6 0 8-15,1-4-1 0,-1 0-2 16,1 0-1-16,7-4 14 0,-8 0-6 0,-6-4-14 15,7 1 1-15,-7 0 0 0,-1 0 0 0,-5-4-3 16,0 3 6-16,-7-3-6 0,7 0-1 0,-8 0-3 16,2 0-2-16,-1 4 1 0,-7-4-5 15,0 4 4-15,1 3 5 0,0 1 2 0,-7-1 2 16,6 4 3-16,0 0 1 0,-6 4 0 0,7-1 1 16,0 1 2-16,-1 3 0 0,1 4 1 15,-7 0 2-15,6 0 3 0,-6 0 1 0,7 4 4 16,-1-8 2-16,1 4 4 0,-1-4 2 0,0 4 0 15,2-4 1-15,4 1 2 0,-5 0 4 0,-1-5 0 16,-6 1-28-16,7-4 0 0,-1 0 0 0,7 0 0 16,-7-4 0-16,8 1 0 0,6-1 0 15,-8-3 0-15,15 2 0 0,-8-2 0 0,7-4 0 16,0 4 0-16,0-4 0 0,7 0 0 0,-7 0 0 16,6 0 0-16,-12 4 0 0,6-4 0 0,0 3 0 15,-6 1 0-15,0 4 0 0,-8-1 0 16,1 0 0-16,7 4 0 0,-8 0 0 0,-4 4 0 15,4 0 0-15,2 3 0 0,-8 0 0 0,7 0 0 16,0 4 0-16,0 0 0 0,-1-3 0 0,2 3 0 16,-1-4 0-16,7 4 0 0,-8-4 0 0,2-3 0 15,-2-1 0-15,2 1 0 0,5-4 0 16,-6 0 0-16,0 4 0 0,0-4 0 0,0-4 0 16,0 4 0-16,-6-4 0 0,6-3 0 0,-1 0 0 15,2 0 0-15,5-4 0 0,-12 3 0 0,12-3 0 16,-5-3 0-16,-2-1 0 0,2 1 0 15,5-1 0-15,1-7 0 0,-1 3 0 0,1-3 0 16,-1 0 0-16,8 4 0 0,-8-4 0 0,0 4 0 16,-6 3 0-16,7 0 0 0,-14 4 0 0,8 4 0 15,5 0 0-15,-13 3 0 0,-6 4 0 16,0 4 0-16,-6 3 0 0,-7 8 0 0,0 3 0 16,0 1 0-16,-1 3 0 0,2 3 0 0,-1 1 0 15,0-1 0-15,0 4 0 0,7 1 0 0,-8-4 0 16,14-1 0-16,-6 1 0 0,6-8 0 15,6 5 0-15,0-9 0 0,8 1 0 0,-1-4 0 16,0 0 0-16,6 0 0 0,1-8 0 0,0 1 0 16,5-4 0-16,-5 0 0 0,0-7-587 0,-8-1-461 15,8-3-192-15,-7 4-54 0,1-4 61 16,-8 0 149-16,-6-3 230 0,-14 3 256 0</inkml:trace>
  <inkml:trace contextRef="#ctx0" brushRef="#br0" timeOffset="160732.13">19115 8389 527 0,'-20'-4'810'0,"7"4"166"15,0 0 116-15,13 0-22 0,0 0-145 0,0-3-237 16,13 3-186-16,0-4-129 0,7 4-88 16,6-4-61-16,7 1-48 0,-1-1-44 0,7 4-57 15,0-4-113-15,7 1-234 0,13 3-425 0,6-4-324 16,19 1-182-16,20-1-78 0,20 0 24 16,19 4 181-16,14 0 395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A5837-1192-41B4-8A8F-1E34A63F309A}" type="datetimeFigureOut">
              <a:rPr lang="en-US" smtClean="0"/>
              <a:t>11/9/2024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D6DC4-71F6-4F99-9921-86F0FBF4A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531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A5837-1192-41B4-8A8F-1E34A63F309A}" type="datetimeFigureOut">
              <a:rPr lang="en-US" smtClean="0"/>
              <a:t>11/9/2024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D6DC4-71F6-4F99-9921-86F0FBF4A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100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A5837-1192-41B4-8A8F-1E34A63F309A}" type="datetimeFigureOut">
              <a:rPr lang="en-US" smtClean="0"/>
              <a:t>11/9/2024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D6DC4-71F6-4F99-9921-86F0FBF4A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140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A5837-1192-41B4-8A8F-1E34A63F309A}" type="datetimeFigureOut">
              <a:rPr lang="en-US" smtClean="0"/>
              <a:t>11/9/2024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D6DC4-71F6-4F99-9921-86F0FBF4A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872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A5837-1192-41B4-8A8F-1E34A63F309A}" type="datetimeFigureOut">
              <a:rPr lang="en-US" smtClean="0"/>
              <a:t>11/9/2024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D6DC4-71F6-4F99-9921-86F0FBF4A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354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A5837-1192-41B4-8A8F-1E34A63F309A}" type="datetimeFigureOut">
              <a:rPr lang="en-US" smtClean="0"/>
              <a:t>11/9/2024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D6DC4-71F6-4F99-9921-86F0FBF4A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945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A5837-1192-41B4-8A8F-1E34A63F309A}" type="datetimeFigureOut">
              <a:rPr lang="en-US" smtClean="0"/>
              <a:t>11/9/2024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D6DC4-71F6-4F99-9921-86F0FBF4A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778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A5837-1192-41B4-8A8F-1E34A63F309A}" type="datetimeFigureOut">
              <a:rPr lang="en-US" smtClean="0"/>
              <a:t>11/9/2024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D6DC4-71F6-4F99-9921-86F0FBF4A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920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A5837-1192-41B4-8A8F-1E34A63F309A}" type="datetimeFigureOut">
              <a:rPr lang="en-US" smtClean="0"/>
              <a:t>11/9/2024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D6DC4-71F6-4F99-9921-86F0FBF4A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829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A5837-1192-41B4-8A8F-1E34A63F309A}" type="datetimeFigureOut">
              <a:rPr lang="en-US" smtClean="0"/>
              <a:t>11/9/2024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D6DC4-71F6-4F99-9921-86F0FBF4A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662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A5837-1192-41B4-8A8F-1E34A63F309A}" type="datetimeFigureOut">
              <a:rPr lang="en-US" smtClean="0"/>
              <a:t>11/9/2024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D6DC4-71F6-4F99-9921-86F0FBF4A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875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4A5837-1192-41B4-8A8F-1E34A63F309A}" type="datetimeFigureOut">
              <a:rPr lang="en-US" smtClean="0"/>
              <a:t>11/9/2024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D6DC4-71F6-4F99-9921-86F0FBF4A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760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thworks.com/help/fuzzy/types-of-fuzzy-inference-systems.html;jsessionid=6d0b605a29fa96472af9105b36f5" TargetMode="External"/><Relationship Id="rId2" Type="http://schemas.openxmlformats.org/officeDocument/2006/relationships/hyperlink" Target="https://www.edureka.co/blog/fuzzy-logic-ai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researchgate.net/profile/Robertas-Damasevicius-2/publication/313802182_Intelligent_tagging_of_online_texts_using_fuzzy_logic/links/599d1e0daca272dff12bdf13/Intelligent-tagging-of-online-texts-using-fuzzy-logic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Fuzzy Logic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56709" y="3931920"/>
            <a:ext cx="57607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Chathura Rajapakse D.Eng.</a:t>
            </a:r>
          </a:p>
          <a:p>
            <a:pPr algn="ctr"/>
            <a:r>
              <a:rPr lang="en-US" sz="2000" dirty="0"/>
              <a:t>Department of Industrial Management</a:t>
            </a:r>
          </a:p>
          <a:p>
            <a:pPr algn="ctr"/>
            <a:r>
              <a:rPr lang="en-US" dirty="0"/>
              <a:t>Faculty of Science</a:t>
            </a:r>
          </a:p>
          <a:p>
            <a:pPr algn="ctr"/>
            <a:r>
              <a:rPr lang="en-US" dirty="0"/>
              <a:t>University of Kelaniya</a:t>
            </a:r>
          </a:p>
        </p:txBody>
      </p:sp>
    </p:spTree>
    <p:extLst>
      <p:ext uri="{BB962C8B-B14F-4D97-AF65-F5344CB8AC3E}">
        <p14:creationId xmlns:p14="http://schemas.microsoft.com/office/powerpoint/2010/main" val="42603461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0E893-4585-1942-0CFC-51CD1ED6B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2232B-8BAE-0F55-CB8C-E83548047A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technique that allows for the inclusion of vague human assessments in computing problems</a:t>
            </a:r>
          </a:p>
          <a:p>
            <a:r>
              <a:rPr lang="en-US" dirty="0"/>
              <a:t>New computing methods based on fuzzy logic can be used in the development of intelligent systems for decision making, identification, pattern recognition, optimization, and control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							</a:t>
            </a:r>
            <a:r>
              <a:rPr lang="en-US" sz="1600" dirty="0"/>
              <a:t>-Harpreet Singh, et al. 2013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964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772" y="456421"/>
            <a:ext cx="10058400" cy="758426"/>
          </a:xfrm>
        </p:spPr>
        <p:txBody>
          <a:bodyPr>
            <a:normAutofit/>
          </a:bodyPr>
          <a:lstStyle/>
          <a:p>
            <a:r>
              <a:rPr lang="en-US" b="1" dirty="0"/>
              <a:t>Binary Vs. Fuzzy Logic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1C4133-0F47-820A-4534-FC335F7E3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1500186"/>
            <a:ext cx="6400800" cy="45005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243F6B8-A2C8-2B83-14D3-C48C93D405B5}"/>
              </a:ext>
            </a:extLst>
          </p:cNvPr>
          <p:cNvSpPr txBox="1"/>
          <p:nvPr/>
        </p:nvSpPr>
        <p:spPr>
          <a:xfrm>
            <a:off x="9743090" y="6201103"/>
            <a:ext cx="1860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Edureka.com</a:t>
            </a:r>
          </a:p>
        </p:txBody>
      </p:sp>
    </p:spTree>
    <p:extLst>
      <p:ext uri="{BB962C8B-B14F-4D97-AF65-F5344CB8AC3E}">
        <p14:creationId xmlns:p14="http://schemas.microsoft.com/office/powerpoint/2010/main" val="3944267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6829"/>
          </a:xfrm>
        </p:spPr>
        <p:txBody>
          <a:bodyPr/>
          <a:lstStyle/>
          <a:p>
            <a:r>
              <a:rPr lang="en-US" dirty="0"/>
              <a:t>How do you give a tip at a restaurant?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68484"/>
            <a:ext cx="10515600" cy="4351338"/>
          </a:xfrm>
        </p:spPr>
        <p:txBody>
          <a:bodyPr/>
          <a:lstStyle/>
          <a:p>
            <a:r>
              <a:rPr lang="en-US" dirty="0"/>
              <a:t>Do you measure the taste of food and quality of service, and then decide the tip?</a:t>
            </a:r>
          </a:p>
          <a:p>
            <a:r>
              <a:rPr lang="en-US" dirty="0"/>
              <a:t>Or else would you rely on linguistic rules as follows?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Closer to human way of thinking as well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6057" y="2937201"/>
            <a:ext cx="6635816" cy="98359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3733" y="4897413"/>
            <a:ext cx="2584027" cy="1815802"/>
          </a:xfrm>
          <a:prstGeom prst="rect">
            <a:avLst/>
          </a:prstGeom>
        </p:spPr>
      </p:pic>
      <p:sp>
        <p:nvSpPr>
          <p:cNvPr id="7" name="Oval Callout 6"/>
          <p:cNvSpPr/>
          <p:nvPr/>
        </p:nvSpPr>
        <p:spPr>
          <a:xfrm>
            <a:off x="7585953" y="4595080"/>
            <a:ext cx="2904565" cy="1210234"/>
          </a:xfrm>
          <a:prstGeom prst="wedgeEllipseCallout">
            <a:avLst>
              <a:gd name="adj1" fmla="val -67593"/>
              <a:gd name="adj2" fmla="val 291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Non-linear</a:t>
            </a:r>
          </a:p>
        </p:txBody>
      </p:sp>
    </p:spTree>
    <p:extLst>
      <p:ext uri="{BB962C8B-B14F-4D97-AF65-F5344CB8AC3E}">
        <p14:creationId xmlns:p14="http://schemas.microsoft.com/office/powerpoint/2010/main" val="1934511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6475"/>
          </a:xfrm>
        </p:spPr>
        <p:txBody>
          <a:bodyPr/>
          <a:lstStyle/>
          <a:p>
            <a:r>
              <a:rPr lang="en-US" b="1" dirty="0"/>
              <a:t>Fuzzy logic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7017" y="1593669"/>
            <a:ext cx="8934994" cy="4794067"/>
          </a:xfrm>
        </p:spPr>
        <p:txBody>
          <a:bodyPr>
            <a:noAutofit/>
          </a:bodyPr>
          <a:lstStyle/>
          <a:p>
            <a:pPr lvl="1">
              <a:spcAft>
                <a:spcPts val="1200"/>
              </a:spcAft>
            </a:pPr>
            <a:r>
              <a:rPr lang="en-US" sz="2800" dirty="0"/>
              <a:t>Developed by </a:t>
            </a:r>
            <a:r>
              <a:rPr lang="en-US" sz="2800" dirty="0" err="1"/>
              <a:t>Lotfi</a:t>
            </a:r>
            <a:r>
              <a:rPr lang="en-US" sz="2800" dirty="0"/>
              <a:t> </a:t>
            </a:r>
            <a:r>
              <a:rPr lang="en-US" sz="2800" dirty="0" err="1"/>
              <a:t>Zadeh</a:t>
            </a:r>
            <a:r>
              <a:rPr lang="en-US" sz="2800" dirty="0"/>
              <a:t> in 1965</a:t>
            </a:r>
          </a:p>
          <a:p>
            <a:pPr lvl="1">
              <a:spcAft>
                <a:spcPts val="1200"/>
              </a:spcAft>
            </a:pPr>
            <a:r>
              <a:rPr lang="en-US" sz="2800" dirty="0"/>
              <a:t>Based on a system of non-digital (continuous &amp; fuzzy without crisp boundaries) set theory and rules.</a:t>
            </a:r>
          </a:p>
          <a:p>
            <a:pPr lvl="2"/>
            <a:r>
              <a:rPr lang="en-US" sz="2400" dirty="0"/>
              <a:t>An accurate quantitative model is not required to control a plant or determine appropriate action.</a:t>
            </a:r>
          </a:p>
          <a:p>
            <a:pPr lvl="2"/>
            <a:r>
              <a:rPr lang="en-US" sz="2400" dirty="0"/>
              <a:t>The key advantage is its ability to deal with vague systems and its use of linguistic variables.</a:t>
            </a:r>
          </a:p>
          <a:p>
            <a:pPr lvl="2">
              <a:spcAft>
                <a:spcPts val="1200"/>
              </a:spcAft>
            </a:pPr>
            <a:r>
              <a:rPr lang="en-US" sz="2400" dirty="0"/>
              <a:t>Leads to faster and simpler program development of system controllers.</a:t>
            </a:r>
          </a:p>
          <a:p>
            <a:pPr lvl="1"/>
            <a:r>
              <a:rPr lang="en-US" sz="2800" dirty="0"/>
              <a:t>It can be a decision support system tool for managers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5153" y="1845733"/>
            <a:ext cx="1776547" cy="2487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045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6658"/>
          </a:xfrm>
        </p:spPr>
        <p:txBody>
          <a:bodyPr/>
          <a:lstStyle/>
          <a:p>
            <a:r>
              <a:rPr lang="en-US" b="1" dirty="0"/>
              <a:t>Fuzzy logic boom in Japan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7384" y="1690688"/>
            <a:ext cx="7968342" cy="4501106"/>
          </a:xfrm>
        </p:spPr>
        <p:txBody>
          <a:bodyPr>
            <a:noAutofit/>
          </a:bodyPr>
          <a:lstStyle/>
          <a:p>
            <a:pPr lvl="1"/>
            <a:r>
              <a:rPr lang="en-US" sz="2800" dirty="0"/>
              <a:t>Sendai Subway automatic train operation control system – 1987</a:t>
            </a:r>
          </a:p>
          <a:p>
            <a:pPr lvl="2"/>
            <a:r>
              <a:rPr lang="en-US" sz="2400" dirty="0"/>
              <a:t>Fuzzy system controls acceleration, deceleration, and breaking of the train</a:t>
            </a:r>
          </a:p>
          <a:p>
            <a:pPr lvl="2"/>
            <a:r>
              <a:rPr lang="en-US" sz="2400" dirty="0"/>
              <a:t>Reduces energy consumption by 10%</a:t>
            </a:r>
          </a:p>
          <a:p>
            <a:pPr lvl="2"/>
            <a:r>
              <a:rPr lang="en-US" sz="2400" dirty="0"/>
              <a:t>Passengers hardly feel the change of velocity of the train</a:t>
            </a:r>
          </a:p>
          <a:p>
            <a:pPr lvl="2"/>
            <a:r>
              <a:rPr lang="en-US" sz="2400" dirty="0"/>
              <a:t>Calculations considered:</a:t>
            </a:r>
          </a:p>
          <a:p>
            <a:pPr lvl="3"/>
            <a:r>
              <a:rPr lang="en-US" sz="2000" dirty="0"/>
              <a:t>acceleration to a target speed with velocity oscillation</a:t>
            </a:r>
          </a:p>
          <a:p>
            <a:pPr lvl="3"/>
            <a:r>
              <a:rPr lang="en-US" sz="2000" dirty="0"/>
              <a:t>maintaining target speed (coasting)</a:t>
            </a:r>
          </a:p>
          <a:p>
            <a:pPr lvl="3"/>
            <a:r>
              <a:rPr lang="en-US" sz="2000" dirty="0"/>
              <a:t>stopping at the correct location with velocity control for a no motion feel</a:t>
            </a:r>
          </a:p>
          <a:p>
            <a:pPr lvl="1"/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3440" y="2181497"/>
            <a:ext cx="3374572" cy="2530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256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941306"/>
          </a:xfrm>
        </p:spPr>
        <p:txBody>
          <a:bodyPr/>
          <a:lstStyle/>
          <a:p>
            <a:r>
              <a:rPr lang="en-US" dirty="0"/>
              <a:t>How fuzzy logic work in machines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5068389" cy="4023360"/>
          </a:xfrm>
        </p:spPr>
        <p:txBody>
          <a:bodyPr>
            <a:normAutofit/>
          </a:bodyPr>
          <a:lstStyle/>
          <a:p>
            <a:r>
              <a:rPr lang="en-US" sz="3200" dirty="0"/>
              <a:t>Air conditioners</a:t>
            </a:r>
          </a:p>
          <a:p>
            <a:pPr lvl="1"/>
            <a:r>
              <a:rPr lang="en-US" sz="3000" dirty="0"/>
              <a:t>Periodically check the room temperature against the target temperature</a:t>
            </a:r>
          </a:p>
          <a:p>
            <a:pPr lvl="1"/>
            <a:r>
              <a:rPr lang="en-US" sz="3000" dirty="0"/>
              <a:t>Accordingly decides whether to cool, or heat  the room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721" y="1829337"/>
            <a:ext cx="4295382" cy="4039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3294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Crisp sets Vs. Fuzzy 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Crisp set:</a:t>
            </a:r>
          </a:p>
          <a:p>
            <a:pPr lvl="1"/>
            <a:r>
              <a:rPr lang="en-US" dirty="0"/>
              <a:t>An element is either a member of the set or not</a:t>
            </a:r>
          </a:p>
          <a:p>
            <a:pPr lvl="1"/>
            <a:r>
              <a:rPr lang="en-US" dirty="0"/>
              <a:t>Most of the things that we deal with in our life belong to crisp sets</a:t>
            </a:r>
          </a:p>
          <a:p>
            <a:pPr lvl="1"/>
            <a:r>
              <a:rPr lang="en-US" dirty="0"/>
              <a:t>It’s a car, for example</a:t>
            </a:r>
          </a:p>
          <a:p>
            <a:pPr lvl="1"/>
            <a:r>
              <a:rPr lang="en-US" dirty="0"/>
              <a:t>The car is ‘Red’, is another example</a:t>
            </a:r>
          </a:p>
          <a:p>
            <a:r>
              <a:rPr lang="en-US" dirty="0"/>
              <a:t>Fuzzy set:</a:t>
            </a:r>
          </a:p>
          <a:p>
            <a:pPr lvl="1"/>
            <a:r>
              <a:rPr lang="en-US" dirty="0"/>
              <a:t>An element has a partial membership to a set</a:t>
            </a:r>
          </a:p>
          <a:p>
            <a:pPr lvl="1"/>
            <a:r>
              <a:rPr lang="en-US" dirty="0"/>
              <a:t>The current distance to the car in front can be a partial member of the class ‘far’ as well as ‘close’</a:t>
            </a:r>
          </a:p>
          <a:p>
            <a:pPr lvl="1"/>
            <a:r>
              <a:rPr lang="en-US" dirty="0"/>
              <a:t>‘Sue is tall and short’ !!</a:t>
            </a:r>
          </a:p>
        </p:txBody>
      </p:sp>
    </p:spTree>
    <p:extLst>
      <p:ext uri="{BB962C8B-B14F-4D97-AF65-F5344CB8AC3E}">
        <p14:creationId xmlns:p14="http://schemas.microsoft.com/office/powerpoint/2010/main" val="1881745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Fuzzy Logic Terminology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Fuzzy Set: Let 𝑋 be a set. 𝑋 is a fuzzy set if each element 𝑦 of 𝑋 is characterized by a membership function 𝜇</a:t>
            </a:r>
            <a:r>
              <a:rPr lang="en-US" baseline="-25000" dirty="0"/>
              <a:t>𝑋</a:t>
            </a:r>
            <a:r>
              <a:rPr lang="en-US" dirty="0"/>
              <a:t> 𝑦 :𝑋 ↦ [0,1]</a:t>
            </a:r>
          </a:p>
          <a:p>
            <a:pPr lvl="1"/>
            <a:r>
              <a:rPr lang="en-US" dirty="0"/>
              <a:t>That is, 𝜇𝑋(𝑦) is a value in the range 0 to 1, describing the degree of membership of 𝑦 within the set 𝑋</a:t>
            </a:r>
          </a:p>
          <a:p>
            <a:pPr lvl="1"/>
            <a:r>
              <a:rPr lang="en-US" dirty="0"/>
              <a:t>Ex: A given color has 0.38 membership in the set Green</a:t>
            </a:r>
          </a:p>
          <a:p>
            <a:r>
              <a:rPr lang="en-US" dirty="0"/>
              <a:t>Fuzzy Variable: a variable with fuzzy sets as its values</a:t>
            </a:r>
          </a:p>
          <a:p>
            <a:r>
              <a:rPr lang="en-US" dirty="0"/>
              <a:t>Linguistic Variable: a fuzzy variable with values that are words or sentences in a language</a:t>
            </a:r>
          </a:p>
          <a:p>
            <a:r>
              <a:rPr lang="en-US" dirty="0"/>
              <a:t>Linguistic Hedge: a term in a language used as a modifier of basic terms in linguistic values (e.g., very, somewhat, extremely)</a:t>
            </a:r>
          </a:p>
        </p:txBody>
      </p:sp>
    </p:spTree>
    <p:extLst>
      <p:ext uri="{BB962C8B-B14F-4D97-AF65-F5344CB8AC3E}">
        <p14:creationId xmlns:p14="http://schemas.microsoft.com/office/powerpoint/2010/main" val="2512888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Propositional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282518" cy="4351338"/>
          </a:xfrm>
        </p:spPr>
        <p:txBody>
          <a:bodyPr/>
          <a:lstStyle/>
          <a:p>
            <a:r>
              <a:rPr lang="en-US" dirty="0"/>
              <a:t>A propositional logic uses truth statements to form or provide other truth statements (applied in the forward chaining algorithm last week)</a:t>
            </a:r>
          </a:p>
          <a:p>
            <a:r>
              <a:rPr lang="en-US" dirty="0"/>
              <a:t>Two types of sentences: simple and compound </a:t>
            </a:r>
          </a:p>
          <a:p>
            <a:pPr lvl="1"/>
            <a:r>
              <a:rPr lang="en-US" dirty="0"/>
              <a:t>Simple sentences are propositional constants with truth values</a:t>
            </a:r>
          </a:p>
          <a:p>
            <a:pPr lvl="2"/>
            <a:r>
              <a:rPr lang="en-US" dirty="0"/>
              <a:t>Cat is a mammal</a:t>
            </a:r>
          </a:p>
          <a:p>
            <a:pPr lvl="2"/>
            <a:r>
              <a:rPr lang="en-US" dirty="0"/>
              <a:t>All lecturers are males</a:t>
            </a:r>
          </a:p>
          <a:p>
            <a:pPr lvl="1"/>
            <a:r>
              <a:rPr lang="en-US" dirty="0"/>
              <a:t>Compound sentences are formed from simpler sentences using negations, conjunctions, disjunctions, implications, reductions and equivalences</a:t>
            </a:r>
          </a:p>
          <a:p>
            <a:pPr lvl="2"/>
            <a:r>
              <a:rPr lang="en-US" dirty="0"/>
              <a:t>Sky is cloudy AND wind is strong</a:t>
            </a:r>
          </a:p>
        </p:txBody>
      </p:sp>
    </p:spTree>
    <p:extLst>
      <p:ext uri="{BB962C8B-B14F-4D97-AF65-F5344CB8AC3E}">
        <p14:creationId xmlns:p14="http://schemas.microsoft.com/office/powerpoint/2010/main" val="25775006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5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8836" y="483881"/>
            <a:ext cx="9681881" cy="6487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19920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Fuzzy Propositional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membership degree 𝜇</a:t>
            </a:r>
            <a:r>
              <a:rPr lang="en-US" baseline="-25000" dirty="0"/>
              <a:t>𝑋</a:t>
            </a:r>
            <a:r>
              <a:rPr lang="en-US" dirty="0"/>
              <a:t> 𝑦 represents the truth value of the sentence 𝑦 in the universe of discourse 𝑋</a:t>
            </a:r>
          </a:p>
          <a:p>
            <a:pPr lvl="1"/>
            <a:r>
              <a:rPr lang="en-US" dirty="0"/>
              <a:t>0 represents absolute falsity</a:t>
            </a:r>
          </a:p>
          <a:p>
            <a:pPr lvl="1"/>
            <a:r>
              <a:rPr lang="en-US" dirty="0"/>
              <a:t>1 represents absolute truth</a:t>
            </a:r>
          </a:p>
          <a:p>
            <a:r>
              <a:rPr lang="en-US" dirty="0"/>
              <a:t>A fuzzy proposition is a sentence such as “Joe is short” with a fuzzy truth value 𝜇</a:t>
            </a:r>
            <a:r>
              <a:rPr lang="en-US" baseline="-25000" dirty="0"/>
              <a:t>𝑠ℎ𝑜𝑟𝑡</a:t>
            </a:r>
            <a:r>
              <a:rPr lang="en-US" dirty="0"/>
              <a:t>(𝐽𝑜𝑒)</a:t>
            </a:r>
          </a:p>
          <a:p>
            <a:r>
              <a:rPr lang="en-US" dirty="0"/>
              <a:t>We can also read this as: Joe is a member of the set of short people with degree 𝜇</a:t>
            </a:r>
            <a:r>
              <a:rPr lang="en-US" baseline="-25000" dirty="0"/>
              <a:t>𝑠ℎ𝑜𝑟𝑡</a:t>
            </a:r>
            <a:r>
              <a:rPr lang="en-US" dirty="0"/>
              <a:t>(𝐽𝑜𝑒)</a:t>
            </a:r>
          </a:p>
        </p:txBody>
      </p:sp>
    </p:spTree>
    <p:extLst>
      <p:ext uri="{BB962C8B-B14F-4D97-AF65-F5344CB8AC3E}">
        <p14:creationId xmlns:p14="http://schemas.microsoft.com/office/powerpoint/2010/main" val="34021322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Classical sets Vs. Fuzzy 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5003074" cy="4023360"/>
          </a:xfrm>
        </p:spPr>
        <p:txBody>
          <a:bodyPr>
            <a:normAutofit/>
          </a:bodyPr>
          <a:lstStyle/>
          <a:p>
            <a:r>
              <a:rPr lang="en-US" dirty="0"/>
              <a:t>Set A: Faculty members of a department</a:t>
            </a:r>
          </a:p>
          <a:p>
            <a:r>
              <a:rPr lang="en-US" dirty="0"/>
              <a:t>Set B: Faculty members who are young (i.e., below 40)</a:t>
            </a:r>
          </a:p>
          <a:p>
            <a:r>
              <a:rPr lang="en-US" dirty="0"/>
              <a:t>In traditional crisp sets:</a:t>
            </a:r>
          </a:p>
          <a:p>
            <a:pPr lvl="1"/>
            <a:r>
              <a:rPr lang="en-US" dirty="0"/>
              <a:t>Set B only contains {x1, x2, x3}</a:t>
            </a:r>
          </a:p>
          <a:p>
            <a:r>
              <a:rPr lang="en-US" dirty="0"/>
              <a:t>In fuzzy implementation:</a:t>
            </a:r>
          </a:p>
          <a:p>
            <a:pPr lvl="1"/>
            <a:r>
              <a:rPr lang="en-US" dirty="0"/>
              <a:t>X4 and x5 could be defined as having partial memberships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5351" y="4898571"/>
            <a:ext cx="2980183" cy="9097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353" y="2525720"/>
            <a:ext cx="4558749" cy="2372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0931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Fuzzy set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449977" cy="4023360"/>
          </a:xfrm>
        </p:spPr>
        <p:txBody>
          <a:bodyPr>
            <a:normAutofit/>
          </a:bodyPr>
          <a:lstStyle/>
          <a:p>
            <a:r>
              <a:rPr lang="en-US" sz="3200" dirty="0"/>
              <a:t>Union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026" y="2427575"/>
            <a:ext cx="4909460" cy="3579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2415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Fuzzy set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2534194" cy="4023360"/>
          </a:xfrm>
        </p:spPr>
        <p:txBody>
          <a:bodyPr>
            <a:normAutofit/>
          </a:bodyPr>
          <a:lstStyle/>
          <a:p>
            <a:r>
              <a:rPr lang="en-US" sz="3200" dirty="0"/>
              <a:t>Intersection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642" y="2333604"/>
            <a:ext cx="5031787" cy="3538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0038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Fuzzy set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2756263" cy="4023360"/>
          </a:xfrm>
        </p:spPr>
        <p:txBody>
          <a:bodyPr>
            <a:normAutofit/>
          </a:bodyPr>
          <a:lstStyle/>
          <a:p>
            <a:r>
              <a:rPr lang="en-US" sz="3200" dirty="0"/>
              <a:t>Complement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1717" y="2362175"/>
            <a:ext cx="4978591" cy="3536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5944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Fuzzy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		If </a:t>
            </a:r>
            <a:r>
              <a:rPr lang="en-US" dirty="0">
                <a:solidFill>
                  <a:srgbClr val="FF0000"/>
                </a:solidFill>
              </a:rPr>
              <a:t>antecedent(s) </a:t>
            </a:r>
            <a:r>
              <a:rPr lang="en-US" dirty="0"/>
              <a:t>Then </a:t>
            </a:r>
            <a:r>
              <a:rPr lang="en-US" dirty="0">
                <a:solidFill>
                  <a:srgbClr val="FF0000"/>
                </a:solidFill>
              </a:rPr>
              <a:t>consequent(s)</a:t>
            </a:r>
          </a:p>
          <a:p>
            <a:r>
              <a:rPr lang="en-US" dirty="0"/>
              <a:t>The antecedents of a rule form a combination of fuzzy sets through application of the logic operators (i.e. complement, intersection, union)</a:t>
            </a:r>
          </a:p>
          <a:p>
            <a:pPr lvl="1"/>
            <a:r>
              <a:rPr lang="en-US" dirty="0"/>
              <a:t>Requires a/the crisp input(s) to be </a:t>
            </a:r>
            <a:r>
              <a:rPr lang="en-US" dirty="0" err="1"/>
              <a:t>fuzzified</a:t>
            </a:r>
            <a:r>
              <a:rPr lang="en-US" dirty="0"/>
              <a:t> first</a:t>
            </a:r>
          </a:p>
          <a:p>
            <a:r>
              <a:rPr lang="en-US" dirty="0"/>
              <a:t>The consequent part of a rule is usually a single fuzzy set, with a corresponding membership function</a:t>
            </a:r>
          </a:p>
        </p:txBody>
      </p:sp>
    </p:spTree>
    <p:extLst>
      <p:ext uri="{BB962C8B-B14F-4D97-AF65-F5344CB8AC3E}">
        <p14:creationId xmlns:p14="http://schemas.microsoft.com/office/powerpoint/2010/main" val="28484188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967431"/>
          </a:xfrm>
        </p:spPr>
        <p:txBody>
          <a:bodyPr/>
          <a:lstStyle/>
          <a:p>
            <a:r>
              <a:rPr lang="en-US" dirty="0"/>
              <a:t>Fuzzy system components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2567531" y="1433240"/>
            <a:ext cx="6654846" cy="5176565"/>
            <a:chOff x="2567531" y="1433240"/>
            <a:chExt cx="6654846" cy="5176565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67531" y="1433240"/>
              <a:ext cx="6654846" cy="3820170"/>
            </a:xfrm>
            <a:prstGeom prst="rect">
              <a:avLst/>
            </a:prstGeom>
          </p:spPr>
        </p:pic>
        <p:sp>
          <p:nvSpPr>
            <p:cNvPr id="5" name="Rounded Rectangle 4"/>
            <p:cNvSpPr/>
            <p:nvPr/>
          </p:nvSpPr>
          <p:spPr>
            <a:xfrm>
              <a:off x="4036423" y="5891348"/>
              <a:ext cx="1606732" cy="718457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Fuzzy Sets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008914" y="5891348"/>
              <a:ext cx="1606732" cy="718457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Fuzzy Rules</a:t>
              </a:r>
            </a:p>
          </p:txBody>
        </p:sp>
        <p:cxnSp>
          <p:nvCxnSpPr>
            <p:cNvPr id="8" name="Straight Connector 7"/>
            <p:cNvCxnSpPr/>
            <p:nvPr/>
          </p:nvCxnSpPr>
          <p:spPr>
            <a:xfrm>
              <a:off x="5225143" y="5525589"/>
              <a:ext cx="130628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6531429" y="5525589"/>
              <a:ext cx="0" cy="36575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5225143" y="5525589"/>
              <a:ext cx="0" cy="36575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 flipV="1">
              <a:off x="5878286" y="5094514"/>
              <a:ext cx="0" cy="4310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177057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89054"/>
          </a:xfrm>
        </p:spPr>
        <p:txBody>
          <a:bodyPr/>
          <a:lstStyle/>
          <a:p>
            <a:r>
              <a:rPr lang="en-US" dirty="0"/>
              <a:t>Decision process of the air conditioner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5949" y="2056347"/>
            <a:ext cx="7216507" cy="3984827"/>
          </a:xfrm>
          <a:prstGeom prst="rect">
            <a:avLst/>
          </a:prstGeom>
        </p:spPr>
      </p:pic>
      <p:sp>
        <p:nvSpPr>
          <p:cNvPr id="3" name="Oval Callout 2"/>
          <p:cNvSpPr/>
          <p:nvPr/>
        </p:nvSpPr>
        <p:spPr>
          <a:xfrm>
            <a:off x="591671" y="4303059"/>
            <a:ext cx="2151529" cy="1116106"/>
          </a:xfrm>
          <a:prstGeom prst="wedgeEllipseCallout">
            <a:avLst>
              <a:gd name="adj1" fmla="val 65417"/>
              <a:gd name="adj2" fmla="val 3478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Fuzzy associative matrix</a:t>
            </a:r>
          </a:p>
        </p:txBody>
      </p:sp>
      <p:sp>
        <p:nvSpPr>
          <p:cNvPr id="4" name="Oval Callout 3"/>
          <p:cNvSpPr/>
          <p:nvPr/>
        </p:nvSpPr>
        <p:spPr>
          <a:xfrm>
            <a:off x="9412941" y="3751729"/>
            <a:ext cx="2662518" cy="1869142"/>
          </a:xfrm>
          <a:prstGeom prst="wedgeEllipseCallout">
            <a:avLst>
              <a:gd name="adj1" fmla="val -60732"/>
              <a:gd name="adj2" fmla="val 2293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Can go up to as many as N variables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93669"/>
            <a:ext cx="23382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Prepared by human experts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2037806" y="2246811"/>
            <a:ext cx="927463" cy="7707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46960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Fuzzification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4885509" cy="4023360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/>
              <a:t>Converting the crisp input values into fuzzy sets (linguistic variables)</a:t>
            </a:r>
          </a:p>
          <a:p>
            <a:pPr lvl="1"/>
            <a:r>
              <a:rPr lang="en-US" sz="2400" dirty="0"/>
              <a:t>Done through membership functions</a:t>
            </a:r>
          </a:p>
          <a:p>
            <a:pPr lvl="1"/>
            <a:r>
              <a:rPr lang="en-US" sz="2400" dirty="0"/>
              <a:t>Ex. Temperature is mentioned as Freezing, cold, warm or hot</a:t>
            </a:r>
          </a:p>
          <a:p>
            <a:pPr lvl="1"/>
            <a:r>
              <a:rPr lang="en-US" sz="2400" dirty="0"/>
              <a:t>Belongingness to a particular set cannot be defined by a threshold point</a:t>
            </a:r>
          </a:p>
          <a:p>
            <a:pPr lvl="1"/>
            <a:r>
              <a:rPr lang="en-US" sz="2400" dirty="0" err="1"/>
              <a:t>Fuzzification</a:t>
            </a:r>
            <a:r>
              <a:rPr lang="en-US" sz="2400" dirty="0"/>
              <a:t> involves defining how much a particular value belongs to a given linguistic variable</a:t>
            </a:r>
          </a:p>
          <a:p>
            <a:pPr lvl="1"/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7222" y="1962162"/>
            <a:ext cx="3489189" cy="18611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10182" y="3863438"/>
            <a:ext cx="3345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How cool is 36 </a:t>
            </a:r>
            <a:r>
              <a:rPr lang="en-US" b="1" dirty="0" err="1"/>
              <a:t>F</a:t>
            </a:r>
            <a:r>
              <a:rPr lang="en-US" b="1" baseline="30000" dirty="0" err="1"/>
              <a:t>o</a:t>
            </a:r>
            <a:endParaRPr lang="en-US" b="1" baseline="300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222" y="4462119"/>
            <a:ext cx="3489189" cy="170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7370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23740"/>
          </a:xfrm>
        </p:spPr>
        <p:txBody>
          <a:bodyPr>
            <a:normAutofit/>
          </a:bodyPr>
          <a:lstStyle/>
          <a:p>
            <a:r>
              <a:rPr lang="en-US" sz="4000" dirty="0"/>
              <a:t>Different types of membership functions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8876" y="2402297"/>
            <a:ext cx="8636025" cy="30187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69326" y="3513909"/>
            <a:ext cx="116259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Triangular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31624" y="4999431"/>
            <a:ext cx="116259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Gaussian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0983" y="4999431"/>
            <a:ext cx="194636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Piecewise Linear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08078" y="3504419"/>
            <a:ext cx="116259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Singleton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90234" y="3485754"/>
            <a:ext cx="131798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Trapezoidal</a:t>
            </a:r>
          </a:p>
        </p:txBody>
      </p:sp>
    </p:spTree>
    <p:extLst>
      <p:ext uri="{BB962C8B-B14F-4D97-AF65-F5344CB8AC3E}">
        <p14:creationId xmlns:p14="http://schemas.microsoft.com/office/powerpoint/2010/main" val="23428623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2245"/>
            <a:ext cx="10515600" cy="706029"/>
          </a:xfrm>
        </p:spPr>
        <p:txBody>
          <a:bodyPr/>
          <a:lstStyle/>
          <a:p>
            <a:r>
              <a:rPr lang="en-US" dirty="0"/>
              <a:t>Triangular Membership Function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58" y="1674630"/>
            <a:ext cx="10650642" cy="402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6005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2245"/>
            <a:ext cx="10515600" cy="706029"/>
          </a:xfrm>
        </p:spPr>
        <p:txBody>
          <a:bodyPr/>
          <a:lstStyle/>
          <a:p>
            <a:r>
              <a:rPr lang="en-US" dirty="0"/>
              <a:t>Trapezoidal Membership Function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613" y="1749334"/>
            <a:ext cx="11132817" cy="371093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C68D969-4CEC-79D9-1552-2CA3DE46EAE5}"/>
                  </a:ext>
                </a:extLst>
              </p14:cNvPr>
              <p14:cNvContentPartPr/>
              <p14:nvPr/>
            </p14:nvContentPartPr>
            <p14:xfrm>
              <a:off x="4461480" y="2395080"/>
              <a:ext cx="5200560" cy="28807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C68D969-4CEC-79D9-1552-2CA3DE46EAE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52120" y="2385720"/>
                <a:ext cx="5219280" cy="2899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697245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95308"/>
            <a:ext cx="10515600" cy="732155"/>
          </a:xfrm>
        </p:spPr>
        <p:txBody>
          <a:bodyPr/>
          <a:lstStyle/>
          <a:p>
            <a:r>
              <a:rPr lang="en-US" dirty="0"/>
              <a:t>L- and R- Functions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412" y="927463"/>
            <a:ext cx="7877175" cy="552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2459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47560"/>
            <a:ext cx="10515600" cy="692966"/>
          </a:xfrm>
        </p:spPr>
        <p:txBody>
          <a:bodyPr>
            <a:normAutofit fontScale="90000"/>
          </a:bodyPr>
          <a:lstStyle/>
          <a:p>
            <a:r>
              <a:rPr lang="en-US" dirty="0"/>
              <a:t>Gaussian Function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72700"/>
            <a:ext cx="10445490" cy="3765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7127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129246"/>
            <a:ext cx="10058400" cy="3739848"/>
          </a:xfrm>
        </p:spPr>
        <p:txBody>
          <a:bodyPr>
            <a:normAutofit/>
          </a:bodyPr>
          <a:lstStyle/>
          <a:p>
            <a:pPr lvl="1"/>
            <a:r>
              <a:rPr lang="en-US" sz="2800" dirty="0"/>
              <a:t>Set of rules to be evaluated to derive the output</a:t>
            </a:r>
          </a:p>
          <a:p>
            <a:pPr lvl="1"/>
            <a:r>
              <a:rPr lang="en-US" sz="2800" dirty="0"/>
              <a:t>Evaluation of rules require fuzzy set operations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838" y="3387151"/>
            <a:ext cx="8913283" cy="159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9101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Fuzzy inference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53152"/>
          </a:xfrm>
        </p:spPr>
        <p:txBody>
          <a:bodyPr/>
          <a:lstStyle/>
          <a:p>
            <a:r>
              <a:rPr lang="en-US" dirty="0"/>
              <a:t>Most commonly used methods are the </a:t>
            </a:r>
            <a:r>
              <a:rPr lang="en-US" dirty="0" err="1"/>
              <a:t>Madmani’s</a:t>
            </a:r>
            <a:r>
              <a:rPr lang="en-US" dirty="0"/>
              <a:t> method and the </a:t>
            </a:r>
            <a:r>
              <a:rPr lang="en-US" dirty="0" err="1"/>
              <a:t>Sugeno’s</a:t>
            </a:r>
            <a:r>
              <a:rPr lang="en-US" dirty="0"/>
              <a:t> method.</a:t>
            </a:r>
          </a:p>
          <a:p>
            <a:pPr lvl="1"/>
            <a:r>
              <a:rPr lang="en-US" dirty="0"/>
              <a:t>Mainly differ in the way they take the output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3861" y="3413714"/>
            <a:ext cx="5448230" cy="283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3456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0263" y="365125"/>
            <a:ext cx="11064239" cy="1325563"/>
          </a:xfrm>
        </p:spPr>
        <p:txBody>
          <a:bodyPr/>
          <a:lstStyle/>
          <a:p>
            <a:r>
              <a:rPr lang="en-US" dirty="0"/>
              <a:t>Evaluating the antecedent – </a:t>
            </a:r>
            <a:r>
              <a:rPr lang="en-US" dirty="0" err="1"/>
              <a:t>Mamdani’s</a:t>
            </a:r>
            <a:r>
              <a:rPr lang="en-US" dirty="0"/>
              <a:t> method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241" y="1690688"/>
            <a:ext cx="9292046" cy="42035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67006" y="6021977"/>
            <a:ext cx="411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Applied for each rule</a:t>
            </a:r>
          </a:p>
        </p:txBody>
      </p:sp>
    </p:spTree>
    <p:extLst>
      <p:ext uri="{BB962C8B-B14F-4D97-AF65-F5344CB8AC3E}">
        <p14:creationId xmlns:p14="http://schemas.microsoft.com/office/powerpoint/2010/main" val="3045374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9183"/>
            <a:ext cx="10515600" cy="692966"/>
          </a:xfrm>
        </p:spPr>
        <p:txBody>
          <a:bodyPr>
            <a:normAutofit fontScale="90000"/>
          </a:bodyPr>
          <a:lstStyle/>
          <a:p>
            <a:r>
              <a:rPr lang="en-US" dirty="0"/>
              <a:t>Obtaining the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50860"/>
            <a:ext cx="10515600" cy="891449"/>
          </a:xfrm>
        </p:spPr>
        <p:txBody>
          <a:bodyPr/>
          <a:lstStyle/>
          <a:p>
            <a:r>
              <a:rPr lang="en-US" dirty="0"/>
              <a:t>Uses the minimum which truncates the membership function. </a:t>
            </a:r>
          </a:p>
          <a:p>
            <a:pPr lvl="1"/>
            <a:r>
              <a:rPr lang="en-US" dirty="0"/>
              <a:t>Can also use product, which multiplies the membership function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285" y="2296204"/>
            <a:ext cx="8145236" cy="4363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9368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9995"/>
            <a:ext cx="10515600" cy="588464"/>
          </a:xfrm>
        </p:spPr>
        <p:txBody>
          <a:bodyPr>
            <a:normAutofit fontScale="90000"/>
          </a:bodyPr>
          <a:lstStyle/>
          <a:p>
            <a:r>
              <a:rPr lang="en-US" dirty="0"/>
              <a:t>Combining multiple rules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849086"/>
            <a:ext cx="10515600" cy="1436914"/>
          </a:xfrm>
        </p:spPr>
        <p:txBody>
          <a:bodyPr>
            <a:normAutofit/>
          </a:bodyPr>
          <a:lstStyle/>
          <a:p>
            <a:r>
              <a:rPr lang="en-US" sz="2400" dirty="0"/>
              <a:t>Some of the most commonly used aggregation operators are the maximum, the sum and the probabilistic sum</a:t>
            </a:r>
          </a:p>
          <a:p>
            <a:r>
              <a:rPr lang="en-US" sz="2400" dirty="0"/>
              <a:t>Ex: Using max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7359" y="1567543"/>
            <a:ext cx="66675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0724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85BF9-9998-C0EF-F245-8A71EF337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63A953-AFEF-198C-881C-D2FBC32A1F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D9F1DAF-3044-89F8-D51A-F09F33484F0A}"/>
                  </a:ext>
                </a:extLst>
              </p14:cNvPr>
              <p14:cNvContentPartPr/>
              <p14:nvPr/>
            </p14:nvContentPartPr>
            <p14:xfrm>
              <a:off x="2160" y="400680"/>
              <a:ext cx="7221960" cy="42591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D9F1DAF-3044-89F8-D51A-F09F33484F0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7200" y="391320"/>
                <a:ext cx="7240680" cy="4277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408738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Defuzzification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690687"/>
            <a:ext cx="5590903" cy="4723175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The result of inference (control output) is still vague or fuzzy</a:t>
            </a:r>
          </a:p>
          <a:p>
            <a:r>
              <a:rPr lang="en-US" sz="2800" dirty="0"/>
              <a:t>Defuzzification helps getting an output suitable for real applications from a fuzzy inference</a:t>
            </a:r>
          </a:p>
          <a:p>
            <a:r>
              <a:rPr lang="en-US" sz="2800" dirty="0"/>
              <a:t>Convert the fuzzy output back to the crisp or classical output to the control objective</a:t>
            </a:r>
          </a:p>
          <a:p>
            <a:r>
              <a:rPr lang="en-US" dirty="0"/>
              <a:t>There are few notable methods:  </a:t>
            </a:r>
          </a:p>
          <a:p>
            <a:pPr lvl="1"/>
            <a:r>
              <a:rPr lang="en-US" dirty="0"/>
              <a:t>first of maximum, middle of maximum, last of maximum, mean of maximum, center of gravity (centroid)</a:t>
            </a:r>
          </a:p>
          <a:p>
            <a:endParaRPr lang="en-US" sz="2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7263" y="1528354"/>
            <a:ext cx="4834251" cy="3992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9513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Defuzzification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6178731" cy="4023360"/>
          </a:xfrm>
        </p:spPr>
        <p:txBody>
          <a:bodyPr>
            <a:normAutofit/>
          </a:bodyPr>
          <a:lstStyle/>
          <a:p>
            <a:r>
              <a:rPr lang="en-US" sz="2400" dirty="0"/>
              <a:t>Center of Gravity Method (Centroid method)</a:t>
            </a:r>
          </a:p>
          <a:p>
            <a:pPr lvl="1"/>
            <a:r>
              <a:rPr lang="en-US" sz="2200" dirty="0"/>
              <a:t>Could be considered as the most popular technique</a:t>
            </a:r>
          </a:p>
          <a:p>
            <a:pPr lvl="1"/>
            <a:r>
              <a:rPr lang="en-US" sz="2200" dirty="0"/>
              <a:t>The weighted average of the membership function or the area bounded by the membership function curve is computed</a:t>
            </a:r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lvl="1"/>
            <a:r>
              <a:rPr lang="en-US" sz="2200" dirty="0"/>
              <a:t>If x is continuous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4708" y="2185122"/>
            <a:ext cx="4342735" cy="281795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5248" y="3985296"/>
            <a:ext cx="2362494" cy="91806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5248" y="5439921"/>
            <a:ext cx="2331624" cy="858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6530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4219303" cy="4023360"/>
          </a:xfrm>
        </p:spPr>
        <p:txBody>
          <a:bodyPr>
            <a:normAutofit/>
          </a:bodyPr>
          <a:lstStyle/>
          <a:p>
            <a:r>
              <a:rPr lang="en-US" sz="2400" dirty="0"/>
              <a:t>Suppose an air conditioner operates with two inputs; the current temperature and the temperature change rate (change per hour)</a:t>
            </a:r>
          </a:p>
          <a:p>
            <a:r>
              <a:rPr lang="en-US" sz="2400" dirty="0"/>
              <a:t>There are two input membership functions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4559" y="1845734"/>
            <a:ext cx="4207531" cy="17074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3749040"/>
            <a:ext cx="39841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Membership function of temperature input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2862" y="4283496"/>
            <a:ext cx="3114286" cy="14285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94559" y="5872965"/>
            <a:ext cx="46503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Membership function of temperature change input</a:t>
            </a:r>
          </a:p>
        </p:txBody>
      </p:sp>
    </p:spTree>
    <p:extLst>
      <p:ext uri="{BB962C8B-B14F-4D97-AF65-F5344CB8AC3E}">
        <p14:creationId xmlns:p14="http://schemas.microsoft.com/office/powerpoint/2010/main" val="37401384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4911634" cy="4023360"/>
          </a:xfrm>
        </p:spPr>
        <p:txBody>
          <a:bodyPr>
            <a:normAutofit/>
          </a:bodyPr>
          <a:lstStyle/>
          <a:p>
            <a:r>
              <a:rPr lang="en-US" sz="2800" dirty="0"/>
              <a:t>Fuzzy control rules could be represented as a table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842" y="4090541"/>
            <a:ext cx="4676525" cy="151155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1917" y="4090540"/>
            <a:ext cx="6001774" cy="2028186"/>
          </a:xfrm>
          <a:prstGeom prst="rect">
            <a:avLst/>
          </a:prstGeom>
        </p:spPr>
      </p:pic>
      <p:sp>
        <p:nvSpPr>
          <p:cNvPr id="7" name="Curved Up Arrow 6"/>
          <p:cNvSpPr/>
          <p:nvPr/>
        </p:nvSpPr>
        <p:spPr>
          <a:xfrm flipV="1">
            <a:off x="4245428" y="3433526"/>
            <a:ext cx="2259875" cy="548640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571917" y="2999228"/>
            <a:ext cx="3644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Suppose these four rules are applied</a:t>
            </a:r>
          </a:p>
        </p:txBody>
      </p:sp>
    </p:spTree>
    <p:extLst>
      <p:ext uri="{BB962C8B-B14F-4D97-AF65-F5344CB8AC3E}">
        <p14:creationId xmlns:p14="http://schemas.microsoft.com/office/powerpoint/2010/main" val="3866913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2455817" cy="4023360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The fuzzy rules could be illustrated as functional graphs</a:t>
            </a:r>
          </a:p>
          <a:p>
            <a:r>
              <a:rPr lang="en-US" sz="2400" dirty="0"/>
              <a:t>Consider a case of 35F</a:t>
            </a:r>
            <a:r>
              <a:rPr lang="en-US" sz="2400" baseline="30000" dirty="0"/>
              <a:t>o</a:t>
            </a:r>
            <a:r>
              <a:rPr lang="en-US" sz="2400" dirty="0"/>
              <a:t> temperature and </a:t>
            </a:r>
            <a:r>
              <a:rPr lang="en-US" sz="2400" dirty="0" err="1"/>
              <a:t>and</a:t>
            </a:r>
            <a:r>
              <a:rPr lang="en-US" sz="2400" dirty="0"/>
              <a:t> 1F</a:t>
            </a:r>
            <a:r>
              <a:rPr lang="en-US" sz="2400" baseline="30000" dirty="0"/>
              <a:t>o</a:t>
            </a:r>
            <a:r>
              <a:rPr lang="en-US" sz="2400" dirty="0"/>
              <a:t>/</a:t>
            </a:r>
            <a:r>
              <a:rPr lang="en-US" sz="2400" dirty="0" err="1"/>
              <a:t>hr</a:t>
            </a:r>
            <a:r>
              <a:rPr lang="en-US" sz="2400" dirty="0"/>
              <a:t> change of temperature</a:t>
            </a:r>
          </a:p>
          <a:p>
            <a:r>
              <a:rPr lang="en-US" sz="2400" dirty="0"/>
              <a:t>Fuzzy output is the intersection or AND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155" y="2028842"/>
            <a:ext cx="5001994" cy="4306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04155" y="4611188"/>
            <a:ext cx="325491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800" b="1" dirty="0"/>
              <a:t>0.6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1195" y="4503466"/>
            <a:ext cx="325491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800" b="1" dirty="0"/>
              <a:t>0.6</a:t>
            </a:r>
          </a:p>
        </p:txBody>
      </p:sp>
    </p:spTree>
    <p:extLst>
      <p:ext uri="{BB962C8B-B14F-4D97-AF65-F5344CB8AC3E}">
        <p14:creationId xmlns:p14="http://schemas.microsoft.com/office/powerpoint/2010/main" val="20514208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DEEE047-7D15-6329-A5B3-608C5E5EC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681" y="106386"/>
            <a:ext cx="4207531" cy="17074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B38322D-7EE0-219B-A293-41BED59D4A15}"/>
              </a:ext>
            </a:extLst>
          </p:cNvPr>
          <p:cNvSpPr txBox="1"/>
          <p:nvPr/>
        </p:nvSpPr>
        <p:spPr>
          <a:xfrm>
            <a:off x="483042" y="2009692"/>
            <a:ext cx="39841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Membership function of temperature input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88ECD0-FD5F-1F78-2113-EA5FAB1AAA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984" y="2544148"/>
            <a:ext cx="3114286" cy="14285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7D23FD4-5A9F-6705-7C95-B111A5D003C2}"/>
              </a:ext>
            </a:extLst>
          </p:cNvPr>
          <p:cNvSpPr txBox="1"/>
          <p:nvPr/>
        </p:nvSpPr>
        <p:spPr>
          <a:xfrm>
            <a:off x="259681" y="4133617"/>
            <a:ext cx="46503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Membership function of temperature change input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A7ADA6-3520-F5F8-E849-8AFBBC3FA0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984" y="4827856"/>
            <a:ext cx="6005080" cy="20301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696D629-8746-4746-9EDD-B5825A1516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022" y="551023"/>
            <a:ext cx="5001994" cy="43066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E32B5DE-C5B7-8E8A-806E-39071AF7A513}"/>
              </a:ext>
            </a:extLst>
          </p:cNvPr>
          <p:cNvSpPr txBox="1"/>
          <p:nvPr/>
        </p:nvSpPr>
        <p:spPr>
          <a:xfrm>
            <a:off x="8289235" y="5685183"/>
            <a:ext cx="30612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Input:</a:t>
            </a:r>
          </a:p>
          <a:p>
            <a:r>
              <a:rPr lang="en-US" dirty="0"/>
              <a:t>35F and 1F/</a:t>
            </a:r>
            <a:r>
              <a:rPr lang="en-US" dirty="0" err="1"/>
              <a:t>hr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37483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5943600" cy="4023360"/>
          </a:xfrm>
        </p:spPr>
        <p:txBody>
          <a:bodyPr>
            <a:normAutofit/>
          </a:bodyPr>
          <a:lstStyle/>
          <a:p>
            <a:r>
              <a:rPr lang="en-US" sz="2400" dirty="0"/>
              <a:t>Four sets of fuzzy outputs exist for a given pair of temperature and change of temperature</a:t>
            </a:r>
          </a:p>
          <a:p>
            <a:r>
              <a:rPr lang="en-US" sz="2400" dirty="0"/>
              <a:t>How to determine the crisp value to control the device?</a:t>
            </a:r>
            <a:endParaRPr lang="en-US" sz="2000" dirty="0"/>
          </a:p>
          <a:p>
            <a:r>
              <a:rPr lang="en-US" sz="2200" dirty="0" err="1"/>
              <a:t>CoG</a:t>
            </a:r>
            <a:r>
              <a:rPr lang="en-US" sz="2200" dirty="0"/>
              <a:t> method</a:t>
            </a:r>
          </a:p>
          <a:p>
            <a:pPr lvl="1"/>
            <a:r>
              <a:rPr lang="en-US" sz="2000" dirty="0"/>
              <a:t> Action is given by the center of the summed area, which is contributed by the different fuzzy outputs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5342" y="2223899"/>
            <a:ext cx="4988454" cy="245260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2662" y="4745365"/>
            <a:ext cx="4279726" cy="618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5526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EF335-CF6D-080A-C5CA-C21EE3923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the data analytics applications of Fuzzy Logic?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5AC86-AA4C-431D-F02D-91E21CAB6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fuzzy logic be used for image annotation? </a:t>
            </a:r>
          </a:p>
        </p:txBody>
      </p:sp>
    </p:spTree>
    <p:extLst>
      <p:ext uri="{BB962C8B-B14F-4D97-AF65-F5344CB8AC3E}">
        <p14:creationId xmlns:p14="http://schemas.microsoft.com/office/powerpoint/2010/main" val="28134650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71EAE-14FB-73E4-CF91-8942C9C31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C871A-8CFE-22B3-68A0-ADC48622C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https://www.edureka.co/blog/fuzzy-logic-ai/</a:t>
            </a:r>
            <a:endParaRPr lang="en-US" dirty="0"/>
          </a:p>
          <a:p>
            <a:r>
              <a:rPr lang="en-US" dirty="0">
                <a:hlinkClick r:id="rId3"/>
              </a:rPr>
              <a:t>https://www.mathworks.com/help/fuzzy/types-of-fuzzy-inference-systems.html;jsessionid=6d0b605a29fa96472af9105b36f5</a:t>
            </a:r>
            <a:endParaRPr lang="en-US" dirty="0"/>
          </a:p>
          <a:p>
            <a:r>
              <a:rPr lang="en-US" dirty="0">
                <a:hlinkClick r:id="rId4"/>
              </a:rPr>
              <a:t>https://www.researchgate.net/profile/Robertas-Damasevicius-2/publication/313802182_Intelligent_tagging_of_online_texts_using_fuzzy_logic/links/599d1e0daca272dff12bdf13/Intelligent-tagging-of-online-texts-using-fuzzy-logic.pdf</a:t>
            </a:r>
            <a:endParaRPr lang="en-US" dirty="0"/>
          </a:p>
          <a:p>
            <a:r>
              <a:rPr lang="en-US" dirty="0"/>
              <a:t>https://jecei.sru.ac.ir/article_526_35eeea5f0f632cb283d22d78960d9308.pdf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43072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17935</TotalTime>
  <Words>1431</Words>
  <Application>Microsoft Office PowerPoint</Application>
  <PresentationFormat>Widescreen</PresentationFormat>
  <Paragraphs>171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Arial</vt:lpstr>
      <vt:lpstr>Calibri</vt:lpstr>
      <vt:lpstr>Calibri Light</vt:lpstr>
      <vt:lpstr>Office Theme</vt:lpstr>
      <vt:lpstr>Fuzzy Logic Systems</vt:lpstr>
      <vt:lpstr>What is it?</vt:lpstr>
      <vt:lpstr>Binary Vs. Fuzzy Logic</vt:lpstr>
      <vt:lpstr>How do you give a tip at a restaurant?</vt:lpstr>
      <vt:lpstr>Fuzzy logic </vt:lpstr>
      <vt:lpstr>Fuzzy logic boom in Japan</vt:lpstr>
      <vt:lpstr>How fuzzy logic work in machines</vt:lpstr>
      <vt:lpstr>Crisp sets Vs. Fuzzy sets</vt:lpstr>
      <vt:lpstr>Fuzzy Logic Terminology</vt:lpstr>
      <vt:lpstr>Propositional Logic</vt:lpstr>
      <vt:lpstr>PowerPoint Presentation</vt:lpstr>
      <vt:lpstr>Fuzzy Propositional Logic</vt:lpstr>
      <vt:lpstr>Classical sets Vs. Fuzzy sets</vt:lpstr>
      <vt:lpstr>Fuzzy set operations</vt:lpstr>
      <vt:lpstr>Fuzzy set operations</vt:lpstr>
      <vt:lpstr>Fuzzy set operations</vt:lpstr>
      <vt:lpstr>Fuzzy Rules</vt:lpstr>
      <vt:lpstr>Fuzzy system components</vt:lpstr>
      <vt:lpstr>Decision process of the air conditioner</vt:lpstr>
      <vt:lpstr>Fuzzification</vt:lpstr>
      <vt:lpstr>Different types of membership functions</vt:lpstr>
      <vt:lpstr>Triangular Membership Function</vt:lpstr>
      <vt:lpstr>Trapezoidal Membership Function</vt:lpstr>
      <vt:lpstr>L- and R- Functions</vt:lpstr>
      <vt:lpstr>Gaussian Function</vt:lpstr>
      <vt:lpstr>Inference</vt:lpstr>
      <vt:lpstr>Fuzzy inference methods</vt:lpstr>
      <vt:lpstr>Evaluating the antecedent – Mamdani’s method</vt:lpstr>
      <vt:lpstr>Obtaining the conclusion</vt:lpstr>
      <vt:lpstr>Combining multiple rules</vt:lpstr>
      <vt:lpstr>PowerPoint Presentation</vt:lpstr>
      <vt:lpstr>Defuzzification</vt:lpstr>
      <vt:lpstr>Defuzzification Techniques</vt:lpstr>
      <vt:lpstr>Example</vt:lpstr>
      <vt:lpstr>Example</vt:lpstr>
      <vt:lpstr>Example</vt:lpstr>
      <vt:lpstr>PowerPoint Presentation</vt:lpstr>
      <vt:lpstr>Example</vt:lpstr>
      <vt:lpstr>What are the data analytics applications of Fuzzy Logic?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Fuzzy Logic Systems</dc:title>
  <dc:creator>Chathura Rajapaksha</dc:creator>
  <cp:lastModifiedBy>Centre for Strategic Planning &amp; University Statistics</cp:lastModifiedBy>
  <cp:revision>140</cp:revision>
  <dcterms:created xsi:type="dcterms:W3CDTF">2017-12-07T09:30:27Z</dcterms:created>
  <dcterms:modified xsi:type="dcterms:W3CDTF">2024-11-09T06:03:28Z</dcterms:modified>
</cp:coreProperties>
</file>