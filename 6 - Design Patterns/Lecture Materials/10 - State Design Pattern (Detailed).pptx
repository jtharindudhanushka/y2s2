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34"/>
  </p:notesMasterIdLst>
  <p:sldIdLst>
    <p:sldId id="256" r:id="rId5"/>
    <p:sldId id="258" r:id="rId6"/>
    <p:sldId id="259" r:id="rId7"/>
    <p:sldId id="281" r:id="rId8"/>
    <p:sldId id="260" r:id="rId9"/>
    <p:sldId id="261" r:id="rId10"/>
    <p:sldId id="262" r:id="rId11"/>
    <p:sldId id="282" r:id="rId12"/>
    <p:sldId id="265" r:id="rId13"/>
    <p:sldId id="266" r:id="rId14"/>
    <p:sldId id="267" r:id="rId15"/>
    <p:sldId id="268" r:id="rId16"/>
    <p:sldId id="290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63" r:id="rId26"/>
    <p:sldId id="284" r:id="rId27"/>
    <p:sldId id="283" r:id="rId28"/>
    <p:sldId id="287" r:id="rId29"/>
    <p:sldId id="288" r:id="rId30"/>
    <p:sldId id="285" r:id="rId31"/>
    <p:sldId id="286" r:id="rId32"/>
    <p:sldId id="289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03012-A257-F944-C0DD-9CFBE6AED983}" v="3" dt="2025-11-25T11:12:04.014"/>
    <p1510:client id="{BCC72AEF-8998-DA17-C959-2A4E0A1274DA}" v="2" dt="2025-11-26T16:36:48.468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aa232db2-7a78-4414-a529-33db9124cba7::" providerId="AD" clId="Web-{BCC72AEF-8998-DA17-C959-2A4E0A1274DA}"/>
    <pc:docChg chg="modSld">
      <pc:chgData name="Guest User" userId="S::urn:spo:tenantanon#aa232db2-7a78-4414-a529-33db9124cba7::" providerId="AD" clId="Web-{BCC72AEF-8998-DA17-C959-2A4E0A1274DA}" dt="2025-11-26T16:36:48.468" v="1" actId="1076"/>
      <pc:docMkLst>
        <pc:docMk/>
      </pc:docMkLst>
      <pc:sldChg chg="modSp">
        <pc:chgData name="Guest User" userId="S::urn:spo:tenantanon#aa232db2-7a78-4414-a529-33db9124cba7::" providerId="AD" clId="Web-{BCC72AEF-8998-DA17-C959-2A4E0A1274DA}" dt="2025-11-26T16:36:48.468" v="1" actId="1076"/>
        <pc:sldMkLst>
          <pc:docMk/>
          <pc:sldMk cId="0" sldId="269"/>
        </pc:sldMkLst>
        <pc:picChg chg="mod">
          <ac:chgData name="Guest User" userId="S::urn:spo:tenantanon#aa232db2-7a78-4414-a529-33db9124cba7::" providerId="AD" clId="Web-{BCC72AEF-8998-DA17-C959-2A4E0A1274DA}" dt="2025-11-26T16:36:48.468" v="1" actId="1076"/>
          <ac:picMkLst>
            <pc:docMk/>
            <pc:sldMk cId="0" sldId="269"/>
            <ac:picMk id="3" creationId="{BD38AE27-A50C-6BD2-04BE-60F8B6FB3ACE}"/>
          </ac:picMkLst>
        </pc:picChg>
      </pc:sldChg>
    </pc:docChg>
  </pc:docChgLst>
  <pc:docChgLst>
    <pc:chgData name="Guest User" userId="S::urn:spo:tenantanon#aa232db2-7a78-4414-a529-33db9124cba7::" providerId="AD" clId="Web-{8AE03012-A257-F944-C0DD-9CFBE6AED983}"/>
    <pc:docChg chg="modSld sldOrd">
      <pc:chgData name="Guest User" userId="S::urn:spo:tenantanon#aa232db2-7a78-4414-a529-33db9124cba7::" providerId="AD" clId="Web-{8AE03012-A257-F944-C0DD-9CFBE6AED983}" dt="2025-11-25T11:12:04.014" v="10"/>
      <pc:docMkLst>
        <pc:docMk/>
      </pc:docMkLst>
      <pc:sldChg chg="modSp ord">
        <pc:chgData name="Guest User" userId="S::urn:spo:tenantanon#aa232db2-7a78-4414-a529-33db9124cba7::" providerId="AD" clId="Web-{8AE03012-A257-F944-C0DD-9CFBE6AED983}" dt="2025-11-25T11:12:04.014" v="10"/>
        <pc:sldMkLst>
          <pc:docMk/>
          <pc:sldMk cId="2900225516" sldId="281"/>
        </pc:sldMkLst>
        <pc:spChg chg="mod">
          <ac:chgData name="Guest User" userId="S::urn:spo:tenantanon#aa232db2-7a78-4414-a529-33db9124cba7::" providerId="AD" clId="Web-{8AE03012-A257-F944-C0DD-9CFBE6AED983}" dt="2025-11-25T11:12:02.468" v="9" actId="1076"/>
          <ac:spMkLst>
            <pc:docMk/>
            <pc:sldMk cId="2900225516" sldId="281"/>
            <ac:spMk id="3" creationId="{5C6A498A-FC33-6D7B-54CB-B85925D6D306}"/>
          </ac:spMkLst>
        </pc:spChg>
        <pc:graphicFrameChg chg="mod">
          <ac:chgData name="Guest User" userId="S::urn:spo:tenantanon#aa232db2-7a78-4414-a529-33db9124cba7::" providerId="AD" clId="Web-{8AE03012-A257-F944-C0DD-9CFBE6AED983}" dt="2025-11-25T11:12:02.468" v="8" actId="1076"/>
          <ac:graphicFrameMkLst>
            <pc:docMk/>
            <pc:sldMk cId="2900225516" sldId="281"/>
            <ac:graphicFrameMk id="6" creationId="{E6835F0D-D0CE-F6D1-3C6D-ADE1410B5D8C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hyperlink" Target="https://openclipart.org/detail/293071/work-in-progress" TargetMode="Externa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hyperlink" Target="https://openclipart.org/detail/293071/work-in-progress" TargetMode="External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7A6662-07DE-4662-B671-B90C8A58004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BA69E5-D048-4140-95C0-7E47529BF73D}">
      <dgm:prSet/>
      <dgm:spPr/>
      <dgm:t>
        <a:bodyPr/>
        <a:lstStyle/>
        <a:p>
          <a:r>
            <a:rPr lang="en-US"/>
            <a:t>A Behavioral pattern</a:t>
          </a:r>
        </a:p>
      </dgm:t>
    </dgm:pt>
    <dgm:pt modelId="{EB2C1EED-C2DC-4A18-A524-A7A0F35FCA6B}" type="parTrans" cxnId="{04D7B599-D261-486D-B4A3-249999E47732}">
      <dgm:prSet/>
      <dgm:spPr/>
      <dgm:t>
        <a:bodyPr/>
        <a:lstStyle/>
        <a:p>
          <a:endParaRPr lang="en-US"/>
        </a:p>
      </dgm:t>
    </dgm:pt>
    <dgm:pt modelId="{347A5F06-77E7-44F8-AB2E-7F88652F0891}" type="sibTrans" cxnId="{04D7B599-D261-486D-B4A3-249999E47732}">
      <dgm:prSet/>
      <dgm:spPr/>
      <dgm:t>
        <a:bodyPr/>
        <a:lstStyle/>
        <a:p>
          <a:endParaRPr lang="en-US"/>
        </a:p>
      </dgm:t>
    </dgm:pt>
    <dgm:pt modelId="{0166719B-A067-402B-9490-BE9826F55B9A}">
      <dgm:prSet/>
      <dgm:spPr/>
      <dgm:t>
        <a:bodyPr/>
        <a:lstStyle/>
        <a:p>
          <a:r>
            <a:rPr lang="en-US"/>
            <a:t>The state pattern is primarily used when you need to change the behavior of an object based upon the state that it's in at run-time.</a:t>
          </a:r>
        </a:p>
      </dgm:t>
    </dgm:pt>
    <dgm:pt modelId="{CD881B9A-A3CC-4DCA-B1C1-35CFDA09D96E}" type="parTrans" cxnId="{7149E5B8-B8B4-4D85-9FC1-1DEC50113A04}">
      <dgm:prSet/>
      <dgm:spPr/>
      <dgm:t>
        <a:bodyPr/>
        <a:lstStyle/>
        <a:p>
          <a:endParaRPr lang="en-US"/>
        </a:p>
      </dgm:t>
    </dgm:pt>
    <dgm:pt modelId="{24B6DE32-6AEA-4A96-801F-65EA07B140FB}" type="sibTrans" cxnId="{7149E5B8-B8B4-4D85-9FC1-1DEC50113A04}">
      <dgm:prSet/>
      <dgm:spPr/>
      <dgm:t>
        <a:bodyPr/>
        <a:lstStyle/>
        <a:p>
          <a:endParaRPr lang="en-US"/>
        </a:p>
      </dgm:t>
    </dgm:pt>
    <dgm:pt modelId="{6189D858-7F54-4DE7-9367-20724101EFFC}" type="pres">
      <dgm:prSet presAssocID="{747A6662-07DE-4662-B671-B90C8A580040}" presName="outerComposite" presStyleCnt="0">
        <dgm:presLayoutVars>
          <dgm:chMax val="5"/>
          <dgm:dir/>
          <dgm:resizeHandles val="exact"/>
        </dgm:presLayoutVars>
      </dgm:prSet>
      <dgm:spPr/>
    </dgm:pt>
    <dgm:pt modelId="{78516936-0961-4B43-B5FF-49CBD59C3595}" type="pres">
      <dgm:prSet presAssocID="{747A6662-07DE-4662-B671-B90C8A580040}" presName="dummyMaxCanvas" presStyleCnt="0">
        <dgm:presLayoutVars/>
      </dgm:prSet>
      <dgm:spPr/>
    </dgm:pt>
    <dgm:pt modelId="{7E3ABD82-06FC-4B6A-8DBF-6F070A5A85E8}" type="pres">
      <dgm:prSet presAssocID="{747A6662-07DE-4662-B671-B90C8A580040}" presName="TwoNodes_1" presStyleLbl="node1" presStyleIdx="0" presStyleCnt="2">
        <dgm:presLayoutVars>
          <dgm:bulletEnabled val="1"/>
        </dgm:presLayoutVars>
      </dgm:prSet>
      <dgm:spPr/>
    </dgm:pt>
    <dgm:pt modelId="{AA4492B0-877F-424F-B959-8C53FC3E26D1}" type="pres">
      <dgm:prSet presAssocID="{747A6662-07DE-4662-B671-B90C8A580040}" presName="TwoNodes_2" presStyleLbl="node1" presStyleIdx="1" presStyleCnt="2">
        <dgm:presLayoutVars>
          <dgm:bulletEnabled val="1"/>
        </dgm:presLayoutVars>
      </dgm:prSet>
      <dgm:spPr/>
    </dgm:pt>
    <dgm:pt modelId="{76B446CD-D6A0-4B9A-A1FC-7F26CDB2F82E}" type="pres">
      <dgm:prSet presAssocID="{747A6662-07DE-4662-B671-B90C8A580040}" presName="TwoConn_1-2" presStyleLbl="fgAccFollowNode1" presStyleIdx="0" presStyleCnt="1">
        <dgm:presLayoutVars>
          <dgm:bulletEnabled val="1"/>
        </dgm:presLayoutVars>
      </dgm:prSet>
      <dgm:spPr/>
    </dgm:pt>
    <dgm:pt modelId="{B775923F-198B-4A57-8C21-A4A25952D021}" type="pres">
      <dgm:prSet presAssocID="{747A6662-07DE-4662-B671-B90C8A580040}" presName="TwoNodes_1_text" presStyleLbl="node1" presStyleIdx="1" presStyleCnt="2">
        <dgm:presLayoutVars>
          <dgm:bulletEnabled val="1"/>
        </dgm:presLayoutVars>
      </dgm:prSet>
      <dgm:spPr/>
    </dgm:pt>
    <dgm:pt modelId="{49AFBA6D-5F9E-4199-9939-A942BB5CCD40}" type="pres">
      <dgm:prSet presAssocID="{747A6662-07DE-4662-B671-B90C8A580040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4633F349-8D04-4312-99D1-F0832F868359}" type="presOf" srcId="{0166719B-A067-402B-9490-BE9826F55B9A}" destId="{49AFBA6D-5F9E-4199-9939-A942BB5CCD40}" srcOrd="1" destOrd="0" presId="urn:microsoft.com/office/officeart/2005/8/layout/vProcess5"/>
    <dgm:cxn modelId="{CB92924B-3BD3-42A2-BB4C-24929278D8D2}" type="presOf" srcId="{747A6662-07DE-4662-B671-B90C8A580040}" destId="{6189D858-7F54-4DE7-9367-20724101EFFC}" srcOrd="0" destOrd="0" presId="urn:microsoft.com/office/officeart/2005/8/layout/vProcess5"/>
    <dgm:cxn modelId="{8FDCE26D-4CEC-47EF-BA23-A7D9A5E23C60}" type="presOf" srcId="{75BA69E5-D048-4140-95C0-7E47529BF73D}" destId="{B775923F-198B-4A57-8C21-A4A25952D021}" srcOrd="1" destOrd="0" presId="urn:microsoft.com/office/officeart/2005/8/layout/vProcess5"/>
    <dgm:cxn modelId="{9070F551-4356-43C6-AC5A-CF145C2DE7F5}" type="presOf" srcId="{75BA69E5-D048-4140-95C0-7E47529BF73D}" destId="{7E3ABD82-06FC-4B6A-8DBF-6F070A5A85E8}" srcOrd="0" destOrd="0" presId="urn:microsoft.com/office/officeart/2005/8/layout/vProcess5"/>
    <dgm:cxn modelId="{74B31479-6A1D-4E71-9B93-411719FF12A0}" type="presOf" srcId="{347A5F06-77E7-44F8-AB2E-7F88652F0891}" destId="{76B446CD-D6A0-4B9A-A1FC-7F26CDB2F82E}" srcOrd="0" destOrd="0" presId="urn:microsoft.com/office/officeart/2005/8/layout/vProcess5"/>
    <dgm:cxn modelId="{C64DED7E-9DA7-42FB-8F04-876F4B835E11}" type="presOf" srcId="{0166719B-A067-402B-9490-BE9826F55B9A}" destId="{AA4492B0-877F-424F-B959-8C53FC3E26D1}" srcOrd="0" destOrd="0" presId="urn:microsoft.com/office/officeart/2005/8/layout/vProcess5"/>
    <dgm:cxn modelId="{04D7B599-D261-486D-B4A3-249999E47732}" srcId="{747A6662-07DE-4662-B671-B90C8A580040}" destId="{75BA69E5-D048-4140-95C0-7E47529BF73D}" srcOrd="0" destOrd="0" parTransId="{EB2C1EED-C2DC-4A18-A524-A7A0F35FCA6B}" sibTransId="{347A5F06-77E7-44F8-AB2E-7F88652F0891}"/>
    <dgm:cxn modelId="{7149E5B8-B8B4-4D85-9FC1-1DEC50113A04}" srcId="{747A6662-07DE-4662-B671-B90C8A580040}" destId="{0166719B-A067-402B-9490-BE9826F55B9A}" srcOrd="1" destOrd="0" parTransId="{CD881B9A-A3CC-4DCA-B1C1-35CFDA09D96E}" sibTransId="{24B6DE32-6AEA-4A96-801F-65EA07B140FB}"/>
    <dgm:cxn modelId="{0B5B2EDE-C697-4CF7-87F6-E3E478DCBDDD}" type="presParOf" srcId="{6189D858-7F54-4DE7-9367-20724101EFFC}" destId="{78516936-0961-4B43-B5FF-49CBD59C3595}" srcOrd="0" destOrd="0" presId="urn:microsoft.com/office/officeart/2005/8/layout/vProcess5"/>
    <dgm:cxn modelId="{F6393D70-4E5B-43E4-BAA4-2D8055C8435E}" type="presParOf" srcId="{6189D858-7F54-4DE7-9367-20724101EFFC}" destId="{7E3ABD82-06FC-4B6A-8DBF-6F070A5A85E8}" srcOrd="1" destOrd="0" presId="urn:microsoft.com/office/officeart/2005/8/layout/vProcess5"/>
    <dgm:cxn modelId="{54D0491A-A5A8-4129-B0D4-50D2B94F9C6A}" type="presParOf" srcId="{6189D858-7F54-4DE7-9367-20724101EFFC}" destId="{AA4492B0-877F-424F-B959-8C53FC3E26D1}" srcOrd="2" destOrd="0" presId="urn:microsoft.com/office/officeart/2005/8/layout/vProcess5"/>
    <dgm:cxn modelId="{8733E62F-43B6-47D9-9B2C-79B535EF8AE4}" type="presParOf" srcId="{6189D858-7F54-4DE7-9367-20724101EFFC}" destId="{76B446CD-D6A0-4B9A-A1FC-7F26CDB2F82E}" srcOrd="3" destOrd="0" presId="urn:microsoft.com/office/officeart/2005/8/layout/vProcess5"/>
    <dgm:cxn modelId="{5DED95B8-FB15-4BAD-B36A-1A717C8ECBAB}" type="presParOf" srcId="{6189D858-7F54-4DE7-9367-20724101EFFC}" destId="{B775923F-198B-4A57-8C21-A4A25952D021}" srcOrd="4" destOrd="0" presId="urn:microsoft.com/office/officeart/2005/8/layout/vProcess5"/>
    <dgm:cxn modelId="{056E19D3-3D23-423B-976A-439ABBC7089B}" type="presParOf" srcId="{6189D858-7F54-4DE7-9367-20724101EFFC}" destId="{49AFBA6D-5F9E-4199-9939-A942BB5CCD40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BC285D-7C90-45EC-919F-95B8ED8A0C28}" type="doc">
      <dgm:prSet loTypeId="urn:microsoft.com/office/officeart/2008/layout/PictureAccent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0B67E32-E6BD-4983-9653-5C720FF5C9AC}">
      <dgm:prSet phldrT="[Text]" custT="1"/>
      <dgm:spPr/>
      <dgm:t>
        <a:bodyPr/>
        <a:lstStyle/>
        <a:p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gm:t>
    </dgm:pt>
    <dgm:pt modelId="{B68382FD-FCD8-48AC-880B-F2BD8AC3B529}" type="parTrans" cxnId="{22882534-2790-41E0-92AE-8362E66D5214}">
      <dgm:prSet/>
      <dgm:spPr/>
      <dgm:t>
        <a:bodyPr/>
        <a:lstStyle/>
        <a:p>
          <a:endParaRPr lang="en-US"/>
        </a:p>
      </dgm:t>
    </dgm:pt>
    <dgm:pt modelId="{33370808-742A-410A-9059-EEB54400542E}" type="sibTrans" cxnId="{22882534-2790-41E0-92AE-8362E66D5214}">
      <dgm:prSet/>
      <dgm:spPr/>
      <dgm:t>
        <a:bodyPr/>
        <a:lstStyle/>
        <a:p>
          <a:endParaRPr lang="en-US"/>
        </a:p>
      </dgm:t>
    </dgm:pt>
    <dgm:pt modelId="{1CC591C8-C948-45EE-867F-895B7CBBB002}">
      <dgm:prSet phldrT="[Text]"/>
      <dgm:spPr/>
      <dgm:t>
        <a:bodyPr/>
        <a:lstStyle/>
        <a:p>
          <a:pPr>
            <a:buNone/>
          </a:pPr>
          <a:r>
            <a:rPr lang="en-US"/>
            <a:t>Factory</a:t>
          </a:r>
        </a:p>
      </dgm:t>
    </dgm:pt>
    <dgm:pt modelId="{7FE73F14-D9A5-4858-A7DF-D2C46AFBF238}" type="parTrans" cxnId="{A4DEB4F5-060F-416B-978E-D01D324F86C3}">
      <dgm:prSet/>
      <dgm:spPr/>
      <dgm:t>
        <a:bodyPr/>
        <a:lstStyle/>
        <a:p>
          <a:endParaRPr lang="en-US"/>
        </a:p>
      </dgm:t>
    </dgm:pt>
    <dgm:pt modelId="{EA925A09-6AA5-4185-9E26-54802AAEBCC0}" type="sibTrans" cxnId="{A4DEB4F5-060F-416B-978E-D01D324F86C3}">
      <dgm:prSet/>
      <dgm:spPr/>
      <dgm:t>
        <a:bodyPr/>
        <a:lstStyle/>
        <a:p>
          <a:endParaRPr lang="en-US"/>
        </a:p>
      </dgm:t>
    </dgm:pt>
    <dgm:pt modelId="{DDBB3C66-D5E4-4FC0-91BC-C61300BC37FA}">
      <dgm:prSet phldrT="[Text]"/>
      <dgm:spPr/>
      <dgm:t>
        <a:bodyPr/>
        <a:lstStyle/>
        <a:p>
          <a:r>
            <a:rPr lang="en-US" b="1"/>
            <a:t>Structural (7)</a:t>
          </a:r>
          <a:endParaRPr lang="en-US"/>
        </a:p>
      </dgm:t>
    </dgm:pt>
    <dgm:pt modelId="{8048B7FF-CAC6-410A-B397-445FF483B94B}" type="parTrans" cxnId="{1657EFE0-2A26-4DE8-9B3D-CAD70A5B058F}">
      <dgm:prSet/>
      <dgm:spPr/>
      <dgm:t>
        <a:bodyPr/>
        <a:lstStyle/>
        <a:p>
          <a:endParaRPr lang="en-US"/>
        </a:p>
      </dgm:t>
    </dgm:pt>
    <dgm:pt modelId="{D41F61FF-4452-4981-9F84-CF1EDCB01EE5}" type="sibTrans" cxnId="{1657EFE0-2A26-4DE8-9B3D-CAD70A5B058F}">
      <dgm:prSet/>
      <dgm:spPr/>
      <dgm:t>
        <a:bodyPr/>
        <a:lstStyle/>
        <a:p>
          <a:endParaRPr lang="en-US"/>
        </a:p>
      </dgm:t>
    </dgm:pt>
    <dgm:pt modelId="{2B657BF5-4A26-4CD9-B902-E0676D265266}">
      <dgm:prSet phldrT="[Text]"/>
      <dgm:spPr/>
      <dgm:t>
        <a:bodyPr/>
        <a:lstStyle/>
        <a:p>
          <a:pPr>
            <a:buNone/>
          </a:pPr>
          <a:r>
            <a:rPr lang="en-US"/>
            <a:t>Adapter</a:t>
          </a:r>
        </a:p>
      </dgm:t>
    </dgm:pt>
    <dgm:pt modelId="{AD2F32A6-90CE-40CD-8475-A244527A9B19}" type="parTrans" cxnId="{169A3ED5-5052-43A0-82D4-8E4B3A319F13}">
      <dgm:prSet/>
      <dgm:spPr/>
      <dgm:t>
        <a:bodyPr/>
        <a:lstStyle/>
        <a:p>
          <a:endParaRPr lang="en-US"/>
        </a:p>
      </dgm:t>
    </dgm:pt>
    <dgm:pt modelId="{DDB011C5-727F-4AA9-8D3F-4766D235E191}" type="sibTrans" cxnId="{169A3ED5-5052-43A0-82D4-8E4B3A319F13}">
      <dgm:prSet/>
      <dgm:spPr/>
      <dgm:t>
        <a:bodyPr/>
        <a:lstStyle/>
        <a:p>
          <a:endParaRPr lang="en-US"/>
        </a:p>
      </dgm:t>
    </dgm:pt>
    <dgm:pt modelId="{435E0EAF-C8D9-4EA8-BA75-E6227BC64A76}">
      <dgm:prSet phldrT="[Text]"/>
      <dgm:spPr/>
      <dgm:t>
        <a:bodyPr/>
        <a:lstStyle/>
        <a:p>
          <a:r>
            <a:rPr lang="en-US" b="1"/>
            <a:t>Behavioral (11)</a:t>
          </a:r>
          <a:endParaRPr lang="en-US"/>
        </a:p>
      </dgm:t>
    </dgm:pt>
    <dgm:pt modelId="{D12C3D16-34C0-4F23-9339-C8E1307B2628}" type="parTrans" cxnId="{8B733144-9B60-4310-A6E8-4DBA91DF05EF}">
      <dgm:prSet/>
      <dgm:spPr/>
      <dgm:t>
        <a:bodyPr/>
        <a:lstStyle/>
        <a:p>
          <a:endParaRPr lang="en-US"/>
        </a:p>
      </dgm:t>
    </dgm:pt>
    <dgm:pt modelId="{5A3E3F88-25FD-4B91-9416-5FFE41347D4C}" type="sibTrans" cxnId="{8B733144-9B60-4310-A6E8-4DBA91DF05EF}">
      <dgm:prSet/>
      <dgm:spPr/>
      <dgm:t>
        <a:bodyPr/>
        <a:lstStyle/>
        <a:p>
          <a:endParaRPr lang="en-US"/>
        </a:p>
      </dgm:t>
    </dgm:pt>
    <dgm:pt modelId="{518A4EE0-101F-44E6-991F-C21F5D23D07B}">
      <dgm:prSet phldrT="[Text]"/>
      <dgm:spPr/>
      <dgm:t>
        <a:bodyPr/>
        <a:lstStyle/>
        <a:p>
          <a:pPr>
            <a:buNone/>
          </a:pPr>
          <a:r>
            <a:rPr lang="en-US"/>
            <a:t>Chain Of Responsibility</a:t>
          </a:r>
        </a:p>
      </dgm:t>
    </dgm:pt>
    <dgm:pt modelId="{B568E182-4317-46C3-AF4D-3D1F55BAA12A}" type="parTrans" cxnId="{E12F90BE-AFA1-4A6D-BE07-03C33995C4DF}">
      <dgm:prSet/>
      <dgm:spPr/>
      <dgm:t>
        <a:bodyPr/>
        <a:lstStyle/>
        <a:p>
          <a:endParaRPr lang="en-US"/>
        </a:p>
      </dgm:t>
    </dgm:pt>
    <dgm:pt modelId="{70FD0B30-9EA2-4660-B21E-A06A2E6E4FA8}" type="sibTrans" cxnId="{E12F90BE-AFA1-4A6D-BE07-03C33995C4DF}">
      <dgm:prSet/>
      <dgm:spPr/>
      <dgm:t>
        <a:bodyPr/>
        <a:lstStyle/>
        <a:p>
          <a:endParaRPr lang="en-US"/>
        </a:p>
      </dgm:t>
    </dgm:pt>
    <dgm:pt modelId="{9FC16266-A3AA-4006-AC28-6A1678432771}">
      <dgm:prSet/>
      <dgm:spPr/>
      <dgm:t>
        <a:bodyPr/>
        <a:lstStyle/>
        <a:p>
          <a:pPr>
            <a:buNone/>
          </a:pPr>
          <a:r>
            <a:rPr lang="en-US"/>
            <a:t>Abstract Factory</a:t>
          </a:r>
        </a:p>
      </dgm:t>
    </dgm:pt>
    <dgm:pt modelId="{BE0196EE-5E3E-401E-BACB-F03B93060EC4}" type="parTrans" cxnId="{E2966B05-27BF-4A87-83D2-96954AC255DD}">
      <dgm:prSet/>
      <dgm:spPr/>
      <dgm:t>
        <a:bodyPr/>
        <a:lstStyle/>
        <a:p>
          <a:endParaRPr lang="en-US"/>
        </a:p>
      </dgm:t>
    </dgm:pt>
    <dgm:pt modelId="{001EA975-2D26-444D-AE7E-AABAB071BCDE}" type="sibTrans" cxnId="{E2966B05-27BF-4A87-83D2-96954AC255DD}">
      <dgm:prSet/>
      <dgm:spPr/>
      <dgm:t>
        <a:bodyPr/>
        <a:lstStyle/>
        <a:p>
          <a:endParaRPr lang="en-US"/>
        </a:p>
      </dgm:t>
    </dgm:pt>
    <dgm:pt modelId="{F9DF6F99-84D7-480E-8CB8-F8A20F1E0D1F}">
      <dgm:prSet/>
      <dgm:spPr/>
      <dgm:t>
        <a:bodyPr/>
        <a:lstStyle/>
        <a:p>
          <a:pPr>
            <a:buNone/>
          </a:pPr>
          <a:r>
            <a:rPr lang="en-US"/>
            <a:t>Singleton</a:t>
          </a:r>
        </a:p>
      </dgm:t>
    </dgm:pt>
    <dgm:pt modelId="{7ECA580C-D664-4A37-8F26-24C5067218E0}" type="parTrans" cxnId="{20F134B8-79FB-4B23-9BD4-9B63BE13AF7F}">
      <dgm:prSet/>
      <dgm:spPr/>
      <dgm:t>
        <a:bodyPr/>
        <a:lstStyle/>
        <a:p>
          <a:endParaRPr lang="en-US"/>
        </a:p>
      </dgm:t>
    </dgm:pt>
    <dgm:pt modelId="{6D7AEB61-BADC-4244-B351-402FCB861B47}" type="sibTrans" cxnId="{20F134B8-79FB-4B23-9BD4-9B63BE13AF7F}">
      <dgm:prSet/>
      <dgm:spPr/>
      <dgm:t>
        <a:bodyPr/>
        <a:lstStyle/>
        <a:p>
          <a:endParaRPr lang="en-US"/>
        </a:p>
      </dgm:t>
    </dgm:pt>
    <dgm:pt modelId="{DC603C3D-2F0D-4E4A-BECB-D8F7204D360E}">
      <dgm:prSet/>
      <dgm:spPr/>
      <dgm:t>
        <a:bodyPr/>
        <a:lstStyle/>
        <a:p>
          <a:pPr>
            <a:buNone/>
          </a:pPr>
          <a:r>
            <a:rPr lang="en-US"/>
            <a:t>Prototype</a:t>
          </a:r>
        </a:p>
      </dgm:t>
    </dgm:pt>
    <dgm:pt modelId="{A4A24C9D-E7A5-4F26-8673-CBE836464CE3}" type="parTrans" cxnId="{32918213-176B-48F2-8652-A011D7D5FAB5}">
      <dgm:prSet/>
      <dgm:spPr/>
      <dgm:t>
        <a:bodyPr/>
        <a:lstStyle/>
        <a:p>
          <a:endParaRPr lang="en-US"/>
        </a:p>
      </dgm:t>
    </dgm:pt>
    <dgm:pt modelId="{90C20434-8BE4-4795-B82E-AB3BDCCB4AF2}" type="sibTrans" cxnId="{32918213-176B-48F2-8652-A011D7D5FAB5}">
      <dgm:prSet/>
      <dgm:spPr/>
      <dgm:t>
        <a:bodyPr/>
        <a:lstStyle/>
        <a:p>
          <a:endParaRPr lang="en-US"/>
        </a:p>
      </dgm:t>
    </dgm:pt>
    <dgm:pt modelId="{C3605881-D93E-4CFF-B6EA-86A7364DB81C}">
      <dgm:prSet/>
      <dgm:spPr/>
      <dgm:t>
        <a:bodyPr/>
        <a:lstStyle/>
        <a:p>
          <a:pPr>
            <a:buNone/>
          </a:pPr>
          <a:r>
            <a:rPr lang="en-US"/>
            <a:t>Builder</a:t>
          </a:r>
        </a:p>
      </dgm:t>
    </dgm:pt>
    <dgm:pt modelId="{695E3AF8-0E64-43A8-8D8A-97F41BA6ACA8}" type="parTrans" cxnId="{A250B4AE-6502-4D80-8F80-C7F726E0C869}">
      <dgm:prSet/>
      <dgm:spPr/>
      <dgm:t>
        <a:bodyPr/>
        <a:lstStyle/>
        <a:p>
          <a:endParaRPr lang="en-US"/>
        </a:p>
      </dgm:t>
    </dgm:pt>
    <dgm:pt modelId="{E77B7C0D-D5EE-4956-8154-486FD6109B6F}" type="sibTrans" cxnId="{A250B4AE-6502-4D80-8F80-C7F726E0C869}">
      <dgm:prSet/>
      <dgm:spPr/>
      <dgm:t>
        <a:bodyPr/>
        <a:lstStyle/>
        <a:p>
          <a:endParaRPr lang="en-US"/>
        </a:p>
      </dgm:t>
    </dgm:pt>
    <dgm:pt modelId="{82F0C38A-EC2F-4D67-BAAD-D7B855C1D441}">
      <dgm:prSet/>
      <dgm:spPr/>
      <dgm:t>
        <a:bodyPr/>
        <a:lstStyle/>
        <a:p>
          <a:pPr>
            <a:buNone/>
          </a:pPr>
          <a:r>
            <a:rPr lang="en-US"/>
            <a:t>Bridge</a:t>
          </a:r>
        </a:p>
      </dgm:t>
    </dgm:pt>
    <dgm:pt modelId="{00F2F01F-1A72-4E07-AB55-DE41748EBCAD}" type="parTrans" cxnId="{53654585-08E8-415C-B5F4-9463E6D6E423}">
      <dgm:prSet/>
      <dgm:spPr/>
      <dgm:t>
        <a:bodyPr/>
        <a:lstStyle/>
        <a:p>
          <a:endParaRPr lang="en-US"/>
        </a:p>
      </dgm:t>
    </dgm:pt>
    <dgm:pt modelId="{22ED902E-568C-480E-97DE-B5056D89D754}" type="sibTrans" cxnId="{53654585-08E8-415C-B5F4-9463E6D6E423}">
      <dgm:prSet/>
      <dgm:spPr/>
      <dgm:t>
        <a:bodyPr/>
        <a:lstStyle/>
        <a:p>
          <a:endParaRPr lang="en-US"/>
        </a:p>
      </dgm:t>
    </dgm:pt>
    <dgm:pt modelId="{D7C1C573-0399-4C46-8690-32E6A99B632E}">
      <dgm:prSet/>
      <dgm:spPr/>
      <dgm:t>
        <a:bodyPr/>
        <a:lstStyle/>
        <a:p>
          <a:pPr>
            <a:buNone/>
          </a:pPr>
          <a:r>
            <a:rPr lang="en-US"/>
            <a:t>Composite</a:t>
          </a:r>
        </a:p>
      </dgm:t>
    </dgm:pt>
    <dgm:pt modelId="{6E530B3A-ACE0-416E-AA20-30F27882CC42}" type="parTrans" cxnId="{D401D52F-C216-49A6-9405-379948C0B45A}">
      <dgm:prSet/>
      <dgm:spPr/>
      <dgm:t>
        <a:bodyPr/>
        <a:lstStyle/>
        <a:p>
          <a:endParaRPr lang="en-US"/>
        </a:p>
      </dgm:t>
    </dgm:pt>
    <dgm:pt modelId="{E8C01554-DC97-4C53-8844-2AE1D6F51951}" type="sibTrans" cxnId="{D401D52F-C216-49A6-9405-379948C0B45A}">
      <dgm:prSet/>
      <dgm:spPr/>
      <dgm:t>
        <a:bodyPr/>
        <a:lstStyle/>
        <a:p>
          <a:endParaRPr lang="en-US"/>
        </a:p>
      </dgm:t>
    </dgm:pt>
    <dgm:pt modelId="{669F23B4-CCA2-4C27-8EEE-FC2C05F7097F}">
      <dgm:prSet/>
      <dgm:spPr/>
      <dgm:t>
        <a:bodyPr/>
        <a:lstStyle/>
        <a:p>
          <a:pPr>
            <a:buNone/>
          </a:pPr>
          <a:r>
            <a:rPr lang="en-US"/>
            <a:t>Decorator</a:t>
          </a:r>
        </a:p>
      </dgm:t>
    </dgm:pt>
    <dgm:pt modelId="{F27C7280-C792-45B5-9626-8EDE9A29266E}" type="parTrans" cxnId="{2698E440-9C8F-4E10-B56C-985CA50D7DFB}">
      <dgm:prSet/>
      <dgm:spPr/>
      <dgm:t>
        <a:bodyPr/>
        <a:lstStyle/>
        <a:p>
          <a:endParaRPr lang="en-US"/>
        </a:p>
      </dgm:t>
    </dgm:pt>
    <dgm:pt modelId="{034E4DD3-30AB-40C4-94D6-70CBB0E3CF50}" type="sibTrans" cxnId="{2698E440-9C8F-4E10-B56C-985CA50D7DFB}">
      <dgm:prSet/>
      <dgm:spPr/>
      <dgm:t>
        <a:bodyPr/>
        <a:lstStyle/>
        <a:p>
          <a:endParaRPr lang="en-US"/>
        </a:p>
      </dgm:t>
    </dgm:pt>
    <dgm:pt modelId="{39EBDA15-7A47-4D7F-A097-53C6F6520B13}">
      <dgm:prSet/>
      <dgm:spPr/>
      <dgm:t>
        <a:bodyPr/>
        <a:lstStyle/>
        <a:p>
          <a:pPr>
            <a:buNone/>
          </a:pPr>
          <a:r>
            <a:rPr lang="en-US"/>
            <a:t>Facade</a:t>
          </a:r>
        </a:p>
      </dgm:t>
    </dgm:pt>
    <dgm:pt modelId="{ED526A3E-13D2-4E98-A1EA-CD84CF223654}" type="parTrans" cxnId="{D28356E7-51DE-434D-9B0A-BE4CBF744C61}">
      <dgm:prSet/>
      <dgm:spPr/>
      <dgm:t>
        <a:bodyPr/>
        <a:lstStyle/>
        <a:p>
          <a:endParaRPr lang="en-US"/>
        </a:p>
      </dgm:t>
    </dgm:pt>
    <dgm:pt modelId="{ADBFF251-E5A0-4A50-A13D-A09C1A8F04A8}" type="sibTrans" cxnId="{D28356E7-51DE-434D-9B0A-BE4CBF744C61}">
      <dgm:prSet/>
      <dgm:spPr/>
      <dgm:t>
        <a:bodyPr/>
        <a:lstStyle/>
        <a:p>
          <a:endParaRPr lang="en-US"/>
        </a:p>
      </dgm:t>
    </dgm:pt>
    <dgm:pt modelId="{CCB4E9EE-D863-4BEF-96B5-C77840A3901D}">
      <dgm:prSet/>
      <dgm:spPr/>
      <dgm:t>
        <a:bodyPr/>
        <a:lstStyle/>
        <a:p>
          <a:pPr>
            <a:buNone/>
          </a:pPr>
          <a:r>
            <a:rPr lang="en-US"/>
            <a:t>Flyweight</a:t>
          </a:r>
        </a:p>
      </dgm:t>
    </dgm:pt>
    <dgm:pt modelId="{E81EF071-A62B-45B8-A526-9A81C705C004}" type="parTrans" cxnId="{1D0D69ED-9C69-4094-A47F-60C8E957D94E}">
      <dgm:prSet/>
      <dgm:spPr/>
      <dgm:t>
        <a:bodyPr/>
        <a:lstStyle/>
        <a:p>
          <a:endParaRPr lang="en-US"/>
        </a:p>
      </dgm:t>
    </dgm:pt>
    <dgm:pt modelId="{50C2F9F6-6754-4BF6-B967-350B36808AB7}" type="sibTrans" cxnId="{1D0D69ED-9C69-4094-A47F-60C8E957D94E}">
      <dgm:prSet/>
      <dgm:spPr/>
      <dgm:t>
        <a:bodyPr/>
        <a:lstStyle/>
        <a:p>
          <a:endParaRPr lang="en-US"/>
        </a:p>
      </dgm:t>
    </dgm:pt>
    <dgm:pt modelId="{265774D4-7499-4C9D-9005-739A780AACC3}">
      <dgm:prSet/>
      <dgm:spPr/>
      <dgm:t>
        <a:bodyPr/>
        <a:lstStyle/>
        <a:p>
          <a:pPr>
            <a:buNone/>
          </a:pPr>
          <a:r>
            <a:rPr lang="en-US"/>
            <a:t>Proxy</a:t>
          </a:r>
        </a:p>
      </dgm:t>
    </dgm:pt>
    <dgm:pt modelId="{28629E04-4ADE-41D8-B8A0-5BFD1F389EDA}" type="parTrans" cxnId="{3F96FEF8-EAF1-4DA7-9FCE-3CBFAB435ED3}">
      <dgm:prSet/>
      <dgm:spPr/>
      <dgm:t>
        <a:bodyPr/>
        <a:lstStyle/>
        <a:p>
          <a:endParaRPr lang="en-US"/>
        </a:p>
      </dgm:t>
    </dgm:pt>
    <dgm:pt modelId="{74356159-1D49-4FA0-AE20-7905C1C0D525}" type="sibTrans" cxnId="{3F96FEF8-EAF1-4DA7-9FCE-3CBFAB435ED3}">
      <dgm:prSet/>
      <dgm:spPr/>
      <dgm:t>
        <a:bodyPr/>
        <a:lstStyle/>
        <a:p>
          <a:endParaRPr lang="en-US"/>
        </a:p>
      </dgm:t>
    </dgm:pt>
    <dgm:pt modelId="{CA16B275-0732-4E58-9C3E-37EFEA069689}">
      <dgm:prSet/>
      <dgm:spPr/>
      <dgm:t>
        <a:bodyPr/>
        <a:lstStyle/>
        <a:p>
          <a:pPr>
            <a:buNone/>
          </a:pPr>
          <a:r>
            <a:rPr lang="en-US"/>
            <a:t>Command</a:t>
          </a:r>
        </a:p>
      </dgm:t>
    </dgm:pt>
    <dgm:pt modelId="{91BB24FE-87C5-4A31-A391-57EC41F3BFA6}" type="parTrans" cxnId="{497ECE6E-3D27-4DB1-B1F4-D8A32A0303AF}">
      <dgm:prSet/>
      <dgm:spPr/>
      <dgm:t>
        <a:bodyPr/>
        <a:lstStyle/>
        <a:p>
          <a:endParaRPr lang="en-US"/>
        </a:p>
      </dgm:t>
    </dgm:pt>
    <dgm:pt modelId="{2E16D0E8-C933-4ABC-B6A3-4344EB32779D}" type="sibTrans" cxnId="{497ECE6E-3D27-4DB1-B1F4-D8A32A0303AF}">
      <dgm:prSet/>
      <dgm:spPr/>
      <dgm:t>
        <a:bodyPr/>
        <a:lstStyle/>
        <a:p>
          <a:endParaRPr lang="en-US"/>
        </a:p>
      </dgm:t>
    </dgm:pt>
    <dgm:pt modelId="{6A3372AB-A568-4FFF-85D4-80965BB08930}">
      <dgm:prSet/>
      <dgm:spPr/>
      <dgm:t>
        <a:bodyPr/>
        <a:lstStyle/>
        <a:p>
          <a:pPr>
            <a:buNone/>
          </a:pPr>
          <a:r>
            <a:rPr lang="en-US"/>
            <a:t>Interpreter</a:t>
          </a:r>
        </a:p>
      </dgm:t>
    </dgm:pt>
    <dgm:pt modelId="{356DE15D-824B-4508-87F3-8EB280FFC20E}" type="parTrans" cxnId="{59774101-5E7B-4D97-9864-A549CE9EFF86}">
      <dgm:prSet/>
      <dgm:spPr/>
      <dgm:t>
        <a:bodyPr/>
        <a:lstStyle/>
        <a:p>
          <a:endParaRPr lang="en-US"/>
        </a:p>
      </dgm:t>
    </dgm:pt>
    <dgm:pt modelId="{86099820-350A-420C-9846-547691F1F63C}" type="sibTrans" cxnId="{59774101-5E7B-4D97-9864-A549CE9EFF86}">
      <dgm:prSet/>
      <dgm:spPr/>
      <dgm:t>
        <a:bodyPr/>
        <a:lstStyle/>
        <a:p>
          <a:endParaRPr lang="en-US"/>
        </a:p>
      </dgm:t>
    </dgm:pt>
    <dgm:pt modelId="{EEFF46E0-E6FA-4831-B1DC-00C8E406704C}">
      <dgm:prSet/>
      <dgm:spPr/>
      <dgm:t>
        <a:bodyPr/>
        <a:lstStyle/>
        <a:p>
          <a:pPr>
            <a:buNone/>
          </a:pPr>
          <a:r>
            <a:rPr lang="en-US"/>
            <a:t>Iterator</a:t>
          </a:r>
        </a:p>
      </dgm:t>
    </dgm:pt>
    <dgm:pt modelId="{3F890DFC-F025-464B-9D0C-83A15CAC76EA}" type="parTrans" cxnId="{C9746F6D-E43C-410D-91F8-166640A76F4A}">
      <dgm:prSet/>
      <dgm:spPr/>
      <dgm:t>
        <a:bodyPr/>
        <a:lstStyle/>
        <a:p>
          <a:endParaRPr lang="en-US"/>
        </a:p>
      </dgm:t>
    </dgm:pt>
    <dgm:pt modelId="{D1615101-46C0-4E6D-AC10-A0234D60888A}" type="sibTrans" cxnId="{C9746F6D-E43C-410D-91F8-166640A76F4A}">
      <dgm:prSet/>
      <dgm:spPr/>
      <dgm:t>
        <a:bodyPr/>
        <a:lstStyle/>
        <a:p>
          <a:endParaRPr lang="en-US"/>
        </a:p>
      </dgm:t>
    </dgm:pt>
    <dgm:pt modelId="{87A40218-308D-4A3F-A3A0-CF713ABC4BE8}">
      <dgm:prSet/>
      <dgm:spPr/>
      <dgm:t>
        <a:bodyPr/>
        <a:lstStyle/>
        <a:p>
          <a:pPr>
            <a:buNone/>
          </a:pPr>
          <a:r>
            <a:rPr lang="en-US"/>
            <a:t>Mediator</a:t>
          </a:r>
        </a:p>
      </dgm:t>
    </dgm:pt>
    <dgm:pt modelId="{C389F307-C7A2-4520-940A-00B70F6D1095}" type="parTrans" cxnId="{B575A5DD-C864-4072-93ED-A77128400134}">
      <dgm:prSet/>
      <dgm:spPr/>
      <dgm:t>
        <a:bodyPr/>
        <a:lstStyle/>
        <a:p>
          <a:endParaRPr lang="en-US"/>
        </a:p>
      </dgm:t>
    </dgm:pt>
    <dgm:pt modelId="{5FBFB786-19B1-4D40-8FF0-29103C6AE401}" type="sibTrans" cxnId="{B575A5DD-C864-4072-93ED-A77128400134}">
      <dgm:prSet/>
      <dgm:spPr/>
      <dgm:t>
        <a:bodyPr/>
        <a:lstStyle/>
        <a:p>
          <a:endParaRPr lang="en-US"/>
        </a:p>
      </dgm:t>
    </dgm:pt>
    <dgm:pt modelId="{C7F4C38C-8F7E-47EC-8029-CF9E9C4C6B48}">
      <dgm:prSet/>
      <dgm:spPr/>
      <dgm:t>
        <a:bodyPr/>
        <a:lstStyle/>
        <a:p>
          <a:pPr>
            <a:buNone/>
          </a:pPr>
          <a:r>
            <a:rPr lang="en-US"/>
            <a:t>Memento</a:t>
          </a:r>
        </a:p>
      </dgm:t>
    </dgm:pt>
    <dgm:pt modelId="{4732F3F3-A9B3-444F-AD05-409FDCD10D3C}" type="parTrans" cxnId="{31F97289-8FC4-4047-AF6C-4CB782EFD1DF}">
      <dgm:prSet/>
      <dgm:spPr/>
      <dgm:t>
        <a:bodyPr/>
        <a:lstStyle/>
        <a:p>
          <a:endParaRPr lang="en-US"/>
        </a:p>
      </dgm:t>
    </dgm:pt>
    <dgm:pt modelId="{70661CD3-5BDB-49D5-AD66-86041FCF0606}" type="sibTrans" cxnId="{31F97289-8FC4-4047-AF6C-4CB782EFD1DF}">
      <dgm:prSet/>
      <dgm:spPr/>
      <dgm:t>
        <a:bodyPr/>
        <a:lstStyle/>
        <a:p>
          <a:endParaRPr lang="en-US"/>
        </a:p>
      </dgm:t>
    </dgm:pt>
    <dgm:pt modelId="{425888E5-CB37-44AE-81D5-E3D0666F2D3D}">
      <dgm:prSet/>
      <dgm:spPr/>
      <dgm:t>
        <a:bodyPr/>
        <a:lstStyle/>
        <a:p>
          <a:pPr>
            <a:buNone/>
          </a:pPr>
          <a:r>
            <a:rPr lang="en-US"/>
            <a:t>Observer</a:t>
          </a:r>
        </a:p>
      </dgm:t>
    </dgm:pt>
    <dgm:pt modelId="{560B05E8-A453-4498-AE82-AD05F89644B0}" type="parTrans" cxnId="{A5F7A6AC-BA74-4BC6-8185-FE34C3CADFB1}">
      <dgm:prSet/>
      <dgm:spPr/>
      <dgm:t>
        <a:bodyPr/>
        <a:lstStyle/>
        <a:p>
          <a:endParaRPr lang="en-US"/>
        </a:p>
      </dgm:t>
    </dgm:pt>
    <dgm:pt modelId="{11957A35-8A8A-4AF9-9ED0-F06F0B18C14F}" type="sibTrans" cxnId="{A5F7A6AC-BA74-4BC6-8185-FE34C3CADFB1}">
      <dgm:prSet/>
      <dgm:spPr/>
      <dgm:t>
        <a:bodyPr/>
        <a:lstStyle/>
        <a:p>
          <a:endParaRPr lang="en-US"/>
        </a:p>
      </dgm:t>
    </dgm:pt>
    <dgm:pt modelId="{D6BB2AC8-D6AB-4F17-91D6-73B46B57B8AC}">
      <dgm:prSet/>
      <dgm:spPr/>
      <dgm:t>
        <a:bodyPr/>
        <a:lstStyle/>
        <a:p>
          <a:pPr>
            <a:buNone/>
          </a:pPr>
          <a:r>
            <a:rPr lang="en-US"/>
            <a:t>State</a:t>
          </a:r>
        </a:p>
      </dgm:t>
    </dgm:pt>
    <dgm:pt modelId="{04B26705-C14D-49E3-A5D9-C550576B93A1}" type="parTrans" cxnId="{8E1F73BF-EE1B-46B8-83C7-0CAFB9920F5B}">
      <dgm:prSet/>
      <dgm:spPr/>
      <dgm:t>
        <a:bodyPr/>
        <a:lstStyle/>
        <a:p>
          <a:endParaRPr lang="en-US"/>
        </a:p>
      </dgm:t>
    </dgm:pt>
    <dgm:pt modelId="{C3B4E574-3DC8-4243-B277-4829317EC681}" type="sibTrans" cxnId="{8E1F73BF-EE1B-46B8-83C7-0CAFB9920F5B}">
      <dgm:prSet/>
      <dgm:spPr/>
      <dgm:t>
        <a:bodyPr/>
        <a:lstStyle/>
        <a:p>
          <a:endParaRPr lang="en-US"/>
        </a:p>
      </dgm:t>
    </dgm:pt>
    <dgm:pt modelId="{611D6A56-F7BF-46EA-9C40-B4E208E6A98B}">
      <dgm:prSet/>
      <dgm:spPr/>
      <dgm:t>
        <a:bodyPr/>
        <a:lstStyle/>
        <a:p>
          <a:pPr>
            <a:buNone/>
          </a:pPr>
          <a:r>
            <a:rPr lang="en-US"/>
            <a:t>Strategy</a:t>
          </a:r>
        </a:p>
      </dgm:t>
    </dgm:pt>
    <dgm:pt modelId="{CDA2FA00-B958-4F3C-97A4-BC059C6C675B}" type="parTrans" cxnId="{654A4F5C-520E-4F9D-B1A7-CCB6D7936D2C}">
      <dgm:prSet/>
      <dgm:spPr/>
      <dgm:t>
        <a:bodyPr/>
        <a:lstStyle/>
        <a:p>
          <a:endParaRPr lang="en-US"/>
        </a:p>
      </dgm:t>
    </dgm:pt>
    <dgm:pt modelId="{D45904F2-DE9A-432F-BAC6-A95CA1ED484F}" type="sibTrans" cxnId="{654A4F5C-520E-4F9D-B1A7-CCB6D7936D2C}">
      <dgm:prSet/>
      <dgm:spPr/>
      <dgm:t>
        <a:bodyPr/>
        <a:lstStyle/>
        <a:p>
          <a:endParaRPr lang="en-US"/>
        </a:p>
      </dgm:t>
    </dgm:pt>
    <dgm:pt modelId="{7E60FE7A-2ABB-4727-86E0-109DD24C069B}">
      <dgm:prSet/>
      <dgm:spPr/>
      <dgm:t>
        <a:bodyPr/>
        <a:lstStyle/>
        <a:p>
          <a:pPr>
            <a:buNone/>
          </a:pPr>
          <a:r>
            <a:rPr lang="en-US"/>
            <a:t>Template</a:t>
          </a:r>
        </a:p>
      </dgm:t>
    </dgm:pt>
    <dgm:pt modelId="{7A46F42A-C22E-4D69-A7B3-3F82FE37F394}" type="parTrans" cxnId="{A4A76D08-11ED-4414-A812-A9D026C55198}">
      <dgm:prSet/>
      <dgm:spPr/>
      <dgm:t>
        <a:bodyPr/>
        <a:lstStyle/>
        <a:p>
          <a:endParaRPr lang="en-US"/>
        </a:p>
      </dgm:t>
    </dgm:pt>
    <dgm:pt modelId="{5A698701-715E-4727-AA86-47F5F27EB7BC}" type="sibTrans" cxnId="{A4A76D08-11ED-4414-A812-A9D026C55198}">
      <dgm:prSet/>
      <dgm:spPr/>
      <dgm:t>
        <a:bodyPr/>
        <a:lstStyle/>
        <a:p>
          <a:endParaRPr lang="en-US"/>
        </a:p>
      </dgm:t>
    </dgm:pt>
    <dgm:pt modelId="{2DEE88D0-B3C5-4AA4-B1BA-92A00E82C15C}">
      <dgm:prSet/>
      <dgm:spPr/>
      <dgm:t>
        <a:bodyPr/>
        <a:lstStyle/>
        <a:p>
          <a:r>
            <a:rPr lang="en-US"/>
            <a:t>Visitor</a:t>
          </a:r>
        </a:p>
      </dgm:t>
    </dgm:pt>
    <dgm:pt modelId="{192EDCD3-686E-4C24-8936-D0EA7444B4B8}" type="parTrans" cxnId="{273FA72A-EAC2-47BC-8B0A-837CF77B6FFD}">
      <dgm:prSet/>
      <dgm:spPr/>
      <dgm:t>
        <a:bodyPr/>
        <a:lstStyle/>
        <a:p>
          <a:endParaRPr lang="en-US"/>
        </a:p>
      </dgm:t>
    </dgm:pt>
    <dgm:pt modelId="{C3DF1EE8-EB94-416A-93E9-603933324492}" type="sibTrans" cxnId="{273FA72A-EAC2-47BC-8B0A-837CF77B6FFD}">
      <dgm:prSet/>
      <dgm:spPr/>
      <dgm:t>
        <a:bodyPr/>
        <a:lstStyle/>
        <a:p>
          <a:endParaRPr lang="en-US"/>
        </a:p>
      </dgm:t>
    </dgm:pt>
    <dgm:pt modelId="{2FE9878E-8CAD-4AB7-89C5-CAE9529326B4}" type="pres">
      <dgm:prSet presAssocID="{3ABC285D-7C90-45EC-919F-95B8ED8A0C28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E8055A6C-2FF6-4CC7-9E1B-174EA89B1612}" type="pres">
      <dgm:prSet presAssocID="{00B67E32-E6BD-4983-9653-5C720FF5C9AC}" presName="root" presStyleCnt="0">
        <dgm:presLayoutVars>
          <dgm:chMax/>
          <dgm:chPref val="4"/>
        </dgm:presLayoutVars>
      </dgm:prSet>
      <dgm:spPr/>
    </dgm:pt>
    <dgm:pt modelId="{B7EA0A2C-AB4D-4E0F-8729-15FA33E7412C}" type="pres">
      <dgm:prSet presAssocID="{00B67E32-E6BD-4983-9653-5C720FF5C9AC}" presName="rootComposite" presStyleCnt="0">
        <dgm:presLayoutVars/>
      </dgm:prSet>
      <dgm:spPr/>
    </dgm:pt>
    <dgm:pt modelId="{7F9C100C-E150-4380-AA70-7990A8A1A21F}" type="pres">
      <dgm:prSet presAssocID="{00B67E32-E6BD-4983-9653-5C720FF5C9AC}" presName="rootText" presStyleLbl="node0" presStyleIdx="0" presStyleCnt="3" custLinFactNeighborX="2059" custLinFactNeighborY="-281">
        <dgm:presLayoutVars>
          <dgm:chMax/>
          <dgm:chPref val="4"/>
        </dgm:presLayoutVars>
      </dgm:prSet>
      <dgm:spPr/>
    </dgm:pt>
    <dgm:pt modelId="{B5E2BECF-3B49-4C1C-B3FE-1DD08699B424}" type="pres">
      <dgm:prSet presAssocID="{00B67E32-E6BD-4983-9653-5C720FF5C9AC}" presName="childShape" presStyleCnt="0">
        <dgm:presLayoutVars>
          <dgm:chMax val="0"/>
          <dgm:chPref val="0"/>
        </dgm:presLayoutVars>
      </dgm:prSet>
      <dgm:spPr/>
    </dgm:pt>
    <dgm:pt modelId="{B6C637CA-AFB6-4412-B11F-8ADB246BF8C6}" type="pres">
      <dgm:prSet presAssocID="{1CC591C8-C948-45EE-867F-895B7CBBB002}" presName="childComposite" presStyleCnt="0">
        <dgm:presLayoutVars>
          <dgm:chMax val="0"/>
          <dgm:chPref val="0"/>
        </dgm:presLayoutVars>
      </dgm:prSet>
      <dgm:spPr/>
    </dgm:pt>
    <dgm:pt modelId="{2345C84C-55F9-4323-BCFB-15982D922E90}" type="pres">
      <dgm:prSet presAssocID="{1CC591C8-C948-45EE-867F-895B7CBBB002}" presName="Image" presStyleLbl="node1" presStyleIdx="0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D01F2E92-ECAF-4744-B20C-3B1B8FB0B0E2}" type="pres">
      <dgm:prSet presAssocID="{1CC591C8-C948-45EE-867F-895B7CBBB002}" presName="childText" presStyleLbl="lnNode1" presStyleIdx="0" presStyleCnt="23">
        <dgm:presLayoutVars>
          <dgm:chMax val="0"/>
          <dgm:chPref val="0"/>
          <dgm:bulletEnabled val="1"/>
        </dgm:presLayoutVars>
      </dgm:prSet>
      <dgm:spPr/>
    </dgm:pt>
    <dgm:pt modelId="{165F3019-0E77-4304-B5F4-BD6197DFC814}" type="pres">
      <dgm:prSet presAssocID="{9FC16266-A3AA-4006-AC28-6A1678432771}" presName="childComposite" presStyleCnt="0">
        <dgm:presLayoutVars>
          <dgm:chMax val="0"/>
          <dgm:chPref val="0"/>
        </dgm:presLayoutVars>
      </dgm:prSet>
      <dgm:spPr/>
    </dgm:pt>
    <dgm:pt modelId="{D0D168E3-1E55-4E4B-8795-EEF0CD8A1856}" type="pres">
      <dgm:prSet presAssocID="{9FC16266-A3AA-4006-AC28-6A1678432771}" presName="Image" presStyleLbl="node1" presStyleIdx="1" presStyleCnt="23"/>
      <dgm:spPr/>
    </dgm:pt>
    <dgm:pt modelId="{3A722E23-6447-4473-B5C0-58683C5C0AF1}" type="pres">
      <dgm:prSet presAssocID="{9FC16266-A3AA-4006-AC28-6A1678432771}" presName="childText" presStyleLbl="lnNode1" presStyleIdx="1" presStyleCnt="23">
        <dgm:presLayoutVars>
          <dgm:chMax val="0"/>
          <dgm:chPref val="0"/>
          <dgm:bulletEnabled val="1"/>
        </dgm:presLayoutVars>
      </dgm:prSet>
      <dgm:spPr/>
    </dgm:pt>
    <dgm:pt modelId="{5A2E885C-2611-4E85-B7FD-69F48E74D5FD}" type="pres">
      <dgm:prSet presAssocID="{F9DF6F99-84D7-480E-8CB8-F8A20F1E0D1F}" presName="childComposite" presStyleCnt="0">
        <dgm:presLayoutVars>
          <dgm:chMax val="0"/>
          <dgm:chPref val="0"/>
        </dgm:presLayoutVars>
      </dgm:prSet>
      <dgm:spPr/>
    </dgm:pt>
    <dgm:pt modelId="{F46AB5A2-873D-4B13-B13A-496FE8CDCDCD}" type="pres">
      <dgm:prSet presAssocID="{F9DF6F99-84D7-480E-8CB8-F8A20F1E0D1F}" presName="Image" presStyleLbl="node1" presStyleIdx="2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03DB289B-ED83-47B2-AE0B-9D0FA9B3FB77}" type="pres">
      <dgm:prSet presAssocID="{F9DF6F99-84D7-480E-8CB8-F8A20F1E0D1F}" presName="childText" presStyleLbl="lnNode1" presStyleIdx="2" presStyleCnt="23">
        <dgm:presLayoutVars>
          <dgm:chMax val="0"/>
          <dgm:chPref val="0"/>
          <dgm:bulletEnabled val="1"/>
        </dgm:presLayoutVars>
      </dgm:prSet>
      <dgm:spPr/>
    </dgm:pt>
    <dgm:pt modelId="{D2D8DBFF-0F88-4B51-9B7F-D506BB1E600C}" type="pres">
      <dgm:prSet presAssocID="{DC603C3D-2F0D-4E4A-BECB-D8F7204D360E}" presName="childComposite" presStyleCnt="0">
        <dgm:presLayoutVars>
          <dgm:chMax val="0"/>
          <dgm:chPref val="0"/>
        </dgm:presLayoutVars>
      </dgm:prSet>
      <dgm:spPr/>
    </dgm:pt>
    <dgm:pt modelId="{BF4D439D-DD97-4AF3-81AF-A3C89FA119D4}" type="pres">
      <dgm:prSet presAssocID="{DC603C3D-2F0D-4E4A-BECB-D8F7204D360E}" presName="Image" presStyleLbl="node1" presStyleIdx="3" presStyleCnt="23"/>
      <dgm:spPr/>
    </dgm:pt>
    <dgm:pt modelId="{A6AB8507-F1ED-4615-8612-83685BBED448}" type="pres">
      <dgm:prSet presAssocID="{DC603C3D-2F0D-4E4A-BECB-D8F7204D360E}" presName="childText" presStyleLbl="lnNode1" presStyleIdx="3" presStyleCnt="23">
        <dgm:presLayoutVars>
          <dgm:chMax val="0"/>
          <dgm:chPref val="0"/>
          <dgm:bulletEnabled val="1"/>
        </dgm:presLayoutVars>
      </dgm:prSet>
      <dgm:spPr/>
    </dgm:pt>
    <dgm:pt modelId="{EB980DFE-903C-4E00-9F2B-A66162A7A334}" type="pres">
      <dgm:prSet presAssocID="{C3605881-D93E-4CFF-B6EA-86A7364DB81C}" presName="childComposite" presStyleCnt="0">
        <dgm:presLayoutVars>
          <dgm:chMax val="0"/>
          <dgm:chPref val="0"/>
        </dgm:presLayoutVars>
      </dgm:prSet>
      <dgm:spPr/>
    </dgm:pt>
    <dgm:pt modelId="{E050190B-98CC-46A6-BF44-5A0777207822}" type="pres">
      <dgm:prSet presAssocID="{C3605881-D93E-4CFF-B6EA-86A7364DB81C}" presName="Image" presStyleLbl="node1" presStyleIdx="4" presStyleCnt="23"/>
      <dgm:spPr/>
    </dgm:pt>
    <dgm:pt modelId="{8F9F6772-553F-4464-971E-4D6EC3811E40}" type="pres">
      <dgm:prSet presAssocID="{C3605881-D93E-4CFF-B6EA-86A7364DB81C}" presName="childText" presStyleLbl="lnNode1" presStyleIdx="4" presStyleCnt="23">
        <dgm:presLayoutVars>
          <dgm:chMax val="0"/>
          <dgm:chPref val="0"/>
          <dgm:bulletEnabled val="1"/>
        </dgm:presLayoutVars>
      </dgm:prSet>
      <dgm:spPr/>
    </dgm:pt>
    <dgm:pt modelId="{DE0C2747-4C6D-4726-94D5-277EBEAEE0BA}" type="pres">
      <dgm:prSet presAssocID="{DDBB3C66-D5E4-4FC0-91BC-C61300BC37FA}" presName="root" presStyleCnt="0">
        <dgm:presLayoutVars>
          <dgm:chMax/>
          <dgm:chPref val="4"/>
        </dgm:presLayoutVars>
      </dgm:prSet>
      <dgm:spPr/>
    </dgm:pt>
    <dgm:pt modelId="{3139C078-D01C-4E38-9829-DAF6FBC7B06B}" type="pres">
      <dgm:prSet presAssocID="{DDBB3C66-D5E4-4FC0-91BC-C61300BC37FA}" presName="rootComposite" presStyleCnt="0">
        <dgm:presLayoutVars/>
      </dgm:prSet>
      <dgm:spPr/>
    </dgm:pt>
    <dgm:pt modelId="{A724DE05-5801-48B6-B620-AD479B725240}" type="pres">
      <dgm:prSet presAssocID="{DDBB3C66-D5E4-4FC0-91BC-C61300BC37FA}" presName="rootText" presStyleLbl="node0" presStyleIdx="1" presStyleCnt="3">
        <dgm:presLayoutVars>
          <dgm:chMax/>
          <dgm:chPref val="4"/>
        </dgm:presLayoutVars>
      </dgm:prSet>
      <dgm:spPr/>
    </dgm:pt>
    <dgm:pt modelId="{5711A8AF-7FEE-45AC-BC7F-423D9F2B05E2}" type="pres">
      <dgm:prSet presAssocID="{DDBB3C66-D5E4-4FC0-91BC-C61300BC37FA}" presName="childShape" presStyleCnt="0">
        <dgm:presLayoutVars>
          <dgm:chMax val="0"/>
          <dgm:chPref val="0"/>
        </dgm:presLayoutVars>
      </dgm:prSet>
      <dgm:spPr/>
    </dgm:pt>
    <dgm:pt modelId="{F6299DF4-01F2-45FB-830B-843E2DB91664}" type="pres">
      <dgm:prSet presAssocID="{2B657BF5-4A26-4CD9-B902-E0676D265266}" presName="childComposite" presStyleCnt="0">
        <dgm:presLayoutVars>
          <dgm:chMax val="0"/>
          <dgm:chPref val="0"/>
        </dgm:presLayoutVars>
      </dgm:prSet>
      <dgm:spPr/>
    </dgm:pt>
    <dgm:pt modelId="{497DCF19-8D53-422B-922F-049BEE4D63EB}" type="pres">
      <dgm:prSet presAssocID="{2B657BF5-4A26-4CD9-B902-E0676D265266}" presName="Image" presStyleLbl="node1" presStyleIdx="5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03F550E2-AF53-4F0D-97D6-0CB4FB98BD14}" type="pres">
      <dgm:prSet presAssocID="{2B657BF5-4A26-4CD9-B902-E0676D265266}" presName="childText" presStyleLbl="lnNode1" presStyleIdx="5" presStyleCnt="23">
        <dgm:presLayoutVars>
          <dgm:chMax val="0"/>
          <dgm:chPref val="0"/>
          <dgm:bulletEnabled val="1"/>
        </dgm:presLayoutVars>
      </dgm:prSet>
      <dgm:spPr/>
    </dgm:pt>
    <dgm:pt modelId="{849CB70B-3AEA-4887-B796-7846A06D2D46}" type="pres">
      <dgm:prSet presAssocID="{82F0C38A-EC2F-4D67-BAAD-D7B855C1D441}" presName="childComposite" presStyleCnt="0">
        <dgm:presLayoutVars>
          <dgm:chMax val="0"/>
          <dgm:chPref val="0"/>
        </dgm:presLayoutVars>
      </dgm:prSet>
      <dgm:spPr/>
    </dgm:pt>
    <dgm:pt modelId="{A913864A-4C21-4370-8497-A818BD170A8C}" type="pres">
      <dgm:prSet presAssocID="{82F0C38A-EC2F-4D67-BAAD-D7B855C1D441}" presName="Image" presStyleLbl="node1" presStyleIdx="6" presStyleCnt="23"/>
      <dgm:spPr/>
    </dgm:pt>
    <dgm:pt modelId="{C93C715B-3942-405E-9B40-48EE24955C90}" type="pres">
      <dgm:prSet presAssocID="{82F0C38A-EC2F-4D67-BAAD-D7B855C1D441}" presName="childText" presStyleLbl="lnNode1" presStyleIdx="6" presStyleCnt="23">
        <dgm:presLayoutVars>
          <dgm:chMax val="0"/>
          <dgm:chPref val="0"/>
          <dgm:bulletEnabled val="1"/>
        </dgm:presLayoutVars>
      </dgm:prSet>
      <dgm:spPr/>
    </dgm:pt>
    <dgm:pt modelId="{A907EC29-A9BF-4C5E-AC10-E5175552A615}" type="pres">
      <dgm:prSet presAssocID="{D7C1C573-0399-4C46-8690-32E6A99B632E}" presName="childComposite" presStyleCnt="0">
        <dgm:presLayoutVars>
          <dgm:chMax val="0"/>
          <dgm:chPref val="0"/>
        </dgm:presLayoutVars>
      </dgm:prSet>
      <dgm:spPr/>
    </dgm:pt>
    <dgm:pt modelId="{5FBD51F4-9665-4409-BB24-104F93CC76F4}" type="pres">
      <dgm:prSet presAssocID="{D7C1C573-0399-4C46-8690-32E6A99B632E}" presName="Image" presStyleLbl="node1" presStyleIdx="7" presStyleCnt="23"/>
      <dgm:spPr/>
    </dgm:pt>
    <dgm:pt modelId="{A130DA05-85B9-4111-AE25-F10BEDD17D53}" type="pres">
      <dgm:prSet presAssocID="{D7C1C573-0399-4C46-8690-32E6A99B632E}" presName="childText" presStyleLbl="lnNode1" presStyleIdx="7" presStyleCnt="23">
        <dgm:presLayoutVars>
          <dgm:chMax val="0"/>
          <dgm:chPref val="0"/>
          <dgm:bulletEnabled val="1"/>
        </dgm:presLayoutVars>
      </dgm:prSet>
      <dgm:spPr/>
    </dgm:pt>
    <dgm:pt modelId="{96789FD7-2A79-4D2F-849A-973A80B346E1}" type="pres">
      <dgm:prSet presAssocID="{669F23B4-CCA2-4C27-8EEE-FC2C05F7097F}" presName="childComposite" presStyleCnt="0">
        <dgm:presLayoutVars>
          <dgm:chMax val="0"/>
          <dgm:chPref val="0"/>
        </dgm:presLayoutVars>
      </dgm:prSet>
      <dgm:spPr/>
    </dgm:pt>
    <dgm:pt modelId="{CFAB9D68-0FFD-4703-8B03-C95501F159AE}" type="pres">
      <dgm:prSet presAssocID="{669F23B4-CCA2-4C27-8EEE-FC2C05F7097F}" presName="Image" presStyleLbl="node1" presStyleIdx="8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4CC93FDD-C574-4EE8-B98A-6203A9F1C55C}" type="pres">
      <dgm:prSet presAssocID="{669F23B4-CCA2-4C27-8EEE-FC2C05F7097F}" presName="childText" presStyleLbl="lnNode1" presStyleIdx="8" presStyleCnt="23">
        <dgm:presLayoutVars>
          <dgm:chMax val="0"/>
          <dgm:chPref val="0"/>
          <dgm:bulletEnabled val="1"/>
        </dgm:presLayoutVars>
      </dgm:prSet>
      <dgm:spPr/>
    </dgm:pt>
    <dgm:pt modelId="{EF521CCC-450A-4AB4-8FEC-1C738C732350}" type="pres">
      <dgm:prSet presAssocID="{39EBDA15-7A47-4D7F-A097-53C6F6520B13}" presName="childComposite" presStyleCnt="0">
        <dgm:presLayoutVars>
          <dgm:chMax val="0"/>
          <dgm:chPref val="0"/>
        </dgm:presLayoutVars>
      </dgm:prSet>
      <dgm:spPr/>
    </dgm:pt>
    <dgm:pt modelId="{50A16B23-398D-42A3-A812-C0B022B6E6FF}" type="pres">
      <dgm:prSet presAssocID="{39EBDA15-7A47-4D7F-A097-53C6F6520B13}" presName="Image" presStyleLbl="node1" presStyleIdx="9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CE4BC17D-3F94-4113-A212-9BF8D6AA416C}" type="pres">
      <dgm:prSet presAssocID="{39EBDA15-7A47-4D7F-A097-53C6F6520B13}" presName="childText" presStyleLbl="lnNode1" presStyleIdx="9" presStyleCnt="23">
        <dgm:presLayoutVars>
          <dgm:chMax val="0"/>
          <dgm:chPref val="0"/>
          <dgm:bulletEnabled val="1"/>
        </dgm:presLayoutVars>
      </dgm:prSet>
      <dgm:spPr/>
    </dgm:pt>
    <dgm:pt modelId="{3BF34300-69B6-400C-A248-AECE1F7BB955}" type="pres">
      <dgm:prSet presAssocID="{CCB4E9EE-D863-4BEF-96B5-C77840A3901D}" presName="childComposite" presStyleCnt="0">
        <dgm:presLayoutVars>
          <dgm:chMax val="0"/>
          <dgm:chPref val="0"/>
        </dgm:presLayoutVars>
      </dgm:prSet>
      <dgm:spPr/>
    </dgm:pt>
    <dgm:pt modelId="{FFC86059-D624-40FC-9764-7169490CE198}" type="pres">
      <dgm:prSet presAssocID="{CCB4E9EE-D863-4BEF-96B5-C77840A3901D}" presName="Image" presStyleLbl="node1" presStyleIdx="10" presStyleCnt="23"/>
      <dgm:spPr/>
    </dgm:pt>
    <dgm:pt modelId="{D355510D-29A6-4A95-A7C6-259A149A787E}" type="pres">
      <dgm:prSet presAssocID="{CCB4E9EE-D863-4BEF-96B5-C77840A3901D}" presName="childText" presStyleLbl="lnNode1" presStyleIdx="10" presStyleCnt="23">
        <dgm:presLayoutVars>
          <dgm:chMax val="0"/>
          <dgm:chPref val="0"/>
          <dgm:bulletEnabled val="1"/>
        </dgm:presLayoutVars>
      </dgm:prSet>
      <dgm:spPr/>
    </dgm:pt>
    <dgm:pt modelId="{96341ECF-DE80-47AD-9DE4-56084ED700E2}" type="pres">
      <dgm:prSet presAssocID="{265774D4-7499-4C9D-9005-739A780AACC3}" presName="childComposite" presStyleCnt="0">
        <dgm:presLayoutVars>
          <dgm:chMax val="0"/>
          <dgm:chPref val="0"/>
        </dgm:presLayoutVars>
      </dgm:prSet>
      <dgm:spPr/>
    </dgm:pt>
    <dgm:pt modelId="{D504AA15-27E5-41D8-8629-A6ECB151CDB0}" type="pres">
      <dgm:prSet presAssocID="{265774D4-7499-4C9D-9005-739A780AACC3}" presName="Image" presStyleLbl="node1" presStyleIdx="11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90042E1F-45D6-4DE1-BD0B-45E38C20E5C9}" type="pres">
      <dgm:prSet presAssocID="{265774D4-7499-4C9D-9005-739A780AACC3}" presName="childText" presStyleLbl="lnNode1" presStyleIdx="11" presStyleCnt="23">
        <dgm:presLayoutVars>
          <dgm:chMax val="0"/>
          <dgm:chPref val="0"/>
          <dgm:bulletEnabled val="1"/>
        </dgm:presLayoutVars>
      </dgm:prSet>
      <dgm:spPr/>
    </dgm:pt>
    <dgm:pt modelId="{5AF9AABC-D353-48D7-9E45-08643319AD10}" type="pres">
      <dgm:prSet presAssocID="{435E0EAF-C8D9-4EA8-BA75-E6227BC64A76}" presName="root" presStyleCnt="0">
        <dgm:presLayoutVars>
          <dgm:chMax/>
          <dgm:chPref val="4"/>
        </dgm:presLayoutVars>
      </dgm:prSet>
      <dgm:spPr/>
    </dgm:pt>
    <dgm:pt modelId="{FC8FD02C-327F-447B-97E9-E7115835C1C5}" type="pres">
      <dgm:prSet presAssocID="{435E0EAF-C8D9-4EA8-BA75-E6227BC64A76}" presName="rootComposite" presStyleCnt="0">
        <dgm:presLayoutVars/>
      </dgm:prSet>
      <dgm:spPr/>
    </dgm:pt>
    <dgm:pt modelId="{4D3154D6-B60F-4022-9AFC-B9D0CC58C21F}" type="pres">
      <dgm:prSet presAssocID="{435E0EAF-C8D9-4EA8-BA75-E6227BC64A76}" presName="rootText" presStyleLbl="node0" presStyleIdx="2" presStyleCnt="3">
        <dgm:presLayoutVars>
          <dgm:chMax/>
          <dgm:chPref val="4"/>
        </dgm:presLayoutVars>
      </dgm:prSet>
      <dgm:spPr/>
    </dgm:pt>
    <dgm:pt modelId="{122E4907-328A-460C-8691-1E043BEA7461}" type="pres">
      <dgm:prSet presAssocID="{435E0EAF-C8D9-4EA8-BA75-E6227BC64A76}" presName="childShape" presStyleCnt="0">
        <dgm:presLayoutVars>
          <dgm:chMax val="0"/>
          <dgm:chPref val="0"/>
        </dgm:presLayoutVars>
      </dgm:prSet>
      <dgm:spPr/>
    </dgm:pt>
    <dgm:pt modelId="{DD2D93A5-F865-4BB8-A4FB-DD55A81B67D7}" type="pres">
      <dgm:prSet presAssocID="{518A4EE0-101F-44E6-991F-C21F5D23D07B}" presName="childComposite" presStyleCnt="0">
        <dgm:presLayoutVars>
          <dgm:chMax val="0"/>
          <dgm:chPref val="0"/>
        </dgm:presLayoutVars>
      </dgm:prSet>
      <dgm:spPr/>
    </dgm:pt>
    <dgm:pt modelId="{B9B055B9-C3CD-48B7-B982-D475ACFCD0E7}" type="pres">
      <dgm:prSet presAssocID="{518A4EE0-101F-44E6-991F-C21F5D23D07B}" presName="Image" presStyleLbl="node1" presStyleIdx="12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70DF5B22-9739-4875-8F2A-14FA0D289BE9}" type="pres">
      <dgm:prSet presAssocID="{518A4EE0-101F-44E6-991F-C21F5D23D07B}" presName="childText" presStyleLbl="lnNode1" presStyleIdx="12" presStyleCnt="23">
        <dgm:presLayoutVars>
          <dgm:chMax val="0"/>
          <dgm:chPref val="0"/>
          <dgm:bulletEnabled val="1"/>
        </dgm:presLayoutVars>
      </dgm:prSet>
      <dgm:spPr/>
    </dgm:pt>
    <dgm:pt modelId="{342E0E7B-0EBB-4CBF-9565-45BC6CB0BA48}" type="pres">
      <dgm:prSet presAssocID="{CA16B275-0732-4E58-9C3E-37EFEA069689}" presName="childComposite" presStyleCnt="0">
        <dgm:presLayoutVars>
          <dgm:chMax val="0"/>
          <dgm:chPref val="0"/>
        </dgm:presLayoutVars>
      </dgm:prSet>
      <dgm:spPr/>
    </dgm:pt>
    <dgm:pt modelId="{5D5442EE-7BC0-45BF-BF5D-9AE81721EA0F}" type="pres">
      <dgm:prSet presAssocID="{CA16B275-0732-4E58-9C3E-37EFEA069689}" presName="Image" presStyleLbl="node1" presStyleIdx="13" presStyleCnt="23"/>
      <dgm:spPr/>
    </dgm:pt>
    <dgm:pt modelId="{FA6FB898-050E-4138-B88D-B75B5CEB2255}" type="pres">
      <dgm:prSet presAssocID="{CA16B275-0732-4E58-9C3E-37EFEA069689}" presName="childText" presStyleLbl="lnNode1" presStyleIdx="13" presStyleCnt="23">
        <dgm:presLayoutVars>
          <dgm:chMax val="0"/>
          <dgm:chPref val="0"/>
          <dgm:bulletEnabled val="1"/>
        </dgm:presLayoutVars>
      </dgm:prSet>
      <dgm:spPr/>
    </dgm:pt>
    <dgm:pt modelId="{CDDFDCEA-EA74-40B7-9868-D8EAB8D60DD7}" type="pres">
      <dgm:prSet presAssocID="{6A3372AB-A568-4FFF-85D4-80965BB08930}" presName="childComposite" presStyleCnt="0">
        <dgm:presLayoutVars>
          <dgm:chMax val="0"/>
          <dgm:chPref val="0"/>
        </dgm:presLayoutVars>
      </dgm:prSet>
      <dgm:spPr/>
    </dgm:pt>
    <dgm:pt modelId="{88D5AF92-C238-42D8-8770-67DBBF923132}" type="pres">
      <dgm:prSet presAssocID="{6A3372AB-A568-4FFF-85D4-80965BB08930}" presName="Image" presStyleLbl="node1" presStyleIdx="14" presStyleCnt="23"/>
      <dgm:spPr/>
    </dgm:pt>
    <dgm:pt modelId="{1AF425D0-DE52-4B8D-AC4F-9BE04CC87064}" type="pres">
      <dgm:prSet presAssocID="{6A3372AB-A568-4FFF-85D4-80965BB08930}" presName="childText" presStyleLbl="lnNode1" presStyleIdx="14" presStyleCnt="23">
        <dgm:presLayoutVars>
          <dgm:chMax val="0"/>
          <dgm:chPref val="0"/>
          <dgm:bulletEnabled val="1"/>
        </dgm:presLayoutVars>
      </dgm:prSet>
      <dgm:spPr/>
    </dgm:pt>
    <dgm:pt modelId="{D5A2801D-5768-4E7A-BB04-96225913265D}" type="pres">
      <dgm:prSet presAssocID="{EEFF46E0-E6FA-4831-B1DC-00C8E406704C}" presName="childComposite" presStyleCnt="0">
        <dgm:presLayoutVars>
          <dgm:chMax val="0"/>
          <dgm:chPref val="0"/>
        </dgm:presLayoutVars>
      </dgm:prSet>
      <dgm:spPr/>
    </dgm:pt>
    <dgm:pt modelId="{9C39108E-435B-4162-8581-48791C073AA9}" type="pres">
      <dgm:prSet presAssocID="{EEFF46E0-E6FA-4831-B1DC-00C8E406704C}" presName="Image" presStyleLbl="node1" presStyleIdx="15" presStyleCnt="23"/>
      <dgm:spPr/>
    </dgm:pt>
    <dgm:pt modelId="{BF4CC417-1186-4230-AD5B-6D91D113EF0C}" type="pres">
      <dgm:prSet presAssocID="{EEFF46E0-E6FA-4831-B1DC-00C8E406704C}" presName="childText" presStyleLbl="lnNode1" presStyleIdx="15" presStyleCnt="23">
        <dgm:presLayoutVars>
          <dgm:chMax val="0"/>
          <dgm:chPref val="0"/>
          <dgm:bulletEnabled val="1"/>
        </dgm:presLayoutVars>
      </dgm:prSet>
      <dgm:spPr/>
    </dgm:pt>
    <dgm:pt modelId="{CA67950C-6F0F-444C-AB60-7578C338503A}" type="pres">
      <dgm:prSet presAssocID="{87A40218-308D-4A3F-A3A0-CF713ABC4BE8}" presName="childComposite" presStyleCnt="0">
        <dgm:presLayoutVars>
          <dgm:chMax val="0"/>
          <dgm:chPref val="0"/>
        </dgm:presLayoutVars>
      </dgm:prSet>
      <dgm:spPr/>
    </dgm:pt>
    <dgm:pt modelId="{3B215195-5F87-4FEF-BD94-13AA26E875F2}" type="pres">
      <dgm:prSet presAssocID="{87A40218-308D-4A3F-A3A0-CF713ABC4BE8}" presName="Image" presStyleLbl="node1" presStyleIdx="16" presStyleCnt="23"/>
      <dgm:spPr/>
    </dgm:pt>
    <dgm:pt modelId="{0DB3C14E-245F-4F4B-A0DE-399F2F631D0F}" type="pres">
      <dgm:prSet presAssocID="{87A40218-308D-4A3F-A3A0-CF713ABC4BE8}" presName="childText" presStyleLbl="lnNode1" presStyleIdx="16" presStyleCnt="23">
        <dgm:presLayoutVars>
          <dgm:chMax val="0"/>
          <dgm:chPref val="0"/>
          <dgm:bulletEnabled val="1"/>
        </dgm:presLayoutVars>
      </dgm:prSet>
      <dgm:spPr/>
    </dgm:pt>
    <dgm:pt modelId="{E36936B9-EB40-4FFB-AA2F-92BAD93DA57A}" type="pres">
      <dgm:prSet presAssocID="{C7F4C38C-8F7E-47EC-8029-CF9E9C4C6B48}" presName="childComposite" presStyleCnt="0">
        <dgm:presLayoutVars>
          <dgm:chMax val="0"/>
          <dgm:chPref val="0"/>
        </dgm:presLayoutVars>
      </dgm:prSet>
      <dgm:spPr/>
    </dgm:pt>
    <dgm:pt modelId="{E100C3B7-2558-4803-9D91-8B820ED963D1}" type="pres">
      <dgm:prSet presAssocID="{C7F4C38C-8F7E-47EC-8029-CF9E9C4C6B48}" presName="Image" presStyleLbl="node1" presStyleIdx="17" presStyleCnt="23"/>
      <dgm:spPr/>
    </dgm:pt>
    <dgm:pt modelId="{457638FC-A3FB-4A3D-88A3-C0CDD0967E72}" type="pres">
      <dgm:prSet presAssocID="{C7F4C38C-8F7E-47EC-8029-CF9E9C4C6B48}" presName="childText" presStyleLbl="lnNode1" presStyleIdx="17" presStyleCnt="23">
        <dgm:presLayoutVars>
          <dgm:chMax val="0"/>
          <dgm:chPref val="0"/>
          <dgm:bulletEnabled val="1"/>
        </dgm:presLayoutVars>
      </dgm:prSet>
      <dgm:spPr/>
    </dgm:pt>
    <dgm:pt modelId="{58923C34-47A6-42CE-B8BF-D4EB3D5C10AD}" type="pres">
      <dgm:prSet presAssocID="{425888E5-CB37-44AE-81D5-E3D0666F2D3D}" presName="childComposite" presStyleCnt="0">
        <dgm:presLayoutVars>
          <dgm:chMax val="0"/>
          <dgm:chPref val="0"/>
        </dgm:presLayoutVars>
      </dgm:prSet>
      <dgm:spPr/>
    </dgm:pt>
    <dgm:pt modelId="{A34491CD-89CF-497C-82D5-2DD271105377}" type="pres">
      <dgm:prSet presAssocID="{425888E5-CB37-44AE-81D5-E3D0666F2D3D}" presName="Image" presStyleLbl="node1" presStyleIdx="18" presStyleCnt="23"/>
      <dgm:spPr/>
    </dgm:pt>
    <dgm:pt modelId="{448DA641-69E2-4809-A5D5-A91757C8D4FA}" type="pres">
      <dgm:prSet presAssocID="{425888E5-CB37-44AE-81D5-E3D0666F2D3D}" presName="childText" presStyleLbl="lnNode1" presStyleIdx="18" presStyleCnt="23">
        <dgm:presLayoutVars>
          <dgm:chMax val="0"/>
          <dgm:chPref val="0"/>
          <dgm:bulletEnabled val="1"/>
        </dgm:presLayoutVars>
      </dgm:prSet>
      <dgm:spPr/>
    </dgm:pt>
    <dgm:pt modelId="{610581AC-44C8-42AF-ABDD-AF56C61A0A20}" type="pres">
      <dgm:prSet presAssocID="{D6BB2AC8-D6AB-4F17-91D6-73B46B57B8AC}" presName="childComposite" presStyleCnt="0">
        <dgm:presLayoutVars>
          <dgm:chMax val="0"/>
          <dgm:chPref val="0"/>
        </dgm:presLayoutVars>
      </dgm:prSet>
      <dgm:spPr/>
    </dgm:pt>
    <dgm:pt modelId="{3F4B38C7-0136-419B-B716-232B61B33FCB}" type="pres">
      <dgm:prSet presAssocID="{D6BB2AC8-D6AB-4F17-91D6-73B46B57B8AC}" presName="Image" presStyleLbl="node1" presStyleIdx="19" presStyleCnt="23"/>
      <dgm:spPr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</dgm:spPr>
    </dgm:pt>
    <dgm:pt modelId="{3D2A943A-717C-4943-BB94-BA88234539BB}" type="pres">
      <dgm:prSet presAssocID="{D6BB2AC8-D6AB-4F17-91D6-73B46B57B8AC}" presName="childText" presStyleLbl="lnNode1" presStyleIdx="19" presStyleCnt="23">
        <dgm:presLayoutVars>
          <dgm:chMax val="0"/>
          <dgm:chPref val="0"/>
          <dgm:bulletEnabled val="1"/>
        </dgm:presLayoutVars>
      </dgm:prSet>
      <dgm:spPr/>
    </dgm:pt>
    <dgm:pt modelId="{141930BC-2FB1-44E0-B21E-0378B677A75E}" type="pres">
      <dgm:prSet presAssocID="{611D6A56-F7BF-46EA-9C40-B4E208E6A98B}" presName="childComposite" presStyleCnt="0">
        <dgm:presLayoutVars>
          <dgm:chMax val="0"/>
          <dgm:chPref val="0"/>
        </dgm:presLayoutVars>
      </dgm:prSet>
      <dgm:spPr/>
    </dgm:pt>
    <dgm:pt modelId="{A6ABA017-0D10-44C5-BCEE-CD0DF141B535}" type="pres">
      <dgm:prSet presAssocID="{611D6A56-F7BF-46EA-9C40-B4E208E6A98B}" presName="Image" presStyleLbl="node1" presStyleIdx="20" presStyleCnt="23"/>
      <dgm:spPr/>
    </dgm:pt>
    <dgm:pt modelId="{54FE1128-ED55-446C-BE19-3C8A7A92491F}" type="pres">
      <dgm:prSet presAssocID="{611D6A56-F7BF-46EA-9C40-B4E208E6A98B}" presName="childText" presStyleLbl="lnNode1" presStyleIdx="20" presStyleCnt="23">
        <dgm:presLayoutVars>
          <dgm:chMax val="0"/>
          <dgm:chPref val="0"/>
          <dgm:bulletEnabled val="1"/>
        </dgm:presLayoutVars>
      </dgm:prSet>
      <dgm:spPr/>
    </dgm:pt>
    <dgm:pt modelId="{BD357CA2-B460-4713-96EC-BC9C6BB90150}" type="pres">
      <dgm:prSet presAssocID="{7E60FE7A-2ABB-4727-86E0-109DD24C069B}" presName="childComposite" presStyleCnt="0">
        <dgm:presLayoutVars>
          <dgm:chMax val="0"/>
          <dgm:chPref val="0"/>
        </dgm:presLayoutVars>
      </dgm:prSet>
      <dgm:spPr/>
    </dgm:pt>
    <dgm:pt modelId="{6AD8CABF-9F91-442C-87AD-408B65C5EF05}" type="pres">
      <dgm:prSet presAssocID="{7E60FE7A-2ABB-4727-86E0-109DD24C069B}" presName="Image" presStyleLbl="node1" presStyleIdx="21" presStyleCnt="23"/>
      <dgm:spPr>
        <a:blipFill>
          <a:blip xmlns:r="http://schemas.openxmlformats.org/officeDocument/2006/relationships" r:embed="rId5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376DA73C-3FD8-486A-9E82-DB3EEDBC6509}" type="pres">
      <dgm:prSet presAssocID="{7E60FE7A-2ABB-4727-86E0-109DD24C069B}" presName="childText" presStyleLbl="lnNode1" presStyleIdx="21" presStyleCnt="23">
        <dgm:presLayoutVars>
          <dgm:chMax val="0"/>
          <dgm:chPref val="0"/>
          <dgm:bulletEnabled val="1"/>
        </dgm:presLayoutVars>
      </dgm:prSet>
      <dgm:spPr/>
    </dgm:pt>
    <dgm:pt modelId="{8F9B82AB-35AD-418C-B4FA-98DD2645CE60}" type="pres">
      <dgm:prSet presAssocID="{2DEE88D0-B3C5-4AA4-B1BA-92A00E82C15C}" presName="childComposite" presStyleCnt="0">
        <dgm:presLayoutVars>
          <dgm:chMax val="0"/>
          <dgm:chPref val="0"/>
        </dgm:presLayoutVars>
      </dgm:prSet>
      <dgm:spPr/>
    </dgm:pt>
    <dgm:pt modelId="{D01E2590-24C4-4460-B40B-73221582E909}" type="pres">
      <dgm:prSet presAssocID="{2DEE88D0-B3C5-4AA4-B1BA-92A00E82C15C}" presName="Image" presStyleLbl="node1" presStyleIdx="22" presStyleCnt="23"/>
      <dgm:spPr/>
    </dgm:pt>
    <dgm:pt modelId="{A9AE038C-6B1B-4DF3-9D08-E54B336EF153}" type="pres">
      <dgm:prSet presAssocID="{2DEE88D0-B3C5-4AA4-B1BA-92A00E82C15C}" presName="childText" presStyleLbl="lnNode1" presStyleIdx="22" presStyleCnt="23">
        <dgm:presLayoutVars>
          <dgm:chMax val="0"/>
          <dgm:chPref val="0"/>
          <dgm:bulletEnabled val="1"/>
        </dgm:presLayoutVars>
      </dgm:prSet>
      <dgm:spPr/>
    </dgm:pt>
  </dgm:ptLst>
  <dgm:cxnLst>
    <dgm:cxn modelId="{59774101-5E7B-4D97-9864-A549CE9EFF86}" srcId="{435E0EAF-C8D9-4EA8-BA75-E6227BC64A76}" destId="{6A3372AB-A568-4FFF-85D4-80965BB08930}" srcOrd="2" destOrd="0" parTransId="{356DE15D-824B-4508-87F3-8EB280FFC20E}" sibTransId="{86099820-350A-420C-9846-547691F1F63C}"/>
    <dgm:cxn modelId="{23103204-7DB7-4F83-BA16-88F1503F595E}" type="presOf" srcId="{9FC16266-A3AA-4006-AC28-6A1678432771}" destId="{3A722E23-6447-4473-B5C0-58683C5C0AF1}" srcOrd="0" destOrd="0" presId="urn:microsoft.com/office/officeart/2008/layout/PictureAccentList"/>
    <dgm:cxn modelId="{E2966B05-27BF-4A87-83D2-96954AC255DD}" srcId="{00B67E32-E6BD-4983-9653-5C720FF5C9AC}" destId="{9FC16266-A3AA-4006-AC28-6A1678432771}" srcOrd="1" destOrd="0" parTransId="{BE0196EE-5E3E-401E-BACB-F03B93060EC4}" sibTransId="{001EA975-2D26-444D-AE7E-AABAB071BCDE}"/>
    <dgm:cxn modelId="{A660CE05-5FD3-413D-84F8-6C1DE5708CB5}" type="presOf" srcId="{C3605881-D93E-4CFF-B6EA-86A7364DB81C}" destId="{8F9F6772-553F-4464-971E-4D6EC3811E40}" srcOrd="0" destOrd="0" presId="urn:microsoft.com/office/officeart/2008/layout/PictureAccentList"/>
    <dgm:cxn modelId="{A4A76D08-11ED-4414-A812-A9D026C55198}" srcId="{435E0EAF-C8D9-4EA8-BA75-E6227BC64A76}" destId="{7E60FE7A-2ABB-4727-86E0-109DD24C069B}" srcOrd="9" destOrd="0" parTransId="{7A46F42A-C22E-4D69-A7B3-3F82FE37F394}" sibTransId="{5A698701-715E-4727-AA86-47F5F27EB7BC}"/>
    <dgm:cxn modelId="{D902B20B-63F1-4377-A856-E8797F587BAC}" type="presOf" srcId="{CA16B275-0732-4E58-9C3E-37EFEA069689}" destId="{FA6FB898-050E-4138-B88D-B75B5CEB2255}" srcOrd="0" destOrd="0" presId="urn:microsoft.com/office/officeart/2008/layout/PictureAccentList"/>
    <dgm:cxn modelId="{32918213-176B-48F2-8652-A011D7D5FAB5}" srcId="{00B67E32-E6BD-4983-9653-5C720FF5C9AC}" destId="{DC603C3D-2F0D-4E4A-BECB-D8F7204D360E}" srcOrd="3" destOrd="0" parTransId="{A4A24C9D-E7A5-4F26-8673-CBE836464CE3}" sibTransId="{90C20434-8BE4-4795-B82E-AB3BDCCB4AF2}"/>
    <dgm:cxn modelId="{273FA72A-EAC2-47BC-8B0A-837CF77B6FFD}" srcId="{435E0EAF-C8D9-4EA8-BA75-E6227BC64A76}" destId="{2DEE88D0-B3C5-4AA4-B1BA-92A00E82C15C}" srcOrd="10" destOrd="0" parTransId="{192EDCD3-686E-4C24-8936-D0EA7444B4B8}" sibTransId="{C3DF1EE8-EB94-416A-93E9-603933324492}"/>
    <dgm:cxn modelId="{D401D52F-C216-49A6-9405-379948C0B45A}" srcId="{DDBB3C66-D5E4-4FC0-91BC-C61300BC37FA}" destId="{D7C1C573-0399-4C46-8690-32E6A99B632E}" srcOrd="2" destOrd="0" parTransId="{6E530B3A-ACE0-416E-AA20-30F27882CC42}" sibTransId="{E8C01554-DC97-4C53-8844-2AE1D6F51951}"/>
    <dgm:cxn modelId="{22882534-2790-41E0-92AE-8362E66D5214}" srcId="{3ABC285D-7C90-45EC-919F-95B8ED8A0C28}" destId="{00B67E32-E6BD-4983-9653-5C720FF5C9AC}" srcOrd="0" destOrd="0" parTransId="{B68382FD-FCD8-48AC-880B-F2BD8AC3B529}" sibTransId="{33370808-742A-410A-9059-EEB54400542E}"/>
    <dgm:cxn modelId="{2698E440-9C8F-4E10-B56C-985CA50D7DFB}" srcId="{DDBB3C66-D5E4-4FC0-91BC-C61300BC37FA}" destId="{669F23B4-CCA2-4C27-8EEE-FC2C05F7097F}" srcOrd="3" destOrd="0" parTransId="{F27C7280-C792-45B5-9626-8EDE9A29266E}" sibTransId="{034E4DD3-30AB-40C4-94D6-70CBB0E3CF50}"/>
    <dgm:cxn modelId="{8951E940-5482-4A24-A1AB-A79038B14992}" type="presOf" srcId="{EEFF46E0-E6FA-4831-B1DC-00C8E406704C}" destId="{BF4CC417-1186-4230-AD5B-6D91D113EF0C}" srcOrd="0" destOrd="0" presId="urn:microsoft.com/office/officeart/2008/layout/PictureAccentList"/>
    <dgm:cxn modelId="{654A4F5C-520E-4F9D-B1A7-CCB6D7936D2C}" srcId="{435E0EAF-C8D9-4EA8-BA75-E6227BC64A76}" destId="{611D6A56-F7BF-46EA-9C40-B4E208E6A98B}" srcOrd="8" destOrd="0" parTransId="{CDA2FA00-B958-4F3C-97A4-BC059C6C675B}" sibTransId="{D45904F2-DE9A-432F-BAC6-A95CA1ED484F}"/>
    <dgm:cxn modelId="{34598C5F-570B-494C-851A-2EFA24E795E1}" type="presOf" srcId="{7E60FE7A-2ABB-4727-86E0-109DD24C069B}" destId="{376DA73C-3FD8-486A-9E82-DB3EEDBC6509}" srcOrd="0" destOrd="0" presId="urn:microsoft.com/office/officeart/2008/layout/PictureAccentList"/>
    <dgm:cxn modelId="{47D2DE61-ABF6-4ECD-B0B2-BF846787A9D4}" type="presOf" srcId="{00B67E32-E6BD-4983-9653-5C720FF5C9AC}" destId="{7F9C100C-E150-4380-AA70-7990A8A1A21F}" srcOrd="0" destOrd="0" presId="urn:microsoft.com/office/officeart/2008/layout/PictureAccentList"/>
    <dgm:cxn modelId="{8B733144-9B60-4310-A6E8-4DBA91DF05EF}" srcId="{3ABC285D-7C90-45EC-919F-95B8ED8A0C28}" destId="{435E0EAF-C8D9-4EA8-BA75-E6227BC64A76}" srcOrd="2" destOrd="0" parTransId="{D12C3D16-34C0-4F23-9339-C8E1307B2628}" sibTransId="{5A3E3F88-25FD-4B91-9416-5FFE41347D4C}"/>
    <dgm:cxn modelId="{4F17C265-2B11-4013-8F38-93813FCB6812}" type="presOf" srcId="{CCB4E9EE-D863-4BEF-96B5-C77840A3901D}" destId="{D355510D-29A6-4A95-A7C6-259A149A787E}" srcOrd="0" destOrd="0" presId="urn:microsoft.com/office/officeart/2008/layout/PictureAccentList"/>
    <dgm:cxn modelId="{EFA93268-5D55-433A-B6B0-8D5855B436D7}" type="presOf" srcId="{1CC591C8-C948-45EE-867F-895B7CBBB002}" destId="{D01F2E92-ECAF-4744-B20C-3B1B8FB0B0E2}" srcOrd="0" destOrd="0" presId="urn:microsoft.com/office/officeart/2008/layout/PictureAccentList"/>
    <dgm:cxn modelId="{C9746F6D-E43C-410D-91F8-166640A76F4A}" srcId="{435E0EAF-C8D9-4EA8-BA75-E6227BC64A76}" destId="{EEFF46E0-E6FA-4831-B1DC-00C8E406704C}" srcOrd="3" destOrd="0" parTransId="{3F890DFC-F025-464B-9D0C-83A15CAC76EA}" sibTransId="{D1615101-46C0-4E6D-AC10-A0234D60888A}"/>
    <dgm:cxn modelId="{497ECE6E-3D27-4DB1-B1F4-D8A32A0303AF}" srcId="{435E0EAF-C8D9-4EA8-BA75-E6227BC64A76}" destId="{CA16B275-0732-4E58-9C3E-37EFEA069689}" srcOrd="1" destOrd="0" parTransId="{91BB24FE-87C5-4A31-A391-57EC41F3BFA6}" sibTransId="{2E16D0E8-C933-4ABC-B6A3-4344EB32779D}"/>
    <dgm:cxn modelId="{6F02A37A-F4AD-4B8F-A1A8-619328BC0BA3}" type="presOf" srcId="{82F0C38A-EC2F-4D67-BAAD-D7B855C1D441}" destId="{C93C715B-3942-405E-9B40-48EE24955C90}" srcOrd="0" destOrd="0" presId="urn:microsoft.com/office/officeart/2008/layout/PictureAccentList"/>
    <dgm:cxn modelId="{53654585-08E8-415C-B5F4-9463E6D6E423}" srcId="{DDBB3C66-D5E4-4FC0-91BC-C61300BC37FA}" destId="{82F0C38A-EC2F-4D67-BAAD-D7B855C1D441}" srcOrd="1" destOrd="0" parTransId="{00F2F01F-1A72-4E07-AB55-DE41748EBCAD}" sibTransId="{22ED902E-568C-480E-97DE-B5056D89D754}"/>
    <dgm:cxn modelId="{E5689386-0966-4B25-90A1-6E7041E64218}" type="presOf" srcId="{39EBDA15-7A47-4D7F-A097-53C6F6520B13}" destId="{CE4BC17D-3F94-4113-A212-9BF8D6AA416C}" srcOrd="0" destOrd="0" presId="urn:microsoft.com/office/officeart/2008/layout/PictureAccentList"/>
    <dgm:cxn modelId="{0621D886-9019-4385-9A35-6D229A449208}" type="presOf" srcId="{265774D4-7499-4C9D-9005-739A780AACC3}" destId="{90042E1F-45D6-4DE1-BD0B-45E38C20E5C9}" srcOrd="0" destOrd="0" presId="urn:microsoft.com/office/officeart/2008/layout/PictureAccentList"/>
    <dgm:cxn modelId="{4821CE88-83E5-4D14-92ED-7F170AEA9B47}" type="presOf" srcId="{2DEE88D0-B3C5-4AA4-B1BA-92A00E82C15C}" destId="{A9AE038C-6B1B-4DF3-9D08-E54B336EF153}" srcOrd="0" destOrd="0" presId="urn:microsoft.com/office/officeart/2008/layout/PictureAccentList"/>
    <dgm:cxn modelId="{31F97289-8FC4-4047-AF6C-4CB782EFD1DF}" srcId="{435E0EAF-C8D9-4EA8-BA75-E6227BC64A76}" destId="{C7F4C38C-8F7E-47EC-8029-CF9E9C4C6B48}" srcOrd="5" destOrd="0" parTransId="{4732F3F3-A9B3-444F-AD05-409FDCD10D3C}" sibTransId="{70661CD3-5BDB-49D5-AD66-86041FCF0606}"/>
    <dgm:cxn modelId="{D56B6C8A-C6C3-4CC5-B4ED-2AF6A8E9958F}" type="presOf" srcId="{D6BB2AC8-D6AB-4F17-91D6-73B46B57B8AC}" destId="{3D2A943A-717C-4943-BB94-BA88234539BB}" srcOrd="0" destOrd="0" presId="urn:microsoft.com/office/officeart/2008/layout/PictureAccentList"/>
    <dgm:cxn modelId="{8CC00C91-66A0-4E7E-ABC2-535C34B0D2C0}" type="presOf" srcId="{518A4EE0-101F-44E6-991F-C21F5D23D07B}" destId="{70DF5B22-9739-4875-8F2A-14FA0D289BE9}" srcOrd="0" destOrd="0" presId="urn:microsoft.com/office/officeart/2008/layout/PictureAccentList"/>
    <dgm:cxn modelId="{D1292496-8924-494D-A4FF-50B024435627}" type="presOf" srcId="{6A3372AB-A568-4FFF-85D4-80965BB08930}" destId="{1AF425D0-DE52-4B8D-AC4F-9BE04CC87064}" srcOrd="0" destOrd="0" presId="urn:microsoft.com/office/officeart/2008/layout/PictureAccentList"/>
    <dgm:cxn modelId="{8F998A96-0323-4033-85B2-986DF3AF1378}" type="presOf" srcId="{C7F4C38C-8F7E-47EC-8029-CF9E9C4C6B48}" destId="{457638FC-A3FB-4A3D-88A3-C0CDD0967E72}" srcOrd="0" destOrd="0" presId="urn:microsoft.com/office/officeart/2008/layout/PictureAccentList"/>
    <dgm:cxn modelId="{1A07A099-1158-4F64-A67E-BCCC6D6F0E74}" type="presOf" srcId="{669F23B4-CCA2-4C27-8EEE-FC2C05F7097F}" destId="{4CC93FDD-C574-4EE8-B98A-6203A9F1C55C}" srcOrd="0" destOrd="0" presId="urn:microsoft.com/office/officeart/2008/layout/PictureAccentList"/>
    <dgm:cxn modelId="{10DF85A2-C6C8-4675-9493-E46CAD4DA278}" type="presOf" srcId="{425888E5-CB37-44AE-81D5-E3D0666F2D3D}" destId="{448DA641-69E2-4809-A5D5-A91757C8D4FA}" srcOrd="0" destOrd="0" presId="urn:microsoft.com/office/officeart/2008/layout/PictureAccentList"/>
    <dgm:cxn modelId="{A5F7A6AC-BA74-4BC6-8185-FE34C3CADFB1}" srcId="{435E0EAF-C8D9-4EA8-BA75-E6227BC64A76}" destId="{425888E5-CB37-44AE-81D5-E3D0666F2D3D}" srcOrd="6" destOrd="0" parTransId="{560B05E8-A453-4498-AE82-AD05F89644B0}" sibTransId="{11957A35-8A8A-4AF9-9ED0-F06F0B18C14F}"/>
    <dgm:cxn modelId="{A250B4AE-6502-4D80-8F80-C7F726E0C869}" srcId="{00B67E32-E6BD-4983-9653-5C720FF5C9AC}" destId="{C3605881-D93E-4CFF-B6EA-86A7364DB81C}" srcOrd="4" destOrd="0" parTransId="{695E3AF8-0E64-43A8-8D8A-97F41BA6ACA8}" sibTransId="{E77B7C0D-D5EE-4956-8154-486FD6109B6F}"/>
    <dgm:cxn modelId="{6BED00AF-93E6-4E95-A59F-2F2467CD61E9}" type="presOf" srcId="{611D6A56-F7BF-46EA-9C40-B4E208E6A98B}" destId="{54FE1128-ED55-446C-BE19-3C8A7A92491F}" srcOrd="0" destOrd="0" presId="urn:microsoft.com/office/officeart/2008/layout/PictureAccentList"/>
    <dgm:cxn modelId="{20F134B8-79FB-4B23-9BD4-9B63BE13AF7F}" srcId="{00B67E32-E6BD-4983-9653-5C720FF5C9AC}" destId="{F9DF6F99-84D7-480E-8CB8-F8A20F1E0D1F}" srcOrd="2" destOrd="0" parTransId="{7ECA580C-D664-4A37-8F26-24C5067218E0}" sibTransId="{6D7AEB61-BADC-4244-B351-402FCB861B47}"/>
    <dgm:cxn modelId="{E12F90BE-AFA1-4A6D-BE07-03C33995C4DF}" srcId="{435E0EAF-C8D9-4EA8-BA75-E6227BC64A76}" destId="{518A4EE0-101F-44E6-991F-C21F5D23D07B}" srcOrd="0" destOrd="0" parTransId="{B568E182-4317-46C3-AF4D-3D1F55BAA12A}" sibTransId="{70FD0B30-9EA2-4660-B21E-A06A2E6E4FA8}"/>
    <dgm:cxn modelId="{8E1F73BF-EE1B-46B8-83C7-0CAFB9920F5B}" srcId="{435E0EAF-C8D9-4EA8-BA75-E6227BC64A76}" destId="{D6BB2AC8-D6AB-4F17-91D6-73B46B57B8AC}" srcOrd="7" destOrd="0" parTransId="{04B26705-C14D-49E3-A5D9-C550576B93A1}" sibTransId="{C3B4E574-3DC8-4243-B277-4829317EC681}"/>
    <dgm:cxn modelId="{D52353C3-CD2B-483F-B689-C9596D3BF8BE}" type="presOf" srcId="{87A40218-308D-4A3F-A3A0-CF713ABC4BE8}" destId="{0DB3C14E-245F-4F4B-A0DE-399F2F631D0F}" srcOrd="0" destOrd="0" presId="urn:microsoft.com/office/officeart/2008/layout/PictureAccentList"/>
    <dgm:cxn modelId="{DC342AC5-46A8-4FC1-8390-B0AC399C2F34}" type="presOf" srcId="{DC603C3D-2F0D-4E4A-BECB-D8F7204D360E}" destId="{A6AB8507-F1ED-4615-8612-83685BBED448}" srcOrd="0" destOrd="0" presId="urn:microsoft.com/office/officeart/2008/layout/PictureAccentList"/>
    <dgm:cxn modelId="{169A3ED5-5052-43A0-82D4-8E4B3A319F13}" srcId="{DDBB3C66-D5E4-4FC0-91BC-C61300BC37FA}" destId="{2B657BF5-4A26-4CD9-B902-E0676D265266}" srcOrd="0" destOrd="0" parTransId="{AD2F32A6-90CE-40CD-8475-A244527A9B19}" sibTransId="{DDB011C5-727F-4AA9-8D3F-4766D235E191}"/>
    <dgm:cxn modelId="{B575A5DD-C864-4072-93ED-A77128400134}" srcId="{435E0EAF-C8D9-4EA8-BA75-E6227BC64A76}" destId="{87A40218-308D-4A3F-A3A0-CF713ABC4BE8}" srcOrd="4" destOrd="0" parTransId="{C389F307-C7A2-4520-940A-00B70F6D1095}" sibTransId="{5FBFB786-19B1-4D40-8FF0-29103C6AE401}"/>
    <dgm:cxn modelId="{C27141E0-C987-486B-A822-3936F1CB3395}" type="presOf" srcId="{DDBB3C66-D5E4-4FC0-91BC-C61300BC37FA}" destId="{A724DE05-5801-48B6-B620-AD479B725240}" srcOrd="0" destOrd="0" presId="urn:microsoft.com/office/officeart/2008/layout/PictureAccentList"/>
    <dgm:cxn modelId="{1657EFE0-2A26-4DE8-9B3D-CAD70A5B058F}" srcId="{3ABC285D-7C90-45EC-919F-95B8ED8A0C28}" destId="{DDBB3C66-D5E4-4FC0-91BC-C61300BC37FA}" srcOrd="1" destOrd="0" parTransId="{8048B7FF-CAC6-410A-B397-445FF483B94B}" sibTransId="{D41F61FF-4452-4981-9F84-CF1EDCB01EE5}"/>
    <dgm:cxn modelId="{88CF90E3-940C-4C93-98A8-7A096321893A}" type="presOf" srcId="{435E0EAF-C8D9-4EA8-BA75-E6227BC64A76}" destId="{4D3154D6-B60F-4022-9AFC-B9D0CC58C21F}" srcOrd="0" destOrd="0" presId="urn:microsoft.com/office/officeart/2008/layout/PictureAccentList"/>
    <dgm:cxn modelId="{D28356E7-51DE-434D-9B0A-BE4CBF744C61}" srcId="{DDBB3C66-D5E4-4FC0-91BC-C61300BC37FA}" destId="{39EBDA15-7A47-4D7F-A097-53C6F6520B13}" srcOrd="4" destOrd="0" parTransId="{ED526A3E-13D2-4E98-A1EA-CD84CF223654}" sibTransId="{ADBFF251-E5A0-4A50-A13D-A09C1A8F04A8}"/>
    <dgm:cxn modelId="{1D0D69ED-9C69-4094-A47F-60C8E957D94E}" srcId="{DDBB3C66-D5E4-4FC0-91BC-C61300BC37FA}" destId="{CCB4E9EE-D863-4BEF-96B5-C77840A3901D}" srcOrd="5" destOrd="0" parTransId="{E81EF071-A62B-45B8-A526-9A81C705C004}" sibTransId="{50C2F9F6-6754-4BF6-B967-350B36808AB7}"/>
    <dgm:cxn modelId="{88C3ABF0-3802-4216-9F5C-ECF856786577}" type="presOf" srcId="{3ABC285D-7C90-45EC-919F-95B8ED8A0C28}" destId="{2FE9878E-8CAD-4AB7-89C5-CAE9529326B4}" srcOrd="0" destOrd="0" presId="urn:microsoft.com/office/officeart/2008/layout/PictureAccentList"/>
    <dgm:cxn modelId="{A4DEB4F5-060F-416B-978E-D01D324F86C3}" srcId="{00B67E32-E6BD-4983-9653-5C720FF5C9AC}" destId="{1CC591C8-C948-45EE-867F-895B7CBBB002}" srcOrd="0" destOrd="0" parTransId="{7FE73F14-D9A5-4858-A7DF-D2C46AFBF238}" sibTransId="{EA925A09-6AA5-4185-9E26-54802AAEBCC0}"/>
    <dgm:cxn modelId="{3F96FEF8-EAF1-4DA7-9FCE-3CBFAB435ED3}" srcId="{DDBB3C66-D5E4-4FC0-91BC-C61300BC37FA}" destId="{265774D4-7499-4C9D-9005-739A780AACC3}" srcOrd="6" destOrd="0" parTransId="{28629E04-4ADE-41D8-B8A0-5BFD1F389EDA}" sibTransId="{74356159-1D49-4FA0-AE20-7905C1C0D525}"/>
    <dgm:cxn modelId="{A13013F9-940A-4711-ADCF-75214A23C5D9}" type="presOf" srcId="{2B657BF5-4A26-4CD9-B902-E0676D265266}" destId="{03F550E2-AF53-4F0D-97D6-0CB4FB98BD14}" srcOrd="0" destOrd="0" presId="urn:microsoft.com/office/officeart/2008/layout/PictureAccentList"/>
    <dgm:cxn modelId="{AEFEB5FC-3B8A-4C79-96A8-AC6B735D76E6}" type="presOf" srcId="{D7C1C573-0399-4C46-8690-32E6A99B632E}" destId="{A130DA05-85B9-4111-AE25-F10BEDD17D53}" srcOrd="0" destOrd="0" presId="urn:microsoft.com/office/officeart/2008/layout/PictureAccentList"/>
    <dgm:cxn modelId="{E0C96AFD-A34A-4291-B3EC-404F7A93DC2B}" type="presOf" srcId="{F9DF6F99-84D7-480E-8CB8-F8A20F1E0D1F}" destId="{03DB289B-ED83-47B2-AE0B-9D0FA9B3FB77}" srcOrd="0" destOrd="0" presId="urn:microsoft.com/office/officeart/2008/layout/PictureAccentList"/>
    <dgm:cxn modelId="{E7217C5B-F17D-4BE4-9368-9B14E9EA7F4C}" type="presParOf" srcId="{2FE9878E-8CAD-4AB7-89C5-CAE9529326B4}" destId="{E8055A6C-2FF6-4CC7-9E1B-174EA89B1612}" srcOrd="0" destOrd="0" presId="urn:microsoft.com/office/officeart/2008/layout/PictureAccentList"/>
    <dgm:cxn modelId="{E7034699-19D7-4328-8832-3FD95622E9B2}" type="presParOf" srcId="{E8055A6C-2FF6-4CC7-9E1B-174EA89B1612}" destId="{B7EA0A2C-AB4D-4E0F-8729-15FA33E7412C}" srcOrd="0" destOrd="0" presId="urn:microsoft.com/office/officeart/2008/layout/PictureAccentList"/>
    <dgm:cxn modelId="{4AB86C7B-E2D3-4770-8BE7-15D608CF2D89}" type="presParOf" srcId="{B7EA0A2C-AB4D-4E0F-8729-15FA33E7412C}" destId="{7F9C100C-E150-4380-AA70-7990A8A1A21F}" srcOrd="0" destOrd="0" presId="urn:microsoft.com/office/officeart/2008/layout/PictureAccentList"/>
    <dgm:cxn modelId="{A4FD5B47-0334-4DE9-83D8-2CCBA964C40D}" type="presParOf" srcId="{E8055A6C-2FF6-4CC7-9E1B-174EA89B1612}" destId="{B5E2BECF-3B49-4C1C-B3FE-1DD08699B424}" srcOrd="1" destOrd="0" presId="urn:microsoft.com/office/officeart/2008/layout/PictureAccentList"/>
    <dgm:cxn modelId="{BFB27DEC-A9C7-4FA2-8841-A47EBEE604FA}" type="presParOf" srcId="{B5E2BECF-3B49-4C1C-B3FE-1DD08699B424}" destId="{B6C637CA-AFB6-4412-B11F-8ADB246BF8C6}" srcOrd="0" destOrd="0" presId="urn:microsoft.com/office/officeart/2008/layout/PictureAccentList"/>
    <dgm:cxn modelId="{F9BB74A6-90AB-44F9-BCAB-D87B43F4F8B7}" type="presParOf" srcId="{B6C637CA-AFB6-4412-B11F-8ADB246BF8C6}" destId="{2345C84C-55F9-4323-BCFB-15982D922E90}" srcOrd="0" destOrd="0" presId="urn:microsoft.com/office/officeart/2008/layout/PictureAccentList"/>
    <dgm:cxn modelId="{C05AD0FA-F2BB-4AB3-BD83-615C8A97D7B2}" type="presParOf" srcId="{B6C637CA-AFB6-4412-B11F-8ADB246BF8C6}" destId="{D01F2E92-ECAF-4744-B20C-3B1B8FB0B0E2}" srcOrd="1" destOrd="0" presId="urn:microsoft.com/office/officeart/2008/layout/PictureAccentList"/>
    <dgm:cxn modelId="{660BB6D3-67CB-423A-8E23-E09561BD99F7}" type="presParOf" srcId="{B5E2BECF-3B49-4C1C-B3FE-1DD08699B424}" destId="{165F3019-0E77-4304-B5F4-BD6197DFC814}" srcOrd="1" destOrd="0" presId="urn:microsoft.com/office/officeart/2008/layout/PictureAccentList"/>
    <dgm:cxn modelId="{023C5AAA-E607-4B09-B1CE-DDD0F632978E}" type="presParOf" srcId="{165F3019-0E77-4304-B5F4-BD6197DFC814}" destId="{D0D168E3-1E55-4E4B-8795-EEF0CD8A1856}" srcOrd="0" destOrd="0" presId="urn:microsoft.com/office/officeart/2008/layout/PictureAccentList"/>
    <dgm:cxn modelId="{B59CCEC1-9A3F-4BCE-B772-D23F3418FF9B}" type="presParOf" srcId="{165F3019-0E77-4304-B5F4-BD6197DFC814}" destId="{3A722E23-6447-4473-B5C0-58683C5C0AF1}" srcOrd="1" destOrd="0" presId="urn:microsoft.com/office/officeart/2008/layout/PictureAccentList"/>
    <dgm:cxn modelId="{C94A603C-D828-4C76-8603-EA708AF2B0B9}" type="presParOf" srcId="{B5E2BECF-3B49-4C1C-B3FE-1DD08699B424}" destId="{5A2E885C-2611-4E85-B7FD-69F48E74D5FD}" srcOrd="2" destOrd="0" presId="urn:microsoft.com/office/officeart/2008/layout/PictureAccentList"/>
    <dgm:cxn modelId="{0522F8A3-17C9-4FDA-B736-CA6AC94D2E92}" type="presParOf" srcId="{5A2E885C-2611-4E85-B7FD-69F48E74D5FD}" destId="{F46AB5A2-873D-4B13-B13A-496FE8CDCDCD}" srcOrd="0" destOrd="0" presId="urn:microsoft.com/office/officeart/2008/layout/PictureAccentList"/>
    <dgm:cxn modelId="{C09371CA-7F0A-4F62-A14F-A207A0312578}" type="presParOf" srcId="{5A2E885C-2611-4E85-B7FD-69F48E74D5FD}" destId="{03DB289B-ED83-47B2-AE0B-9D0FA9B3FB77}" srcOrd="1" destOrd="0" presId="urn:microsoft.com/office/officeart/2008/layout/PictureAccentList"/>
    <dgm:cxn modelId="{2E86D810-8C0A-4F8D-959A-3DFDB98A4B57}" type="presParOf" srcId="{B5E2BECF-3B49-4C1C-B3FE-1DD08699B424}" destId="{D2D8DBFF-0F88-4B51-9B7F-D506BB1E600C}" srcOrd="3" destOrd="0" presId="urn:microsoft.com/office/officeart/2008/layout/PictureAccentList"/>
    <dgm:cxn modelId="{CAD9838A-00F8-454C-A73E-95C7BD901EF7}" type="presParOf" srcId="{D2D8DBFF-0F88-4B51-9B7F-D506BB1E600C}" destId="{BF4D439D-DD97-4AF3-81AF-A3C89FA119D4}" srcOrd="0" destOrd="0" presId="urn:microsoft.com/office/officeart/2008/layout/PictureAccentList"/>
    <dgm:cxn modelId="{95B87F20-128E-439C-BA84-2C5FA4CE6E66}" type="presParOf" srcId="{D2D8DBFF-0F88-4B51-9B7F-D506BB1E600C}" destId="{A6AB8507-F1ED-4615-8612-83685BBED448}" srcOrd="1" destOrd="0" presId="urn:microsoft.com/office/officeart/2008/layout/PictureAccentList"/>
    <dgm:cxn modelId="{FF01ACEA-A46C-42B3-83FE-E1C61B0315EE}" type="presParOf" srcId="{B5E2BECF-3B49-4C1C-B3FE-1DD08699B424}" destId="{EB980DFE-903C-4E00-9F2B-A66162A7A334}" srcOrd="4" destOrd="0" presId="urn:microsoft.com/office/officeart/2008/layout/PictureAccentList"/>
    <dgm:cxn modelId="{5976A766-0424-47DA-A04D-20A181E0DFA2}" type="presParOf" srcId="{EB980DFE-903C-4E00-9F2B-A66162A7A334}" destId="{E050190B-98CC-46A6-BF44-5A0777207822}" srcOrd="0" destOrd="0" presId="urn:microsoft.com/office/officeart/2008/layout/PictureAccentList"/>
    <dgm:cxn modelId="{544A86E7-5AB8-4035-94A9-467060C94EB1}" type="presParOf" srcId="{EB980DFE-903C-4E00-9F2B-A66162A7A334}" destId="{8F9F6772-553F-4464-971E-4D6EC3811E40}" srcOrd="1" destOrd="0" presId="urn:microsoft.com/office/officeart/2008/layout/PictureAccentList"/>
    <dgm:cxn modelId="{28E7F425-5932-4B09-8EDB-613DEAB51ACB}" type="presParOf" srcId="{2FE9878E-8CAD-4AB7-89C5-CAE9529326B4}" destId="{DE0C2747-4C6D-4726-94D5-277EBEAEE0BA}" srcOrd="1" destOrd="0" presId="urn:microsoft.com/office/officeart/2008/layout/PictureAccentList"/>
    <dgm:cxn modelId="{2D73CA29-5095-49DC-A1AD-1A3D40A1B614}" type="presParOf" srcId="{DE0C2747-4C6D-4726-94D5-277EBEAEE0BA}" destId="{3139C078-D01C-4E38-9829-DAF6FBC7B06B}" srcOrd="0" destOrd="0" presId="urn:microsoft.com/office/officeart/2008/layout/PictureAccentList"/>
    <dgm:cxn modelId="{A784AD86-149B-4C36-82B5-AF6B99E0D36B}" type="presParOf" srcId="{3139C078-D01C-4E38-9829-DAF6FBC7B06B}" destId="{A724DE05-5801-48B6-B620-AD479B725240}" srcOrd="0" destOrd="0" presId="urn:microsoft.com/office/officeart/2008/layout/PictureAccentList"/>
    <dgm:cxn modelId="{49F4AC2A-BF42-4647-BAF7-D9D340239A70}" type="presParOf" srcId="{DE0C2747-4C6D-4726-94D5-277EBEAEE0BA}" destId="{5711A8AF-7FEE-45AC-BC7F-423D9F2B05E2}" srcOrd="1" destOrd="0" presId="urn:microsoft.com/office/officeart/2008/layout/PictureAccentList"/>
    <dgm:cxn modelId="{14E15D3D-40F1-4C7A-9E0D-9F01F5CE151E}" type="presParOf" srcId="{5711A8AF-7FEE-45AC-BC7F-423D9F2B05E2}" destId="{F6299DF4-01F2-45FB-830B-843E2DB91664}" srcOrd="0" destOrd="0" presId="urn:microsoft.com/office/officeart/2008/layout/PictureAccentList"/>
    <dgm:cxn modelId="{EC79BA45-D466-4C19-A754-867DA59A6F33}" type="presParOf" srcId="{F6299DF4-01F2-45FB-830B-843E2DB91664}" destId="{497DCF19-8D53-422B-922F-049BEE4D63EB}" srcOrd="0" destOrd="0" presId="urn:microsoft.com/office/officeart/2008/layout/PictureAccentList"/>
    <dgm:cxn modelId="{5F50FE83-AB4D-4816-8DAD-9782AAA4617D}" type="presParOf" srcId="{F6299DF4-01F2-45FB-830B-843E2DB91664}" destId="{03F550E2-AF53-4F0D-97D6-0CB4FB98BD14}" srcOrd="1" destOrd="0" presId="urn:microsoft.com/office/officeart/2008/layout/PictureAccentList"/>
    <dgm:cxn modelId="{1D9AB58E-4E9E-433E-B73B-88F52D0A7A17}" type="presParOf" srcId="{5711A8AF-7FEE-45AC-BC7F-423D9F2B05E2}" destId="{849CB70B-3AEA-4887-B796-7846A06D2D46}" srcOrd="1" destOrd="0" presId="urn:microsoft.com/office/officeart/2008/layout/PictureAccentList"/>
    <dgm:cxn modelId="{03DA50E1-A836-4279-86FF-89798A434AF7}" type="presParOf" srcId="{849CB70B-3AEA-4887-B796-7846A06D2D46}" destId="{A913864A-4C21-4370-8497-A818BD170A8C}" srcOrd="0" destOrd="0" presId="urn:microsoft.com/office/officeart/2008/layout/PictureAccentList"/>
    <dgm:cxn modelId="{D1E09C8A-C269-4DB0-9328-8F2E66943731}" type="presParOf" srcId="{849CB70B-3AEA-4887-B796-7846A06D2D46}" destId="{C93C715B-3942-405E-9B40-48EE24955C90}" srcOrd="1" destOrd="0" presId="urn:microsoft.com/office/officeart/2008/layout/PictureAccentList"/>
    <dgm:cxn modelId="{4E7ECC4F-BAE0-494F-9409-63810E297DCD}" type="presParOf" srcId="{5711A8AF-7FEE-45AC-BC7F-423D9F2B05E2}" destId="{A907EC29-A9BF-4C5E-AC10-E5175552A615}" srcOrd="2" destOrd="0" presId="urn:microsoft.com/office/officeart/2008/layout/PictureAccentList"/>
    <dgm:cxn modelId="{DA101FAB-B960-4510-9B2A-C0C9429C50BE}" type="presParOf" srcId="{A907EC29-A9BF-4C5E-AC10-E5175552A615}" destId="{5FBD51F4-9665-4409-BB24-104F93CC76F4}" srcOrd="0" destOrd="0" presId="urn:microsoft.com/office/officeart/2008/layout/PictureAccentList"/>
    <dgm:cxn modelId="{A5CCCEB6-2120-485A-B997-CAA4919C525F}" type="presParOf" srcId="{A907EC29-A9BF-4C5E-AC10-E5175552A615}" destId="{A130DA05-85B9-4111-AE25-F10BEDD17D53}" srcOrd="1" destOrd="0" presId="urn:microsoft.com/office/officeart/2008/layout/PictureAccentList"/>
    <dgm:cxn modelId="{6D18C541-B4E5-4A74-B150-8B4CAC085BE7}" type="presParOf" srcId="{5711A8AF-7FEE-45AC-BC7F-423D9F2B05E2}" destId="{96789FD7-2A79-4D2F-849A-973A80B346E1}" srcOrd="3" destOrd="0" presId="urn:microsoft.com/office/officeart/2008/layout/PictureAccentList"/>
    <dgm:cxn modelId="{84EBBA6A-AD83-48C7-990C-3D040CA8913B}" type="presParOf" srcId="{96789FD7-2A79-4D2F-849A-973A80B346E1}" destId="{CFAB9D68-0FFD-4703-8B03-C95501F159AE}" srcOrd="0" destOrd="0" presId="urn:microsoft.com/office/officeart/2008/layout/PictureAccentList"/>
    <dgm:cxn modelId="{87030B0D-B847-4F97-AC86-BCB17A09F575}" type="presParOf" srcId="{96789FD7-2A79-4D2F-849A-973A80B346E1}" destId="{4CC93FDD-C574-4EE8-B98A-6203A9F1C55C}" srcOrd="1" destOrd="0" presId="urn:microsoft.com/office/officeart/2008/layout/PictureAccentList"/>
    <dgm:cxn modelId="{FBE7E623-8564-4C93-8BBF-B0981F17068C}" type="presParOf" srcId="{5711A8AF-7FEE-45AC-BC7F-423D9F2B05E2}" destId="{EF521CCC-450A-4AB4-8FEC-1C738C732350}" srcOrd="4" destOrd="0" presId="urn:microsoft.com/office/officeart/2008/layout/PictureAccentList"/>
    <dgm:cxn modelId="{3DA328CC-32F4-4D44-B01D-591B97CDF530}" type="presParOf" srcId="{EF521CCC-450A-4AB4-8FEC-1C738C732350}" destId="{50A16B23-398D-42A3-A812-C0B022B6E6FF}" srcOrd="0" destOrd="0" presId="urn:microsoft.com/office/officeart/2008/layout/PictureAccentList"/>
    <dgm:cxn modelId="{D17AEE2C-5333-4917-8EF5-AB5B7A4B1A84}" type="presParOf" srcId="{EF521CCC-450A-4AB4-8FEC-1C738C732350}" destId="{CE4BC17D-3F94-4113-A212-9BF8D6AA416C}" srcOrd="1" destOrd="0" presId="urn:microsoft.com/office/officeart/2008/layout/PictureAccentList"/>
    <dgm:cxn modelId="{8CE412E0-2592-4374-A4BC-C42C1E01F616}" type="presParOf" srcId="{5711A8AF-7FEE-45AC-BC7F-423D9F2B05E2}" destId="{3BF34300-69B6-400C-A248-AECE1F7BB955}" srcOrd="5" destOrd="0" presId="urn:microsoft.com/office/officeart/2008/layout/PictureAccentList"/>
    <dgm:cxn modelId="{47A7D002-669E-4AD7-AE07-426313F89EBD}" type="presParOf" srcId="{3BF34300-69B6-400C-A248-AECE1F7BB955}" destId="{FFC86059-D624-40FC-9764-7169490CE198}" srcOrd="0" destOrd="0" presId="urn:microsoft.com/office/officeart/2008/layout/PictureAccentList"/>
    <dgm:cxn modelId="{672FDB3A-C179-4167-AF02-066B77E99950}" type="presParOf" srcId="{3BF34300-69B6-400C-A248-AECE1F7BB955}" destId="{D355510D-29A6-4A95-A7C6-259A149A787E}" srcOrd="1" destOrd="0" presId="urn:microsoft.com/office/officeart/2008/layout/PictureAccentList"/>
    <dgm:cxn modelId="{9BCD137E-6AE0-4707-AD9C-394D89BAADF8}" type="presParOf" srcId="{5711A8AF-7FEE-45AC-BC7F-423D9F2B05E2}" destId="{96341ECF-DE80-47AD-9DE4-56084ED700E2}" srcOrd="6" destOrd="0" presId="urn:microsoft.com/office/officeart/2008/layout/PictureAccentList"/>
    <dgm:cxn modelId="{0B3FA3B4-A29C-4CF6-8BCA-8833BB4C27C7}" type="presParOf" srcId="{96341ECF-DE80-47AD-9DE4-56084ED700E2}" destId="{D504AA15-27E5-41D8-8629-A6ECB151CDB0}" srcOrd="0" destOrd="0" presId="urn:microsoft.com/office/officeart/2008/layout/PictureAccentList"/>
    <dgm:cxn modelId="{FE459742-7B8C-4F80-BAC1-580F2D79B9AD}" type="presParOf" srcId="{96341ECF-DE80-47AD-9DE4-56084ED700E2}" destId="{90042E1F-45D6-4DE1-BD0B-45E38C20E5C9}" srcOrd="1" destOrd="0" presId="urn:microsoft.com/office/officeart/2008/layout/PictureAccentList"/>
    <dgm:cxn modelId="{40CFDEAA-CAD3-4223-8144-A83F1173A078}" type="presParOf" srcId="{2FE9878E-8CAD-4AB7-89C5-CAE9529326B4}" destId="{5AF9AABC-D353-48D7-9E45-08643319AD10}" srcOrd="2" destOrd="0" presId="urn:microsoft.com/office/officeart/2008/layout/PictureAccentList"/>
    <dgm:cxn modelId="{9943EE98-E2F3-41A6-840C-4B16A31F8200}" type="presParOf" srcId="{5AF9AABC-D353-48D7-9E45-08643319AD10}" destId="{FC8FD02C-327F-447B-97E9-E7115835C1C5}" srcOrd="0" destOrd="0" presId="urn:microsoft.com/office/officeart/2008/layout/PictureAccentList"/>
    <dgm:cxn modelId="{EE7A7271-74D7-43F9-8EA7-B27DE9ECBE79}" type="presParOf" srcId="{FC8FD02C-327F-447B-97E9-E7115835C1C5}" destId="{4D3154D6-B60F-4022-9AFC-B9D0CC58C21F}" srcOrd="0" destOrd="0" presId="urn:microsoft.com/office/officeart/2008/layout/PictureAccentList"/>
    <dgm:cxn modelId="{64D4A692-F6A8-4BC8-9D51-CDF827754DA5}" type="presParOf" srcId="{5AF9AABC-D353-48D7-9E45-08643319AD10}" destId="{122E4907-328A-460C-8691-1E043BEA7461}" srcOrd="1" destOrd="0" presId="urn:microsoft.com/office/officeart/2008/layout/PictureAccentList"/>
    <dgm:cxn modelId="{4AB6C665-966B-4B2B-BE1B-6A8F9A9B590A}" type="presParOf" srcId="{122E4907-328A-460C-8691-1E043BEA7461}" destId="{DD2D93A5-F865-4BB8-A4FB-DD55A81B67D7}" srcOrd="0" destOrd="0" presId="urn:microsoft.com/office/officeart/2008/layout/PictureAccentList"/>
    <dgm:cxn modelId="{78CE78FB-110C-48B3-A140-340253DBA401}" type="presParOf" srcId="{DD2D93A5-F865-4BB8-A4FB-DD55A81B67D7}" destId="{B9B055B9-C3CD-48B7-B982-D475ACFCD0E7}" srcOrd="0" destOrd="0" presId="urn:microsoft.com/office/officeart/2008/layout/PictureAccentList"/>
    <dgm:cxn modelId="{382C2A7D-525C-41DC-A5B7-20E50F37BEF4}" type="presParOf" srcId="{DD2D93A5-F865-4BB8-A4FB-DD55A81B67D7}" destId="{70DF5B22-9739-4875-8F2A-14FA0D289BE9}" srcOrd="1" destOrd="0" presId="urn:microsoft.com/office/officeart/2008/layout/PictureAccentList"/>
    <dgm:cxn modelId="{4BA2C480-A54B-46E6-A47D-14DA57773A31}" type="presParOf" srcId="{122E4907-328A-460C-8691-1E043BEA7461}" destId="{342E0E7B-0EBB-4CBF-9565-45BC6CB0BA48}" srcOrd="1" destOrd="0" presId="urn:microsoft.com/office/officeart/2008/layout/PictureAccentList"/>
    <dgm:cxn modelId="{1D9FA002-6DA0-4EBD-B7D7-B923B8519624}" type="presParOf" srcId="{342E0E7B-0EBB-4CBF-9565-45BC6CB0BA48}" destId="{5D5442EE-7BC0-45BF-BF5D-9AE81721EA0F}" srcOrd="0" destOrd="0" presId="urn:microsoft.com/office/officeart/2008/layout/PictureAccentList"/>
    <dgm:cxn modelId="{A8BB57B2-F49F-4945-8DE0-39E1C4787C08}" type="presParOf" srcId="{342E0E7B-0EBB-4CBF-9565-45BC6CB0BA48}" destId="{FA6FB898-050E-4138-B88D-B75B5CEB2255}" srcOrd="1" destOrd="0" presId="urn:microsoft.com/office/officeart/2008/layout/PictureAccentList"/>
    <dgm:cxn modelId="{1F380E5C-BF96-425E-89B1-304C5DE56341}" type="presParOf" srcId="{122E4907-328A-460C-8691-1E043BEA7461}" destId="{CDDFDCEA-EA74-40B7-9868-D8EAB8D60DD7}" srcOrd="2" destOrd="0" presId="urn:microsoft.com/office/officeart/2008/layout/PictureAccentList"/>
    <dgm:cxn modelId="{3104240A-1320-4AE5-8898-8781E5C04EB4}" type="presParOf" srcId="{CDDFDCEA-EA74-40B7-9868-D8EAB8D60DD7}" destId="{88D5AF92-C238-42D8-8770-67DBBF923132}" srcOrd="0" destOrd="0" presId="urn:microsoft.com/office/officeart/2008/layout/PictureAccentList"/>
    <dgm:cxn modelId="{E6E8134D-3ED3-40F4-8295-F21EDB30CF29}" type="presParOf" srcId="{CDDFDCEA-EA74-40B7-9868-D8EAB8D60DD7}" destId="{1AF425D0-DE52-4B8D-AC4F-9BE04CC87064}" srcOrd="1" destOrd="0" presId="urn:microsoft.com/office/officeart/2008/layout/PictureAccentList"/>
    <dgm:cxn modelId="{DB163AAB-A9A1-4201-9023-D3178BBBDB7C}" type="presParOf" srcId="{122E4907-328A-460C-8691-1E043BEA7461}" destId="{D5A2801D-5768-4E7A-BB04-96225913265D}" srcOrd="3" destOrd="0" presId="urn:microsoft.com/office/officeart/2008/layout/PictureAccentList"/>
    <dgm:cxn modelId="{81684137-D76C-4F86-A57C-51B9F4416C0B}" type="presParOf" srcId="{D5A2801D-5768-4E7A-BB04-96225913265D}" destId="{9C39108E-435B-4162-8581-48791C073AA9}" srcOrd="0" destOrd="0" presId="urn:microsoft.com/office/officeart/2008/layout/PictureAccentList"/>
    <dgm:cxn modelId="{B586E960-6880-4298-9726-48A9D89E3A3B}" type="presParOf" srcId="{D5A2801D-5768-4E7A-BB04-96225913265D}" destId="{BF4CC417-1186-4230-AD5B-6D91D113EF0C}" srcOrd="1" destOrd="0" presId="urn:microsoft.com/office/officeart/2008/layout/PictureAccentList"/>
    <dgm:cxn modelId="{64ACD2D8-7B6A-4B9E-9BC9-C4FEA5873A83}" type="presParOf" srcId="{122E4907-328A-460C-8691-1E043BEA7461}" destId="{CA67950C-6F0F-444C-AB60-7578C338503A}" srcOrd="4" destOrd="0" presId="urn:microsoft.com/office/officeart/2008/layout/PictureAccentList"/>
    <dgm:cxn modelId="{75108826-A99E-4E86-A017-0D9EC9CD234C}" type="presParOf" srcId="{CA67950C-6F0F-444C-AB60-7578C338503A}" destId="{3B215195-5F87-4FEF-BD94-13AA26E875F2}" srcOrd="0" destOrd="0" presId="urn:microsoft.com/office/officeart/2008/layout/PictureAccentList"/>
    <dgm:cxn modelId="{ED9B689B-E119-406A-9511-67A564C79D47}" type="presParOf" srcId="{CA67950C-6F0F-444C-AB60-7578C338503A}" destId="{0DB3C14E-245F-4F4B-A0DE-399F2F631D0F}" srcOrd="1" destOrd="0" presId="urn:microsoft.com/office/officeart/2008/layout/PictureAccentList"/>
    <dgm:cxn modelId="{BCFCF1A8-927F-434D-A29D-A33E502BF71B}" type="presParOf" srcId="{122E4907-328A-460C-8691-1E043BEA7461}" destId="{E36936B9-EB40-4FFB-AA2F-92BAD93DA57A}" srcOrd="5" destOrd="0" presId="urn:microsoft.com/office/officeart/2008/layout/PictureAccentList"/>
    <dgm:cxn modelId="{8C564568-89AE-4A46-8D70-C1E1BBEF7E3B}" type="presParOf" srcId="{E36936B9-EB40-4FFB-AA2F-92BAD93DA57A}" destId="{E100C3B7-2558-4803-9D91-8B820ED963D1}" srcOrd="0" destOrd="0" presId="urn:microsoft.com/office/officeart/2008/layout/PictureAccentList"/>
    <dgm:cxn modelId="{7ADBFC1B-994D-4522-873C-62346BB2C700}" type="presParOf" srcId="{E36936B9-EB40-4FFB-AA2F-92BAD93DA57A}" destId="{457638FC-A3FB-4A3D-88A3-C0CDD0967E72}" srcOrd="1" destOrd="0" presId="urn:microsoft.com/office/officeart/2008/layout/PictureAccentList"/>
    <dgm:cxn modelId="{4043170D-DE87-4456-AE82-FD371DAF6B32}" type="presParOf" srcId="{122E4907-328A-460C-8691-1E043BEA7461}" destId="{58923C34-47A6-42CE-B8BF-D4EB3D5C10AD}" srcOrd="6" destOrd="0" presId="urn:microsoft.com/office/officeart/2008/layout/PictureAccentList"/>
    <dgm:cxn modelId="{442A1B71-BCFA-47DC-B1EF-8D2FE1A72B9F}" type="presParOf" srcId="{58923C34-47A6-42CE-B8BF-D4EB3D5C10AD}" destId="{A34491CD-89CF-497C-82D5-2DD271105377}" srcOrd="0" destOrd="0" presId="urn:microsoft.com/office/officeart/2008/layout/PictureAccentList"/>
    <dgm:cxn modelId="{17C38539-3630-4A84-8E3A-0BE81DCDCCEB}" type="presParOf" srcId="{58923C34-47A6-42CE-B8BF-D4EB3D5C10AD}" destId="{448DA641-69E2-4809-A5D5-A91757C8D4FA}" srcOrd="1" destOrd="0" presId="urn:microsoft.com/office/officeart/2008/layout/PictureAccentList"/>
    <dgm:cxn modelId="{8D4379FA-D3D6-4C54-9F1A-C73CF45EFECE}" type="presParOf" srcId="{122E4907-328A-460C-8691-1E043BEA7461}" destId="{610581AC-44C8-42AF-ABDD-AF56C61A0A20}" srcOrd="7" destOrd="0" presId="urn:microsoft.com/office/officeart/2008/layout/PictureAccentList"/>
    <dgm:cxn modelId="{9E46678F-B1E6-440C-BFB7-BB8E690B79F9}" type="presParOf" srcId="{610581AC-44C8-42AF-ABDD-AF56C61A0A20}" destId="{3F4B38C7-0136-419B-B716-232B61B33FCB}" srcOrd="0" destOrd="0" presId="urn:microsoft.com/office/officeart/2008/layout/PictureAccentList"/>
    <dgm:cxn modelId="{5C292808-D0FA-43FD-8495-3ACE57B6F5AB}" type="presParOf" srcId="{610581AC-44C8-42AF-ABDD-AF56C61A0A20}" destId="{3D2A943A-717C-4943-BB94-BA88234539BB}" srcOrd="1" destOrd="0" presId="urn:microsoft.com/office/officeart/2008/layout/PictureAccentList"/>
    <dgm:cxn modelId="{3D9A6DD1-5C71-4DCF-B4BE-CF0C1C3E054C}" type="presParOf" srcId="{122E4907-328A-460C-8691-1E043BEA7461}" destId="{141930BC-2FB1-44E0-B21E-0378B677A75E}" srcOrd="8" destOrd="0" presId="urn:microsoft.com/office/officeart/2008/layout/PictureAccentList"/>
    <dgm:cxn modelId="{945925A4-BDA6-4228-B857-BACF98D545FC}" type="presParOf" srcId="{141930BC-2FB1-44E0-B21E-0378B677A75E}" destId="{A6ABA017-0D10-44C5-BCEE-CD0DF141B535}" srcOrd="0" destOrd="0" presId="urn:microsoft.com/office/officeart/2008/layout/PictureAccentList"/>
    <dgm:cxn modelId="{F2D24863-3271-47F9-95B5-BB0176256D39}" type="presParOf" srcId="{141930BC-2FB1-44E0-B21E-0378B677A75E}" destId="{54FE1128-ED55-446C-BE19-3C8A7A92491F}" srcOrd="1" destOrd="0" presId="urn:microsoft.com/office/officeart/2008/layout/PictureAccentList"/>
    <dgm:cxn modelId="{0650F511-A6F0-4135-AF39-6824800B9649}" type="presParOf" srcId="{122E4907-328A-460C-8691-1E043BEA7461}" destId="{BD357CA2-B460-4713-96EC-BC9C6BB90150}" srcOrd="9" destOrd="0" presId="urn:microsoft.com/office/officeart/2008/layout/PictureAccentList"/>
    <dgm:cxn modelId="{A6F0D8AF-1DA7-4ABE-BC31-1B93EB88F8DF}" type="presParOf" srcId="{BD357CA2-B460-4713-96EC-BC9C6BB90150}" destId="{6AD8CABF-9F91-442C-87AD-408B65C5EF05}" srcOrd="0" destOrd="0" presId="urn:microsoft.com/office/officeart/2008/layout/PictureAccentList"/>
    <dgm:cxn modelId="{1B514158-862A-46AB-91E9-4D1FC378EAF7}" type="presParOf" srcId="{BD357CA2-B460-4713-96EC-BC9C6BB90150}" destId="{376DA73C-3FD8-486A-9E82-DB3EEDBC6509}" srcOrd="1" destOrd="0" presId="urn:microsoft.com/office/officeart/2008/layout/PictureAccentList"/>
    <dgm:cxn modelId="{C57623FD-2F3E-4851-BC91-4C183D482337}" type="presParOf" srcId="{122E4907-328A-460C-8691-1E043BEA7461}" destId="{8F9B82AB-35AD-418C-B4FA-98DD2645CE60}" srcOrd="10" destOrd="0" presId="urn:microsoft.com/office/officeart/2008/layout/PictureAccentList"/>
    <dgm:cxn modelId="{D4DCA9BA-F3F7-4622-8C41-0184A74EFB16}" type="presParOf" srcId="{8F9B82AB-35AD-418C-B4FA-98DD2645CE60}" destId="{D01E2590-24C4-4460-B40B-73221582E909}" srcOrd="0" destOrd="0" presId="urn:microsoft.com/office/officeart/2008/layout/PictureAccentList"/>
    <dgm:cxn modelId="{897BFAA6-412C-4A84-8DA9-D06157B70620}" type="presParOf" srcId="{8F9B82AB-35AD-418C-B4FA-98DD2645CE60}" destId="{A9AE038C-6B1B-4DF3-9D08-E54B336EF153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82440C-1402-46B2-9001-C295F0F9B395}" type="doc">
      <dgm:prSet loTypeId="urn:microsoft.com/office/officeart/2005/8/layout/vList5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BC925D8-1F73-4DF6-8A99-5210385CA44F}">
      <dgm:prSet/>
      <dgm:spPr/>
      <dgm:t>
        <a:bodyPr/>
        <a:lstStyle/>
        <a:p>
          <a:r>
            <a:rPr lang="en-US" b="1"/>
            <a:t>Context–State Relationship</a:t>
          </a:r>
          <a:endParaRPr lang="en-US"/>
        </a:p>
      </dgm:t>
    </dgm:pt>
    <dgm:pt modelId="{5FDCDDDF-D114-4E11-980E-F2AE2A9CAB59}" type="parTrans" cxnId="{4E7BD1A3-683F-4963-9EA2-C01B136F0440}">
      <dgm:prSet/>
      <dgm:spPr/>
      <dgm:t>
        <a:bodyPr/>
        <a:lstStyle/>
        <a:p>
          <a:endParaRPr lang="en-US"/>
        </a:p>
      </dgm:t>
    </dgm:pt>
    <dgm:pt modelId="{1289C935-780F-453B-827B-4B054F71CFE7}" type="sibTrans" cxnId="{4E7BD1A3-683F-4963-9EA2-C01B136F0440}">
      <dgm:prSet/>
      <dgm:spPr/>
      <dgm:t>
        <a:bodyPr/>
        <a:lstStyle/>
        <a:p>
          <a:endParaRPr lang="en-US"/>
        </a:p>
      </dgm:t>
    </dgm:pt>
    <dgm:pt modelId="{BF8E3FFB-F643-49F6-9FE6-C707C751CC4E}">
      <dgm:prSet custT="1"/>
      <dgm:spPr/>
      <dgm:t>
        <a:bodyPr/>
        <a:lstStyle/>
        <a:p>
          <a:r>
            <a:rPr lang="en-US" sz="1100"/>
            <a:t>The </a:t>
          </a:r>
          <a:r>
            <a:rPr lang="en-US" sz="1100" b="1"/>
            <a:t>Context (e.g., Person)</a:t>
          </a:r>
          <a:r>
            <a:rPr lang="en-US" sz="1100"/>
            <a:t> holds a reference to the current state object.</a:t>
          </a:r>
        </a:p>
      </dgm:t>
    </dgm:pt>
    <dgm:pt modelId="{510FA23D-D865-4FA0-86D4-F8F6334D3D7A}" type="parTrans" cxnId="{E0C9F33B-23BC-4E95-95D2-DAB72A4C91C1}">
      <dgm:prSet/>
      <dgm:spPr/>
      <dgm:t>
        <a:bodyPr/>
        <a:lstStyle/>
        <a:p>
          <a:endParaRPr lang="en-US"/>
        </a:p>
      </dgm:t>
    </dgm:pt>
    <dgm:pt modelId="{48ED693D-1A98-4685-AE30-3B8689835058}" type="sibTrans" cxnId="{E0C9F33B-23BC-4E95-95D2-DAB72A4C91C1}">
      <dgm:prSet/>
      <dgm:spPr/>
      <dgm:t>
        <a:bodyPr/>
        <a:lstStyle/>
        <a:p>
          <a:endParaRPr lang="en-US"/>
        </a:p>
      </dgm:t>
    </dgm:pt>
    <dgm:pt modelId="{1C706C41-3DC3-4A0B-B0FF-536DA9111793}">
      <dgm:prSet custT="1"/>
      <dgm:spPr/>
      <dgm:t>
        <a:bodyPr/>
        <a:lstStyle/>
        <a:p>
          <a:r>
            <a:rPr lang="en-US" sz="1100"/>
            <a:t>State transitions should ideally be </a:t>
          </a:r>
          <a:r>
            <a:rPr lang="en-US" sz="1100" b="1"/>
            <a:t>encapsulated within state classes</a:t>
          </a:r>
          <a:r>
            <a:rPr lang="en-US" sz="1100"/>
            <a:t>, not exposed directly by the context.</a:t>
          </a:r>
        </a:p>
      </dgm:t>
    </dgm:pt>
    <dgm:pt modelId="{C8DCA0B0-8DAD-4C4C-8CD7-970047E529A4}" type="parTrans" cxnId="{025660F8-9B7C-4E1B-8974-50480C52B695}">
      <dgm:prSet/>
      <dgm:spPr/>
      <dgm:t>
        <a:bodyPr/>
        <a:lstStyle/>
        <a:p>
          <a:endParaRPr lang="en-US"/>
        </a:p>
      </dgm:t>
    </dgm:pt>
    <dgm:pt modelId="{C003F5CF-5094-4465-80B7-8AAF8AD8C5BF}" type="sibTrans" cxnId="{025660F8-9B7C-4E1B-8974-50480C52B695}">
      <dgm:prSet/>
      <dgm:spPr/>
      <dgm:t>
        <a:bodyPr/>
        <a:lstStyle/>
        <a:p>
          <a:endParaRPr lang="en-US"/>
        </a:p>
      </dgm:t>
    </dgm:pt>
    <dgm:pt modelId="{992DDDED-C579-432B-8913-901C8AFEE9D5}">
      <dgm:prSet/>
      <dgm:spPr/>
      <dgm:t>
        <a:bodyPr/>
        <a:lstStyle/>
        <a:p>
          <a:r>
            <a:rPr lang="en-US" b="1"/>
            <a:t>Encapsulation of Behavior</a:t>
          </a:r>
          <a:endParaRPr lang="en-US"/>
        </a:p>
      </dgm:t>
    </dgm:pt>
    <dgm:pt modelId="{2D6F20E6-72D7-4BE2-84AD-1852F98A75EB}" type="parTrans" cxnId="{EAB96BEE-E8CF-4857-8A76-49CC95B1A9C7}">
      <dgm:prSet/>
      <dgm:spPr/>
      <dgm:t>
        <a:bodyPr/>
        <a:lstStyle/>
        <a:p>
          <a:endParaRPr lang="en-US"/>
        </a:p>
      </dgm:t>
    </dgm:pt>
    <dgm:pt modelId="{98225538-0B0E-4F30-8B05-8E88FA2160F9}" type="sibTrans" cxnId="{EAB96BEE-E8CF-4857-8A76-49CC95B1A9C7}">
      <dgm:prSet/>
      <dgm:spPr/>
      <dgm:t>
        <a:bodyPr/>
        <a:lstStyle/>
        <a:p>
          <a:endParaRPr lang="en-US"/>
        </a:p>
      </dgm:t>
    </dgm:pt>
    <dgm:pt modelId="{B33DDCDE-FD6E-4637-9C60-6B47CE4FFD07}">
      <dgm:prSet custT="1"/>
      <dgm:spPr/>
      <dgm:t>
        <a:bodyPr/>
        <a:lstStyle/>
        <a:p>
          <a:r>
            <a:rPr lang="en-US" sz="1100"/>
            <a:t>Each </a:t>
          </a:r>
          <a:r>
            <a:rPr lang="en-US" sz="1100" b="1"/>
            <a:t>state class</a:t>
          </a:r>
          <a:r>
            <a:rPr lang="en-US" sz="1100"/>
            <a:t> should define </a:t>
          </a:r>
          <a:r>
            <a:rPr lang="en-US" sz="1100" b="1"/>
            <a:t>only the behavior valid in that state</a:t>
          </a:r>
          <a:r>
            <a:rPr lang="en-US" sz="1100"/>
            <a:t>.</a:t>
          </a:r>
        </a:p>
      </dgm:t>
    </dgm:pt>
    <dgm:pt modelId="{D6BC9C2B-AC6B-4DA5-BB55-DFC172242ED6}" type="parTrans" cxnId="{640CA32A-231B-4815-A93F-6D0FA8AA25C0}">
      <dgm:prSet/>
      <dgm:spPr/>
      <dgm:t>
        <a:bodyPr/>
        <a:lstStyle/>
        <a:p>
          <a:endParaRPr lang="en-US"/>
        </a:p>
      </dgm:t>
    </dgm:pt>
    <dgm:pt modelId="{E6A479A7-EE97-49AE-9102-3146C7A9CFA3}" type="sibTrans" cxnId="{640CA32A-231B-4815-A93F-6D0FA8AA25C0}">
      <dgm:prSet/>
      <dgm:spPr/>
      <dgm:t>
        <a:bodyPr/>
        <a:lstStyle/>
        <a:p>
          <a:endParaRPr lang="en-US"/>
        </a:p>
      </dgm:t>
    </dgm:pt>
    <dgm:pt modelId="{60DC029A-DCAB-4832-8385-CB4C13DDBA73}">
      <dgm:prSet custT="1"/>
      <dgm:spPr/>
      <dgm:t>
        <a:bodyPr/>
        <a:lstStyle/>
        <a:p>
          <a:r>
            <a:rPr lang="en-US" sz="1100"/>
            <a:t>Avoid writing conditional logic (if/else or switch) in the context; let polymorphism handle it.</a:t>
          </a:r>
        </a:p>
      </dgm:t>
    </dgm:pt>
    <dgm:pt modelId="{575063BE-03ED-4B0D-8D16-26EA27AAB5A0}" type="parTrans" cxnId="{3FA1BED1-5DF7-4A0A-9A34-4D6DCE3955B1}">
      <dgm:prSet/>
      <dgm:spPr/>
      <dgm:t>
        <a:bodyPr/>
        <a:lstStyle/>
        <a:p>
          <a:endParaRPr lang="en-US"/>
        </a:p>
      </dgm:t>
    </dgm:pt>
    <dgm:pt modelId="{5A99E0EA-D9F4-43A5-90E9-3EE2AC9EC0B8}" type="sibTrans" cxnId="{3FA1BED1-5DF7-4A0A-9A34-4D6DCE3955B1}">
      <dgm:prSet/>
      <dgm:spPr/>
      <dgm:t>
        <a:bodyPr/>
        <a:lstStyle/>
        <a:p>
          <a:endParaRPr lang="en-US"/>
        </a:p>
      </dgm:t>
    </dgm:pt>
    <dgm:pt modelId="{1DE4D4B6-B700-40CC-A52B-B02C87C5A4E0}">
      <dgm:prSet/>
      <dgm:spPr/>
      <dgm:t>
        <a:bodyPr/>
        <a:lstStyle/>
        <a:p>
          <a:r>
            <a:rPr lang="en-US" b="1"/>
            <a:t>State Transitions</a:t>
          </a:r>
          <a:endParaRPr lang="en-US"/>
        </a:p>
      </dgm:t>
    </dgm:pt>
    <dgm:pt modelId="{92B59FC0-3201-4184-81BE-CEF161CCFC78}" type="parTrans" cxnId="{5316A73C-FE77-4F03-BA4B-93CCC66E259A}">
      <dgm:prSet/>
      <dgm:spPr/>
      <dgm:t>
        <a:bodyPr/>
        <a:lstStyle/>
        <a:p>
          <a:endParaRPr lang="en-US"/>
        </a:p>
      </dgm:t>
    </dgm:pt>
    <dgm:pt modelId="{79CC976A-5050-4A66-801B-2E784C329930}" type="sibTrans" cxnId="{5316A73C-FE77-4F03-BA4B-93CCC66E259A}">
      <dgm:prSet/>
      <dgm:spPr/>
      <dgm:t>
        <a:bodyPr/>
        <a:lstStyle/>
        <a:p>
          <a:endParaRPr lang="en-US"/>
        </a:p>
      </dgm:t>
    </dgm:pt>
    <dgm:pt modelId="{C99BBE3F-60A0-44F3-8E71-8453B531B291}">
      <dgm:prSet custT="1"/>
      <dgm:spPr/>
      <dgm:t>
        <a:bodyPr/>
        <a:lstStyle/>
        <a:p>
          <a:r>
            <a:rPr lang="en-US" sz="1100"/>
            <a:t>Ensure </a:t>
          </a:r>
          <a:r>
            <a:rPr lang="en-US" sz="1100" b="1"/>
            <a:t>clear rules for transitions</a:t>
          </a:r>
          <a:r>
            <a:rPr lang="en-US" sz="1100"/>
            <a:t> (who controls them? the context or the state?).</a:t>
          </a:r>
        </a:p>
      </dgm:t>
    </dgm:pt>
    <dgm:pt modelId="{0E7951C5-A67E-4266-A0A8-362C244A636A}" type="parTrans" cxnId="{7E3E2F25-CBA1-4E64-8D68-B519E57E1AB1}">
      <dgm:prSet/>
      <dgm:spPr/>
      <dgm:t>
        <a:bodyPr/>
        <a:lstStyle/>
        <a:p>
          <a:endParaRPr lang="en-US"/>
        </a:p>
      </dgm:t>
    </dgm:pt>
    <dgm:pt modelId="{4BC5D1F6-37A9-4728-8803-D3471351A260}" type="sibTrans" cxnId="{7E3E2F25-CBA1-4E64-8D68-B519E57E1AB1}">
      <dgm:prSet/>
      <dgm:spPr/>
      <dgm:t>
        <a:bodyPr/>
        <a:lstStyle/>
        <a:p>
          <a:endParaRPr lang="en-US"/>
        </a:p>
      </dgm:t>
    </dgm:pt>
    <dgm:pt modelId="{698E3253-8113-45AC-93E0-29484F0986E2}">
      <dgm:prSet custT="1"/>
      <dgm:spPr/>
      <dgm:t>
        <a:bodyPr/>
        <a:lstStyle/>
        <a:p>
          <a:r>
            <a:rPr lang="en-US" sz="1100"/>
            <a:t>Transitions should be </a:t>
          </a:r>
          <a:r>
            <a:rPr lang="en-US" sz="1100" b="1"/>
            <a:t>explicit</a:t>
          </a:r>
          <a:r>
            <a:rPr lang="en-US" sz="1100"/>
            <a:t> but not scattered across multiple classes.</a:t>
          </a:r>
        </a:p>
      </dgm:t>
    </dgm:pt>
    <dgm:pt modelId="{C4FD7061-A01D-4DA9-BF9A-F9E3B105B659}" type="parTrans" cxnId="{1D01480F-D629-452F-A68F-40F43CDF718B}">
      <dgm:prSet/>
      <dgm:spPr/>
      <dgm:t>
        <a:bodyPr/>
        <a:lstStyle/>
        <a:p>
          <a:endParaRPr lang="en-US"/>
        </a:p>
      </dgm:t>
    </dgm:pt>
    <dgm:pt modelId="{332208BB-1DA9-422E-B626-A0798F40E3D7}" type="sibTrans" cxnId="{1D01480F-D629-452F-A68F-40F43CDF718B}">
      <dgm:prSet/>
      <dgm:spPr/>
      <dgm:t>
        <a:bodyPr/>
        <a:lstStyle/>
        <a:p>
          <a:endParaRPr lang="en-US"/>
        </a:p>
      </dgm:t>
    </dgm:pt>
    <dgm:pt modelId="{6945386C-1F77-4C90-80D9-F243B9364EDC}">
      <dgm:prSet/>
      <dgm:spPr/>
      <dgm:t>
        <a:bodyPr/>
        <a:lstStyle/>
        <a:p>
          <a:r>
            <a:rPr lang="en-US" b="1"/>
            <a:t>Number of States</a:t>
          </a:r>
          <a:endParaRPr lang="en-US"/>
        </a:p>
      </dgm:t>
    </dgm:pt>
    <dgm:pt modelId="{4AA38FBC-9694-4E84-8D20-50B50C08E6D0}" type="parTrans" cxnId="{28F6460A-8282-4AA6-866A-760575F564B3}">
      <dgm:prSet/>
      <dgm:spPr/>
      <dgm:t>
        <a:bodyPr/>
        <a:lstStyle/>
        <a:p>
          <a:endParaRPr lang="en-US"/>
        </a:p>
      </dgm:t>
    </dgm:pt>
    <dgm:pt modelId="{A91C3C53-4A4C-40EE-BAAD-E7BE8127F423}" type="sibTrans" cxnId="{28F6460A-8282-4AA6-866A-760575F564B3}">
      <dgm:prSet/>
      <dgm:spPr/>
      <dgm:t>
        <a:bodyPr/>
        <a:lstStyle/>
        <a:p>
          <a:endParaRPr lang="en-US"/>
        </a:p>
      </dgm:t>
    </dgm:pt>
    <dgm:pt modelId="{95B16FB5-F1C1-402F-AB88-5A23DD12D94B}">
      <dgm:prSet custT="1"/>
      <dgm:spPr/>
      <dgm:t>
        <a:bodyPr/>
        <a:lstStyle/>
        <a:p>
          <a:r>
            <a:rPr lang="en-US" sz="1100"/>
            <a:t>Works best when an object has </a:t>
          </a:r>
          <a:r>
            <a:rPr lang="en-US" sz="1100" b="1"/>
            <a:t>well-defined finite states</a:t>
          </a:r>
          <a:r>
            <a:rPr lang="en-US" sz="1100"/>
            <a:t> (Healthy, Sick, Critical).</a:t>
          </a:r>
        </a:p>
      </dgm:t>
    </dgm:pt>
    <dgm:pt modelId="{56C8AF8A-3C9D-497C-B2B5-61BA46631437}" type="parTrans" cxnId="{54A0B24C-F44B-4398-A340-EE4EF33AFF00}">
      <dgm:prSet/>
      <dgm:spPr/>
      <dgm:t>
        <a:bodyPr/>
        <a:lstStyle/>
        <a:p>
          <a:endParaRPr lang="en-US"/>
        </a:p>
      </dgm:t>
    </dgm:pt>
    <dgm:pt modelId="{E7AE2A6B-70FE-43CC-BB5B-9FD662C2617D}" type="sibTrans" cxnId="{54A0B24C-F44B-4398-A340-EE4EF33AFF00}">
      <dgm:prSet/>
      <dgm:spPr/>
      <dgm:t>
        <a:bodyPr/>
        <a:lstStyle/>
        <a:p>
          <a:endParaRPr lang="en-US"/>
        </a:p>
      </dgm:t>
    </dgm:pt>
    <dgm:pt modelId="{870B20FD-DCB8-43E5-A99F-9F4E70341614}">
      <dgm:prSet custT="1"/>
      <dgm:spPr/>
      <dgm:t>
        <a:bodyPr/>
        <a:lstStyle/>
        <a:p>
          <a:r>
            <a:rPr lang="en-US" sz="1100"/>
            <a:t>If states are too many or fuzzy, the pattern can overcomplicate.</a:t>
          </a:r>
        </a:p>
      </dgm:t>
    </dgm:pt>
    <dgm:pt modelId="{21C625C4-61E6-479F-B922-6ACB387AE2C0}" type="parTrans" cxnId="{0DE0C501-C64E-4A1B-A4C9-F35C77EB46C2}">
      <dgm:prSet/>
      <dgm:spPr/>
      <dgm:t>
        <a:bodyPr/>
        <a:lstStyle/>
        <a:p>
          <a:endParaRPr lang="en-US"/>
        </a:p>
      </dgm:t>
    </dgm:pt>
    <dgm:pt modelId="{CB4CA393-9DCF-4D08-B8DD-A2BB63992442}" type="sibTrans" cxnId="{0DE0C501-C64E-4A1B-A4C9-F35C77EB46C2}">
      <dgm:prSet/>
      <dgm:spPr/>
      <dgm:t>
        <a:bodyPr/>
        <a:lstStyle/>
        <a:p>
          <a:endParaRPr lang="en-US"/>
        </a:p>
      </dgm:t>
    </dgm:pt>
    <dgm:pt modelId="{323C68BA-F28B-4ED9-9F2B-549813F972F8}">
      <dgm:prSet/>
      <dgm:spPr/>
      <dgm:t>
        <a:bodyPr/>
        <a:lstStyle/>
        <a:p>
          <a:r>
            <a:rPr lang="en-US" b="1"/>
            <a:t>Extensibility</a:t>
          </a:r>
          <a:endParaRPr lang="en-US"/>
        </a:p>
      </dgm:t>
    </dgm:pt>
    <dgm:pt modelId="{1B7075AA-C0ED-41EF-B79C-F961357730AE}" type="parTrans" cxnId="{66DBF66D-C32A-4403-973E-8C8E0DF9CD6B}">
      <dgm:prSet/>
      <dgm:spPr/>
      <dgm:t>
        <a:bodyPr/>
        <a:lstStyle/>
        <a:p>
          <a:endParaRPr lang="en-US"/>
        </a:p>
      </dgm:t>
    </dgm:pt>
    <dgm:pt modelId="{00FF1AF4-B9CC-4249-881C-2C460D85FF4B}" type="sibTrans" cxnId="{66DBF66D-C32A-4403-973E-8C8E0DF9CD6B}">
      <dgm:prSet/>
      <dgm:spPr/>
      <dgm:t>
        <a:bodyPr/>
        <a:lstStyle/>
        <a:p>
          <a:endParaRPr lang="en-US"/>
        </a:p>
      </dgm:t>
    </dgm:pt>
    <dgm:pt modelId="{95D38905-7236-4E1D-8BEF-285070E9EA59}">
      <dgm:prSet custT="1"/>
      <dgm:spPr/>
      <dgm:t>
        <a:bodyPr/>
        <a:lstStyle/>
        <a:p>
          <a:r>
            <a:rPr lang="en-US" sz="1100"/>
            <a:t>Adding a new state should require </a:t>
          </a:r>
          <a:r>
            <a:rPr lang="en-US" sz="1100" b="1"/>
            <a:t>minimal changes</a:t>
          </a:r>
          <a:r>
            <a:rPr lang="en-US" sz="1100"/>
            <a:t> to existing code.</a:t>
          </a:r>
        </a:p>
      </dgm:t>
    </dgm:pt>
    <dgm:pt modelId="{815F412B-D160-4708-91FF-2247629A3CC8}" type="parTrans" cxnId="{BBD485A5-7489-4C16-BA72-45F5C3E43936}">
      <dgm:prSet/>
      <dgm:spPr/>
      <dgm:t>
        <a:bodyPr/>
        <a:lstStyle/>
        <a:p>
          <a:endParaRPr lang="en-US"/>
        </a:p>
      </dgm:t>
    </dgm:pt>
    <dgm:pt modelId="{478F4E5D-8E8E-43B1-93FC-DF524DFB8DE9}" type="sibTrans" cxnId="{BBD485A5-7489-4C16-BA72-45F5C3E43936}">
      <dgm:prSet/>
      <dgm:spPr/>
      <dgm:t>
        <a:bodyPr/>
        <a:lstStyle/>
        <a:p>
          <a:endParaRPr lang="en-US"/>
        </a:p>
      </dgm:t>
    </dgm:pt>
    <dgm:pt modelId="{4BC8E198-7A72-45A3-BC3F-C6D967D2BDC8}">
      <dgm:prSet custT="1"/>
      <dgm:spPr/>
      <dgm:t>
        <a:bodyPr/>
        <a:lstStyle/>
        <a:p>
          <a:r>
            <a:rPr lang="en-US" sz="1100"/>
            <a:t>This is one of the biggest benefits of the pattern.</a:t>
          </a:r>
        </a:p>
      </dgm:t>
    </dgm:pt>
    <dgm:pt modelId="{B5A799E8-D7D0-4F7E-A20E-3B6E693E76EF}" type="parTrans" cxnId="{99AE7223-29D9-46FA-AF13-3EC1E61325F4}">
      <dgm:prSet/>
      <dgm:spPr/>
      <dgm:t>
        <a:bodyPr/>
        <a:lstStyle/>
        <a:p>
          <a:endParaRPr lang="en-US"/>
        </a:p>
      </dgm:t>
    </dgm:pt>
    <dgm:pt modelId="{2ECF2D93-5A21-4D0A-8AEB-0A0D615C0111}" type="sibTrans" cxnId="{99AE7223-29D9-46FA-AF13-3EC1E61325F4}">
      <dgm:prSet/>
      <dgm:spPr/>
      <dgm:t>
        <a:bodyPr/>
        <a:lstStyle/>
        <a:p>
          <a:endParaRPr lang="en-US"/>
        </a:p>
      </dgm:t>
    </dgm:pt>
    <dgm:pt modelId="{92DFC1AF-2097-4857-8E00-7984750DACC7}">
      <dgm:prSet/>
      <dgm:spPr/>
      <dgm:t>
        <a:bodyPr/>
        <a:lstStyle/>
        <a:p>
          <a:r>
            <a:rPr lang="en-US" b="1"/>
            <a:t>Avoiding State Explosion</a:t>
          </a:r>
          <a:endParaRPr lang="en-US"/>
        </a:p>
      </dgm:t>
    </dgm:pt>
    <dgm:pt modelId="{67F47C3F-181D-47DE-848E-1FB49AED1D62}" type="parTrans" cxnId="{9E81323B-C3BA-43DB-B2D2-A1327476A5D0}">
      <dgm:prSet/>
      <dgm:spPr/>
      <dgm:t>
        <a:bodyPr/>
        <a:lstStyle/>
        <a:p>
          <a:endParaRPr lang="en-US"/>
        </a:p>
      </dgm:t>
    </dgm:pt>
    <dgm:pt modelId="{92A9DDAF-705F-418B-97BF-B5E1AFA51A37}" type="sibTrans" cxnId="{9E81323B-C3BA-43DB-B2D2-A1327476A5D0}">
      <dgm:prSet/>
      <dgm:spPr/>
      <dgm:t>
        <a:bodyPr/>
        <a:lstStyle/>
        <a:p>
          <a:endParaRPr lang="en-US"/>
        </a:p>
      </dgm:t>
    </dgm:pt>
    <dgm:pt modelId="{534251F9-4871-4C2C-86AC-33BE1F2AB5D8}">
      <dgm:prSet custT="1"/>
      <dgm:spPr/>
      <dgm:t>
        <a:bodyPr/>
        <a:lstStyle/>
        <a:p>
          <a:r>
            <a:rPr lang="en-US" sz="1100"/>
            <a:t>If you have too many states and transitions, complexity may rise quickly.</a:t>
          </a:r>
        </a:p>
      </dgm:t>
    </dgm:pt>
    <dgm:pt modelId="{E40BC03C-7493-44F2-82AE-B06D8C1BCAEA}" type="parTrans" cxnId="{5BE9E8BE-9409-447A-B571-39356CAAE5B3}">
      <dgm:prSet/>
      <dgm:spPr/>
      <dgm:t>
        <a:bodyPr/>
        <a:lstStyle/>
        <a:p>
          <a:endParaRPr lang="en-US"/>
        </a:p>
      </dgm:t>
    </dgm:pt>
    <dgm:pt modelId="{2002A061-7102-49CD-BB60-3A031F17CA52}" type="sibTrans" cxnId="{5BE9E8BE-9409-447A-B571-39356CAAE5B3}">
      <dgm:prSet/>
      <dgm:spPr/>
      <dgm:t>
        <a:bodyPr/>
        <a:lstStyle/>
        <a:p>
          <a:endParaRPr lang="en-US"/>
        </a:p>
      </dgm:t>
    </dgm:pt>
    <dgm:pt modelId="{80E30E72-F0DF-45FA-B032-1E18EEFCFF8C}">
      <dgm:prSet custT="1"/>
      <dgm:spPr/>
      <dgm:t>
        <a:bodyPr/>
        <a:lstStyle/>
        <a:p>
          <a:r>
            <a:rPr lang="en-US" sz="1100"/>
            <a:t>Use grouping or hierarchical states to simplify.</a:t>
          </a:r>
        </a:p>
      </dgm:t>
    </dgm:pt>
    <dgm:pt modelId="{EFAD6F6A-9F0B-44CA-8A13-CB6430942552}" type="parTrans" cxnId="{596771DD-7BB0-45F7-81FF-21701E08CA13}">
      <dgm:prSet/>
      <dgm:spPr/>
      <dgm:t>
        <a:bodyPr/>
        <a:lstStyle/>
        <a:p>
          <a:endParaRPr lang="en-US"/>
        </a:p>
      </dgm:t>
    </dgm:pt>
    <dgm:pt modelId="{CFFA3A69-AF8A-401B-919E-10C28184AD6E}" type="sibTrans" cxnId="{596771DD-7BB0-45F7-81FF-21701E08CA13}">
      <dgm:prSet/>
      <dgm:spPr/>
      <dgm:t>
        <a:bodyPr/>
        <a:lstStyle/>
        <a:p>
          <a:endParaRPr lang="en-US"/>
        </a:p>
      </dgm:t>
    </dgm:pt>
    <dgm:pt modelId="{0BF032CE-253D-47AC-9DB0-067459A5294F}">
      <dgm:prSet/>
      <dgm:spPr/>
      <dgm:t>
        <a:bodyPr/>
        <a:lstStyle/>
        <a:p>
          <a:r>
            <a:rPr lang="en-US" b="1"/>
            <a:t>Performance Considerations</a:t>
          </a:r>
          <a:endParaRPr lang="en-US"/>
        </a:p>
      </dgm:t>
    </dgm:pt>
    <dgm:pt modelId="{CF9B066B-45FC-4AB7-85BC-CAE1A1FDC8A6}" type="parTrans" cxnId="{22CA6172-5931-4E40-B94B-0145FEF3430E}">
      <dgm:prSet/>
      <dgm:spPr/>
      <dgm:t>
        <a:bodyPr/>
        <a:lstStyle/>
        <a:p>
          <a:endParaRPr lang="en-US"/>
        </a:p>
      </dgm:t>
    </dgm:pt>
    <dgm:pt modelId="{44B7BA1F-69BA-42DB-8C55-CB0C0BEAAF16}" type="sibTrans" cxnId="{22CA6172-5931-4E40-B94B-0145FEF3430E}">
      <dgm:prSet/>
      <dgm:spPr/>
      <dgm:t>
        <a:bodyPr/>
        <a:lstStyle/>
        <a:p>
          <a:endParaRPr lang="en-US"/>
        </a:p>
      </dgm:t>
    </dgm:pt>
    <dgm:pt modelId="{437D6F75-0357-4F71-8A51-22F20FF53C4A}">
      <dgm:prSet custT="1"/>
      <dgm:spPr/>
      <dgm:t>
        <a:bodyPr/>
        <a:lstStyle/>
        <a:p>
          <a:r>
            <a:rPr lang="en-US" sz="1100"/>
            <a:t>Each action involves </a:t>
          </a:r>
          <a:r>
            <a:rPr lang="en-US" sz="1100" b="1"/>
            <a:t>delegation to a state object</a:t>
          </a:r>
          <a:r>
            <a:rPr lang="en-US" sz="1100"/>
            <a:t>.</a:t>
          </a:r>
        </a:p>
      </dgm:t>
    </dgm:pt>
    <dgm:pt modelId="{164B5CD8-5243-4821-BB77-A80A70D79ED5}" type="parTrans" cxnId="{BA18C0D1-F4A9-44F0-9176-C2F6AE3D84E7}">
      <dgm:prSet/>
      <dgm:spPr/>
      <dgm:t>
        <a:bodyPr/>
        <a:lstStyle/>
        <a:p>
          <a:endParaRPr lang="en-US"/>
        </a:p>
      </dgm:t>
    </dgm:pt>
    <dgm:pt modelId="{107BB4E1-3B8A-4FB8-B3B3-5E1707306471}" type="sibTrans" cxnId="{BA18C0D1-F4A9-44F0-9176-C2F6AE3D84E7}">
      <dgm:prSet/>
      <dgm:spPr/>
      <dgm:t>
        <a:bodyPr/>
        <a:lstStyle/>
        <a:p>
          <a:endParaRPr lang="en-US"/>
        </a:p>
      </dgm:t>
    </dgm:pt>
    <dgm:pt modelId="{719ACD84-3BE5-4125-B5D3-298C6FD5265A}">
      <dgm:prSet custT="1"/>
      <dgm:spPr/>
      <dgm:t>
        <a:bodyPr/>
        <a:lstStyle/>
        <a:p>
          <a:r>
            <a:rPr lang="en-US" sz="1100"/>
            <a:t>Usually negligible, but in </a:t>
          </a:r>
          <a:r>
            <a:rPr lang="en-US" sz="1100" b="1"/>
            <a:t>performance-critical systems</a:t>
          </a:r>
          <a:r>
            <a:rPr lang="en-US" sz="1100"/>
            <a:t>, you may need to weigh this overhead.</a:t>
          </a:r>
        </a:p>
      </dgm:t>
    </dgm:pt>
    <dgm:pt modelId="{04CA0D2F-12E9-471D-A403-698F25F2A59B}" type="parTrans" cxnId="{E9E4E4BE-D11B-4A34-81F6-21A475F471BE}">
      <dgm:prSet/>
      <dgm:spPr/>
      <dgm:t>
        <a:bodyPr/>
        <a:lstStyle/>
        <a:p>
          <a:endParaRPr lang="en-US"/>
        </a:p>
      </dgm:t>
    </dgm:pt>
    <dgm:pt modelId="{893460E9-DEBA-4148-976F-28F7D3B57AFC}" type="sibTrans" cxnId="{E9E4E4BE-D11B-4A34-81F6-21A475F471BE}">
      <dgm:prSet/>
      <dgm:spPr/>
      <dgm:t>
        <a:bodyPr/>
        <a:lstStyle/>
        <a:p>
          <a:endParaRPr lang="en-US"/>
        </a:p>
      </dgm:t>
    </dgm:pt>
    <dgm:pt modelId="{14EE2557-24E3-4BA5-9F11-C7409171AA32}" type="pres">
      <dgm:prSet presAssocID="{6682440C-1402-46B2-9001-C295F0F9B395}" presName="Name0" presStyleCnt="0">
        <dgm:presLayoutVars>
          <dgm:dir/>
          <dgm:animLvl val="lvl"/>
          <dgm:resizeHandles val="exact"/>
        </dgm:presLayoutVars>
      </dgm:prSet>
      <dgm:spPr/>
    </dgm:pt>
    <dgm:pt modelId="{712F8FB7-B65C-406B-97C0-367A2777242E}" type="pres">
      <dgm:prSet presAssocID="{4BC925D8-1F73-4DF6-8A99-5210385CA44F}" presName="linNode" presStyleCnt="0"/>
      <dgm:spPr/>
    </dgm:pt>
    <dgm:pt modelId="{A644C18B-7084-4C60-9FBD-CC5361C0E6D2}" type="pres">
      <dgm:prSet presAssocID="{4BC925D8-1F73-4DF6-8A99-5210385CA44F}" presName="parentText" presStyleLbl="node1" presStyleIdx="0" presStyleCnt="7" custScaleX="57641" custScaleY="2000000">
        <dgm:presLayoutVars>
          <dgm:chMax val="1"/>
          <dgm:bulletEnabled val="1"/>
        </dgm:presLayoutVars>
      </dgm:prSet>
      <dgm:spPr/>
    </dgm:pt>
    <dgm:pt modelId="{C98F72E9-9D91-4DF5-B202-C979691DD397}" type="pres">
      <dgm:prSet presAssocID="{4BC925D8-1F73-4DF6-8A99-5210385CA44F}" presName="descendantText" presStyleLbl="alignAccFollowNode1" presStyleIdx="0" presStyleCnt="7" custScaleX="120324" custScaleY="2000000">
        <dgm:presLayoutVars>
          <dgm:bulletEnabled val="1"/>
        </dgm:presLayoutVars>
      </dgm:prSet>
      <dgm:spPr/>
    </dgm:pt>
    <dgm:pt modelId="{4287BB24-32AD-42EE-AD97-B4080BFA7CBF}" type="pres">
      <dgm:prSet presAssocID="{1289C935-780F-453B-827B-4B054F71CFE7}" presName="sp" presStyleCnt="0"/>
      <dgm:spPr/>
    </dgm:pt>
    <dgm:pt modelId="{5E8CC521-7214-41B4-9C73-FF183DCBF8B3}" type="pres">
      <dgm:prSet presAssocID="{992DDDED-C579-432B-8913-901C8AFEE9D5}" presName="linNode" presStyleCnt="0"/>
      <dgm:spPr/>
    </dgm:pt>
    <dgm:pt modelId="{4146E971-7D8E-480F-953B-A0A416BC267B}" type="pres">
      <dgm:prSet presAssocID="{992DDDED-C579-432B-8913-901C8AFEE9D5}" presName="parentText" presStyleLbl="node1" presStyleIdx="1" presStyleCnt="7" custScaleX="57641" custScaleY="2000000">
        <dgm:presLayoutVars>
          <dgm:chMax val="1"/>
          <dgm:bulletEnabled val="1"/>
        </dgm:presLayoutVars>
      </dgm:prSet>
      <dgm:spPr/>
    </dgm:pt>
    <dgm:pt modelId="{24604159-466B-47D1-B327-2EB3B0F41626}" type="pres">
      <dgm:prSet presAssocID="{992DDDED-C579-432B-8913-901C8AFEE9D5}" presName="descendantText" presStyleLbl="alignAccFollowNode1" presStyleIdx="1" presStyleCnt="7" custScaleX="120324" custScaleY="2000000">
        <dgm:presLayoutVars>
          <dgm:bulletEnabled val="1"/>
        </dgm:presLayoutVars>
      </dgm:prSet>
      <dgm:spPr/>
    </dgm:pt>
    <dgm:pt modelId="{8545B4A5-5C73-477C-B8D8-44C63C226624}" type="pres">
      <dgm:prSet presAssocID="{98225538-0B0E-4F30-8B05-8E88FA2160F9}" presName="sp" presStyleCnt="0"/>
      <dgm:spPr/>
    </dgm:pt>
    <dgm:pt modelId="{73B0B5E2-1F85-426F-8EB4-4788C7B34204}" type="pres">
      <dgm:prSet presAssocID="{1DE4D4B6-B700-40CC-A52B-B02C87C5A4E0}" presName="linNode" presStyleCnt="0"/>
      <dgm:spPr/>
    </dgm:pt>
    <dgm:pt modelId="{99078E87-8C73-4A9A-890D-544F45696132}" type="pres">
      <dgm:prSet presAssocID="{1DE4D4B6-B700-40CC-A52B-B02C87C5A4E0}" presName="parentText" presStyleLbl="node1" presStyleIdx="2" presStyleCnt="7" custScaleX="57641" custScaleY="2000000">
        <dgm:presLayoutVars>
          <dgm:chMax val="1"/>
          <dgm:bulletEnabled val="1"/>
        </dgm:presLayoutVars>
      </dgm:prSet>
      <dgm:spPr/>
    </dgm:pt>
    <dgm:pt modelId="{6F068158-AF22-4370-8244-0BFADBBC7468}" type="pres">
      <dgm:prSet presAssocID="{1DE4D4B6-B700-40CC-A52B-B02C87C5A4E0}" presName="descendantText" presStyleLbl="alignAccFollowNode1" presStyleIdx="2" presStyleCnt="7" custScaleX="120324" custScaleY="2000000">
        <dgm:presLayoutVars>
          <dgm:bulletEnabled val="1"/>
        </dgm:presLayoutVars>
      </dgm:prSet>
      <dgm:spPr/>
    </dgm:pt>
    <dgm:pt modelId="{EFCF18BA-D5A9-4532-A5BE-BB24AC4900A8}" type="pres">
      <dgm:prSet presAssocID="{79CC976A-5050-4A66-801B-2E784C329930}" presName="sp" presStyleCnt="0"/>
      <dgm:spPr/>
    </dgm:pt>
    <dgm:pt modelId="{6768B525-7DAC-4B5A-8471-864A04B674E3}" type="pres">
      <dgm:prSet presAssocID="{6945386C-1F77-4C90-80D9-F243B9364EDC}" presName="linNode" presStyleCnt="0"/>
      <dgm:spPr/>
    </dgm:pt>
    <dgm:pt modelId="{F9F97097-EBB5-478B-8FBB-D82A105B9A46}" type="pres">
      <dgm:prSet presAssocID="{6945386C-1F77-4C90-80D9-F243B9364EDC}" presName="parentText" presStyleLbl="node1" presStyleIdx="3" presStyleCnt="7" custScaleX="57641" custScaleY="2000000">
        <dgm:presLayoutVars>
          <dgm:chMax val="1"/>
          <dgm:bulletEnabled val="1"/>
        </dgm:presLayoutVars>
      </dgm:prSet>
      <dgm:spPr/>
    </dgm:pt>
    <dgm:pt modelId="{5CFE4C25-9051-4EF4-9EDB-37178E618006}" type="pres">
      <dgm:prSet presAssocID="{6945386C-1F77-4C90-80D9-F243B9364EDC}" presName="descendantText" presStyleLbl="alignAccFollowNode1" presStyleIdx="3" presStyleCnt="7" custScaleX="120324" custScaleY="2000000">
        <dgm:presLayoutVars>
          <dgm:bulletEnabled val="1"/>
        </dgm:presLayoutVars>
      </dgm:prSet>
      <dgm:spPr/>
    </dgm:pt>
    <dgm:pt modelId="{59D70362-2E1F-481C-A9E9-310F3C6FF5DC}" type="pres">
      <dgm:prSet presAssocID="{A91C3C53-4A4C-40EE-BAAD-E7BE8127F423}" presName="sp" presStyleCnt="0"/>
      <dgm:spPr/>
    </dgm:pt>
    <dgm:pt modelId="{AD16C513-A1F2-4E23-B38D-77FA684F5852}" type="pres">
      <dgm:prSet presAssocID="{323C68BA-F28B-4ED9-9F2B-549813F972F8}" presName="linNode" presStyleCnt="0"/>
      <dgm:spPr/>
    </dgm:pt>
    <dgm:pt modelId="{12D8674A-E9D7-446E-B5FB-9359AE6F09E7}" type="pres">
      <dgm:prSet presAssocID="{323C68BA-F28B-4ED9-9F2B-549813F972F8}" presName="parentText" presStyleLbl="node1" presStyleIdx="4" presStyleCnt="7" custScaleX="57641" custScaleY="2000000">
        <dgm:presLayoutVars>
          <dgm:chMax val="1"/>
          <dgm:bulletEnabled val="1"/>
        </dgm:presLayoutVars>
      </dgm:prSet>
      <dgm:spPr/>
    </dgm:pt>
    <dgm:pt modelId="{7D362920-5FDD-48EF-9598-AB5A84546409}" type="pres">
      <dgm:prSet presAssocID="{323C68BA-F28B-4ED9-9F2B-549813F972F8}" presName="descendantText" presStyleLbl="alignAccFollowNode1" presStyleIdx="4" presStyleCnt="7" custScaleX="120324" custScaleY="2000000">
        <dgm:presLayoutVars>
          <dgm:bulletEnabled val="1"/>
        </dgm:presLayoutVars>
      </dgm:prSet>
      <dgm:spPr/>
    </dgm:pt>
    <dgm:pt modelId="{94C8CE2F-8CE1-41E9-87C4-1D8019AB43F4}" type="pres">
      <dgm:prSet presAssocID="{00FF1AF4-B9CC-4249-881C-2C460D85FF4B}" presName="sp" presStyleCnt="0"/>
      <dgm:spPr/>
    </dgm:pt>
    <dgm:pt modelId="{EE1BE363-2C0D-4BD2-BB28-0A878911CB62}" type="pres">
      <dgm:prSet presAssocID="{92DFC1AF-2097-4857-8E00-7984750DACC7}" presName="linNode" presStyleCnt="0"/>
      <dgm:spPr/>
    </dgm:pt>
    <dgm:pt modelId="{B81C6109-5D1E-4E91-83AD-6C93E37653D2}" type="pres">
      <dgm:prSet presAssocID="{92DFC1AF-2097-4857-8E00-7984750DACC7}" presName="parentText" presStyleLbl="node1" presStyleIdx="5" presStyleCnt="7" custScaleX="57641" custScaleY="2000000">
        <dgm:presLayoutVars>
          <dgm:chMax val="1"/>
          <dgm:bulletEnabled val="1"/>
        </dgm:presLayoutVars>
      </dgm:prSet>
      <dgm:spPr/>
    </dgm:pt>
    <dgm:pt modelId="{4F9DD661-11C4-4F86-9225-8BB2BE45F534}" type="pres">
      <dgm:prSet presAssocID="{92DFC1AF-2097-4857-8E00-7984750DACC7}" presName="descendantText" presStyleLbl="alignAccFollowNode1" presStyleIdx="5" presStyleCnt="7" custScaleX="120324" custScaleY="2000000">
        <dgm:presLayoutVars>
          <dgm:bulletEnabled val="1"/>
        </dgm:presLayoutVars>
      </dgm:prSet>
      <dgm:spPr/>
    </dgm:pt>
    <dgm:pt modelId="{704DBF9D-F047-4581-92B5-11FB4CEE1B46}" type="pres">
      <dgm:prSet presAssocID="{92A9DDAF-705F-418B-97BF-B5E1AFA51A37}" presName="sp" presStyleCnt="0"/>
      <dgm:spPr/>
    </dgm:pt>
    <dgm:pt modelId="{1D05F980-A93B-47E8-81E8-20AEF2B242C4}" type="pres">
      <dgm:prSet presAssocID="{0BF032CE-253D-47AC-9DB0-067459A5294F}" presName="linNode" presStyleCnt="0"/>
      <dgm:spPr/>
    </dgm:pt>
    <dgm:pt modelId="{278E8922-16AC-4B4F-A03F-7AC2A02D187C}" type="pres">
      <dgm:prSet presAssocID="{0BF032CE-253D-47AC-9DB0-067459A5294F}" presName="parentText" presStyleLbl="node1" presStyleIdx="6" presStyleCnt="7" custScaleX="57641" custScaleY="2000000">
        <dgm:presLayoutVars>
          <dgm:chMax val="1"/>
          <dgm:bulletEnabled val="1"/>
        </dgm:presLayoutVars>
      </dgm:prSet>
      <dgm:spPr/>
    </dgm:pt>
    <dgm:pt modelId="{3BEC5D2B-5D29-4256-BF9D-E9B8BF65850C}" type="pres">
      <dgm:prSet presAssocID="{0BF032CE-253D-47AC-9DB0-067459A5294F}" presName="descendantText" presStyleLbl="alignAccFollowNode1" presStyleIdx="6" presStyleCnt="7" custScaleX="120324" custScaleY="2000000">
        <dgm:presLayoutVars>
          <dgm:bulletEnabled val="1"/>
        </dgm:presLayoutVars>
      </dgm:prSet>
      <dgm:spPr/>
    </dgm:pt>
  </dgm:ptLst>
  <dgm:cxnLst>
    <dgm:cxn modelId="{0DE0C501-C64E-4A1B-A4C9-F35C77EB46C2}" srcId="{6945386C-1F77-4C90-80D9-F243B9364EDC}" destId="{870B20FD-DCB8-43E5-A99F-9F4E70341614}" srcOrd="1" destOrd="0" parTransId="{21C625C4-61E6-479F-B922-6ACB387AE2C0}" sibTransId="{CB4CA393-9DCF-4D08-B8DD-A2BB63992442}"/>
    <dgm:cxn modelId="{C8037C06-E6D4-4FCE-8078-6100962EB616}" type="presOf" srcId="{92DFC1AF-2097-4857-8E00-7984750DACC7}" destId="{B81C6109-5D1E-4E91-83AD-6C93E37653D2}" srcOrd="0" destOrd="0" presId="urn:microsoft.com/office/officeart/2005/8/layout/vList5"/>
    <dgm:cxn modelId="{28F6460A-8282-4AA6-866A-760575F564B3}" srcId="{6682440C-1402-46B2-9001-C295F0F9B395}" destId="{6945386C-1F77-4C90-80D9-F243B9364EDC}" srcOrd="3" destOrd="0" parTransId="{4AA38FBC-9694-4E84-8D20-50B50C08E6D0}" sibTransId="{A91C3C53-4A4C-40EE-BAAD-E7BE8127F423}"/>
    <dgm:cxn modelId="{1D01480F-D629-452F-A68F-40F43CDF718B}" srcId="{1DE4D4B6-B700-40CC-A52B-B02C87C5A4E0}" destId="{698E3253-8113-45AC-93E0-29484F0986E2}" srcOrd="1" destOrd="0" parTransId="{C4FD7061-A01D-4DA9-BF9A-F9E3B105B659}" sibTransId="{332208BB-1DA9-422E-B626-A0798F40E3D7}"/>
    <dgm:cxn modelId="{B4034F17-8D72-4257-AE8A-8704995FA502}" type="presOf" srcId="{4BC925D8-1F73-4DF6-8A99-5210385CA44F}" destId="{A644C18B-7084-4C60-9FBD-CC5361C0E6D2}" srcOrd="0" destOrd="0" presId="urn:microsoft.com/office/officeart/2005/8/layout/vList5"/>
    <dgm:cxn modelId="{99AE7223-29D9-46FA-AF13-3EC1E61325F4}" srcId="{323C68BA-F28B-4ED9-9F2B-549813F972F8}" destId="{4BC8E198-7A72-45A3-BC3F-C6D967D2BDC8}" srcOrd="1" destOrd="0" parTransId="{B5A799E8-D7D0-4F7E-A20E-3B6E693E76EF}" sibTransId="{2ECF2D93-5A21-4D0A-8AEB-0A0D615C0111}"/>
    <dgm:cxn modelId="{7E3E2F25-CBA1-4E64-8D68-B519E57E1AB1}" srcId="{1DE4D4B6-B700-40CC-A52B-B02C87C5A4E0}" destId="{C99BBE3F-60A0-44F3-8E71-8453B531B291}" srcOrd="0" destOrd="0" parTransId="{0E7951C5-A67E-4266-A0A8-362C244A636A}" sibTransId="{4BC5D1F6-37A9-4728-8803-D3471351A260}"/>
    <dgm:cxn modelId="{74F53625-9F95-42D7-8636-2EF456F06801}" type="presOf" srcId="{95B16FB5-F1C1-402F-AB88-5A23DD12D94B}" destId="{5CFE4C25-9051-4EF4-9EDB-37178E618006}" srcOrd="0" destOrd="0" presId="urn:microsoft.com/office/officeart/2005/8/layout/vList5"/>
    <dgm:cxn modelId="{640CA32A-231B-4815-A93F-6D0FA8AA25C0}" srcId="{992DDDED-C579-432B-8913-901C8AFEE9D5}" destId="{B33DDCDE-FD6E-4637-9C60-6B47CE4FFD07}" srcOrd="0" destOrd="0" parTransId="{D6BC9C2B-AC6B-4DA5-BB55-DFC172242ED6}" sibTransId="{E6A479A7-EE97-49AE-9102-3146C7A9CFA3}"/>
    <dgm:cxn modelId="{D42BC42E-0D56-4269-9B85-ECEA87A98281}" type="presOf" srcId="{992DDDED-C579-432B-8913-901C8AFEE9D5}" destId="{4146E971-7D8E-480F-953B-A0A416BC267B}" srcOrd="0" destOrd="0" presId="urn:microsoft.com/office/officeart/2005/8/layout/vList5"/>
    <dgm:cxn modelId="{DFCE7937-E33A-493B-BA80-ED6927388309}" type="presOf" srcId="{437D6F75-0357-4F71-8A51-22F20FF53C4A}" destId="{3BEC5D2B-5D29-4256-BF9D-E9B8BF65850C}" srcOrd="0" destOrd="0" presId="urn:microsoft.com/office/officeart/2005/8/layout/vList5"/>
    <dgm:cxn modelId="{9E81323B-C3BA-43DB-B2D2-A1327476A5D0}" srcId="{6682440C-1402-46B2-9001-C295F0F9B395}" destId="{92DFC1AF-2097-4857-8E00-7984750DACC7}" srcOrd="5" destOrd="0" parTransId="{67F47C3F-181D-47DE-848E-1FB49AED1D62}" sibTransId="{92A9DDAF-705F-418B-97BF-B5E1AFA51A37}"/>
    <dgm:cxn modelId="{E0C9F33B-23BC-4E95-95D2-DAB72A4C91C1}" srcId="{4BC925D8-1F73-4DF6-8A99-5210385CA44F}" destId="{BF8E3FFB-F643-49F6-9FE6-C707C751CC4E}" srcOrd="0" destOrd="0" parTransId="{510FA23D-D865-4FA0-86D4-F8F6334D3D7A}" sibTransId="{48ED693D-1A98-4685-AE30-3B8689835058}"/>
    <dgm:cxn modelId="{5316A73C-FE77-4F03-BA4B-93CCC66E259A}" srcId="{6682440C-1402-46B2-9001-C295F0F9B395}" destId="{1DE4D4B6-B700-40CC-A52B-B02C87C5A4E0}" srcOrd="2" destOrd="0" parTransId="{92B59FC0-3201-4184-81BE-CEF161CCFC78}" sibTransId="{79CC976A-5050-4A66-801B-2E784C329930}"/>
    <dgm:cxn modelId="{D34F8C4B-B341-47BC-8BBC-CB84E22560A3}" type="presOf" srcId="{1C706C41-3DC3-4A0B-B0FF-536DA9111793}" destId="{C98F72E9-9D91-4DF5-B202-C979691DD397}" srcOrd="0" destOrd="1" presId="urn:microsoft.com/office/officeart/2005/8/layout/vList5"/>
    <dgm:cxn modelId="{51BB216C-65B7-49D4-8CE6-DD7869D79B9F}" type="presOf" srcId="{4BC8E198-7A72-45A3-BC3F-C6D967D2BDC8}" destId="{7D362920-5FDD-48EF-9598-AB5A84546409}" srcOrd="0" destOrd="1" presId="urn:microsoft.com/office/officeart/2005/8/layout/vList5"/>
    <dgm:cxn modelId="{54A0B24C-F44B-4398-A340-EE4EF33AFF00}" srcId="{6945386C-1F77-4C90-80D9-F243B9364EDC}" destId="{95B16FB5-F1C1-402F-AB88-5A23DD12D94B}" srcOrd="0" destOrd="0" parTransId="{56C8AF8A-3C9D-497C-B2B5-61BA46631437}" sibTransId="{E7AE2A6B-70FE-43CC-BB5B-9FD662C2617D}"/>
    <dgm:cxn modelId="{66DBF66D-C32A-4403-973E-8C8E0DF9CD6B}" srcId="{6682440C-1402-46B2-9001-C295F0F9B395}" destId="{323C68BA-F28B-4ED9-9F2B-549813F972F8}" srcOrd="4" destOrd="0" parTransId="{1B7075AA-C0ED-41EF-B79C-F961357730AE}" sibTransId="{00FF1AF4-B9CC-4249-881C-2C460D85FF4B}"/>
    <dgm:cxn modelId="{22CA6172-5931-4E40-B94B-0145FEF3430E}" srcId="{6682440C-1402-46B2-9001-C295F0F9B395}" destId="{0BF032CE-253D-47AC-9DB0-067459A5294F}" srcOrd="6" destOrd="0" parTransId="{CF9B066B-45FC-4AB7-85BC-CAE1A1FDC8A6}" sibTransId="{44B7BA1F-69BA-42DB-8C55-CB0C0BEAAF16}"/>
    <dgm:cxn modelId="{8A5B2D58-89A3-4026-9DB6-FE5F73ED508F}" type="presOf" srcId="{80E30E72-F0DF-45FA-B032-1E18EEFCFF8C}" destId="{4F9DD661-11C4-4F86-9225-8BB2BE45F534}" srcOrd="0" destOrd="1" presId="urn:microsoft.com/office/officeart/2005/8/layout/vList5"/>
    <dgm:cxn modelId="{517E6158-0B6E-467D-970D-A28CAB5DBF8F}" type="presOf" srcId="{323C68BA-F28B-4ED9-9F2B-549813F972F8}" destId="{12D8674A-E9D7-446E-B5FB-9359AE6F09E7}" srcOrd="0" destOrd="0" presId="urn:microsoft.com/office/officeart/2005/8/layout/vList5"/>
    <dgm:cxn modelId="{63FC9178-A815-42B3-9B24-F330D9DB97E1}" type="presOf" srcId="{6945386C-1F77-4C90-80D9-F243B9364EDC}" destId="{F9F97097-EBB5-478B-8FBB-D82A105B9A46}" srcOrd="0" destOrd="0" presId="urn:microsoft.com/office/officeart/2005/8/layout/vList5"/>
    <dgm:cxn modelId="{C1864C7B-1A71-44E9-A01A-0EF8FA1496B8}" type="presOf" srcId="{534251F9-4871-4C2C-86AC-33BE1F2AB5D8}" destId="{4F9DD661-11C4-4F86-9225-8BB2BE45F534}" srcOrd="0" destOrd="0" presId="urn:microsoft.com/office/officeart/2005/8/layout/vList5"/>
    <dgm:cxn modelId="{F920597D-8D7B-4C8B-BD7B-E3B36DF2D21D}" type="presOf" srcId="{B33DDCDE-FD6E-4637-9C60-6B47CE4FFD07}" destId="{24604159-466B-47D1-B327-2EB3B0F41626}" srcOrd="0" destOrd="0" presId="urn:microsoft.com/office/officeart/2005/8/layout/vList5"/>
    <dgm:cxn modelId="{CF7A4B8A-1B04-4941-B540-31648015E7D8}" type="presOf" srcId="{870B20FD-DCB8-43E5-A99F-9F4E70341614}" destId="{5CFE4C25-9051-4EF4-9EDB-37178E618006}" srcOrd="0" destOrd="1" presId="urn:microsoft.com/office/officeart/2005/8/layout/vList5"/>
    <dgm:cxn modelId="{5117A48B-BAE4-481E-A3D0-4F178FFAEE96}" type="presOf" srcId="{0BF032CE-253D-47AC-9DB0-067459A5294F}" destId="{278E8922-16AC-4B4F-A03F-7AC2A02D187C}" srcOrd="0" destOrd="0" presId="urn:microsoft.com/office/officeart/2005/8/layout/vList5"/>
    <dgm:cxn modelId="{9E49D5A2-4C31-4FC9-826C-E0AEE530F48B}" type="presOf" srcId="{C99BBE3F-60A0-44F3-8E71-8453B531B291}" destId="{6F068158-AF22-4370-8244-0BFADBBC7468}" srcOrd="0" destOrd="0" presId="urn:microsoft.com/office/officeart/2005/8/layout/vList5"/>
    <dgm:cxn modelId="{4E7BD1A3-683F-4963-9EA2-C01B136F0440}" srcId="{6682440C-1402-46B2-9001-C295F0F9B395}" destId="{4BC925D8-1F73-4DF6-8A99-5210385CA44F}" srcOrd="0" destOrd="0" parTransId="{5FDCDDDF-D114-4E11-980E-F2AE2A9CAB59}" sibTransId="{1289C935-780F-453B-827B-4B054F71CFE7}"/>
    <dgm:cxn modelId="{BBD485A5-7489-4C16-BA72-45F5C3E43936}" srcId="{323C68BA-F28B-4ED9-9F2B-549813F972F8}" destId="{95D38905-7236-4E1D-8BEF-285070E9EA59}" srcOrd="0" destOrd="0" parTransId="{815F412B-D160-4708-91FF-2247629A3CC8}" sibTransId="{478F4E5D-8E8E-43B1-93FC-DF524DFB8DE9}"/>
    <dgm:cxn modelId="{12B447A6-5A9B-4FBA-BD38-094728A6A79B}" type="presOf" srcId="{1DE4D4B6-B700-40CC-A52B-B02C87C5A4E0}" destId="{99078E87-8C73-4A9A-890D-544F45696132}" srcOrd="0" destOrd="0" presId="urn:microsoft.com/office/officeart/2005/8/layout/vList5"/>
    <dgm:cxn modelId="{9D956EB9-7ADB-4A46-8151-D6AA8A7BC7F5}" type="presOf" srcId="{BF8E3FFB-F643-49F6-9FE6-C707C751CC4E}" destId="{C98F72E9-9D91-4DF5-B202-C979691DD397}" srcOrd="0" destOrd="0" presId="urn:microsoft.com/office/officeart/2005/8/layout/vList5"/>
    <dgm:cxn modelId="{E9E4E4BE-D11B-4A34-81F6-21A475F471BE}" srcId="{0BF032CE-253D-47AC-9DB0-067459A5294F}" destId="{719ACD84-3BE5-4125-B5D3-298C6FD5265A}" srcOrd="1" destOrd="0" parTransId="{04CA0D2F-12E9-471D-A403-698F25F2A59B}" sibTransId="{893460E9-DEBA-4148-976F-28F7D3B57AFC}"/>
    <dgm:cxn modelId="{5BE9E8BE-9409-447A-B571-39356CAAE5B3}" srcId="{92DFC1AF-2097-4857-8E00-7984750DACC7}" destId="{534251F9-4871-4C2C-86AC-33BE1F2AB5D8}" srcOrd="0" destOrd="0" parTransId="{E40BC03C-7493-44F2-82AE-B06D8C1BCAEA}" sibTransId="{2002A061-7102-49CD-BB60-3A031F17CA52}"/>
    <dgm:cxn modelId="{0081A0C2-EDE1-4F00-86E2-591E18F71F8E}" type="presOf" srcId="{719ACD84-3BE5-4125-B5D3-298C6FD5265A}" destId="{3BEC5D2B-5D29-4256-BF9D-E9B8BF65850C}" srcOrd="0" destOrd="1" presId="urn:microsoft.com/office/officeart/2005/8/layout/vList5"/>
    <dgm:cxn modelId="{C13A77D0-5F5B-4BE3-9685-3C40BA7A0113}" type="presOf" srcId="{95D38905-7236-4E1D-8BEF-285070E9EA59}" destId="{7D362920-5FDD-48EF-9598-AB5A84546409}" srcOrd="0" destOrd="0" presId="urn:microsoft.com/office/officeart/2005/8/layout/vList5"/>
    <dgm:cxn modelId="{B06071D1-5E39-4D23-B742-B84A45E2EE5C}" type="presOf" srcId="{6682440C-1402-46B2-9001-C295F0F9B395}" destId="{14EE2557-24E3-4BA5-9F11-C7409171AA32}" srcOrd="0" destOrd="0" presId="urn:microsoft.com/office/officeart/2005/8/layout/vList5"/>
    <dgm:cxn modelId="{3FA1BED1-5DF7-4A0A-9A34-4D6DCE3955B1}" srcId="{992DDDED-C579-432B-8913-901C8AFEE9D5}" destId="{60DC029A-DCAB-4832-8385-CB4C13DDBA73}" srcOrd="1" destOrd="0" parTransId="{575063BE-03ED-4B0D-8D16-26EA27AAB5A0}" sibTransId="{5A99E0EA-D9F4-43A5-90E9-3EE2AC9EC0B8}"/>
    <dgm:cxn modelId="{BA18C0D1-F4A9-44F0-9176-C2F6AE3D84E7}" srcId="{0BF032CE-253D-47AC-9DB0-067459A5294F}" destId="{437D6F75-0357-4F71-8A51-22F20FF53C4A}" srcOrd="0" destOrd="0" parTransId="{164B5CD8-5243-4821-BB77-A80A70D79ED5}" sibTransId="{107BB4E1-3B8A-4FB8-B3B3-5E1707306471}"/>
    <dgm:cxn modelId="{B40032DB-94D4-47B4-A7C7-2EBDD1C4929C}" type="presOf" srcId="{60DC029A-DCAB-4832-8385-CB4C13DDBA73}" destId="{24604159-466B-47D1-B327-2EB3B0F41626}" srcOrd="0" destOrd="1" presId="urn:microsoft.com/office/officeart/2005/8/layout/vList5"/>
    <dgm:cxn modelId="{596771DD-7BB0-45F7-81FF-21701E08CA13}" srcId="{92DFC1AF-2097-4857-8E00-7984750DACC7}" destId="{80E30E72-F0DF-45FA-B032-1E18EEFCFF8C}" srcOrd="1" destOrd="0" parTransId="{EFAD6F6A-9F0B-44CA-8A13-CB6430942552}" sibTransId="{CFFA3A69-AF8A-401B-919E-10C28184AD6E}"/>
    <dgm:cxn modelId="{EAB96BEE-E8CF-4857-8A76-49CC95B1A9C7}" srcId="{6682440C-1402-46B2-9001-C295F0F9B395}" destId="{992DDDED-C579-432B-8913-901C8AFEE9D5}" srcOrd="1" destOrd="0" parTransId="{2D6F20E6-72D7-4BE2-84AD-1852F98A75EB}" sibTransId="{98225538-0B0E-4F30-8B05-8E88FA2160F9}"/>
    <dgm:cxn modelId="{F48117F5-6343-4515-824D-F641C294E24A}" type="presOf" srcId="{698E3253-8113-45AC-93E0-29484F0986E2}" destId="{6F068158-AF22-4370-8244-0BFADBBC7468}" srcOrd="0" destOrd="1" presId="urn:microsoft.com/office/officeart/2005/8/layout/vList5"/>
    <dgm:cxn modelId="{025660F8-9B7C-4E1B-8974-50480C52B695}" srcId="{4BC925D8-1F73-4DF6-8A99-5210385CA44F}" destId="{1C706C41-3DC3-4A0B-B0FF-536DA9111793}" srcOrd="1" destOrd="0" parTransId="{C8DCA0B0-8DAD-4C4C-8CD7-970047E529A4}" sibTransId="{C003F5CF-5094-4465-80B7-8AAF8AD8C5BF}"/>
    <dgm:cxn modelId="{F57D9BD7-B92D-42B6-9F36-6C2FDD42682B}" type="presParOf" srcId="{14EE2557-24E3-4BA5-9F11-C7409171AA32}" destId="{712F8FB7-B65C-406B-97C0-367A2777242E}" srcOrd="0" destOrd="0" presId="urn:microsoft.com/office/officeart/2005/8/layout/vList5"/>
    <dgm:cxn modelId="{C3E73945-7549-4B2F-BAB8-70C3CA521CFE}" type="presParOf" srcId="{712F8FB7-B65C-406B-97C0-367A2777242E}" destId="{A644C18B-7084-4C60-9FBD-CC5361C0E6D2}" srcOrd="0" destOrd="0" presId="urn:microsoft.com/office/officeart/2005/8/layout/vList5"/>
    <dgm:cxn modelId="{551ECDD4-A2E6-40CE-B359-753C0E78DD2E}" type="presParOf" srcId="{712F8FB7-B65C-406B-97C0-367A2777242E}" destId="{C98F72E9-9D91-4DF5-B202-C979691DD397}" srcOrd="1" destOrd="0" presId="urn:microsoft.com/office/officeart/2005/8/layout/vList5"/>
    <dgm:cxn modelId="{1F113407-61E7-4C25-A628-428585CD4B23}" type="presParOf" srcId="{14EE2557-24E3-4BA5-9F11-C7409171AA32}" destId="{4287BB24-32AD-42EE-AD97-B4080BFA7CBF}" srcOrd="1" destOrd="0" presId="urn:microsoft.com/office/officeart/2005/8/layout/vList5"/>
    <dgm:cxn modelId="{3C06254D-E73C-4DE0-B912-C0FC89C2EBA9}" type="presParOf" srcId="{14EE2557-24E3-4BA5-9F11-C7409171AA32}" destId="{5E8CC521-7214-41B4-9C73-FF183DCBF8B3}" srcOrd="2" destOrd="0" presId="urn:microsoft.com/office/officeart/2005/8/layout/vList5"/>
    <dgm:cxn modelId="{0EF30919-89FD-4F35-BC0B-90BAAB7F3EB3}" type="presParOf" srcId="{5E8CC521-7214-41B4-9C73-FF183DCBF8B3}" destId="{4146E971-7D8E-480F-953B-A0A416BC267B}" srcOrd="0" destOrd="0" presId="urn:microsoft.com/office/officeart/2005/8/layout/vList5"/>
    <dgm:cxn modelId="{41393AC6-1ABC-4C1B-94BF-30FE9CF25F2E}" type="presParOf" srcId="{5E8CC521-7214-41B4-9C73-FF183DCBF8B3}" destId="{24604159-466B-47D1-B327-2EB3B0F41626}" srcOrd="1" destOrd="0" presId="urn:microsoft.com/office/officeart/2005/8/layout/vList5"/>
    <dgm:cxn modelId="{0A5A8B17-B59A-4231-B6BD-B228EC90D39F}" type="presParOf" srcId="{14EE2557-24E3-4BA5-9F11-C7409171AA32}" destId="{8545B4A5-5C73-477C-B8D8-44C63C226624}" srcOrd="3" destOrd="0" presId="urn:microsoft.com/office/officeart/2005/8/layout/vList5"/>
    <dgm:cxn modelId="{AF740499-8677-417C-9127-ED8C816087D6}" type="presParOf" srcId="{14EE2557-24E3-4BA5-9F11-C7409171AA32}" destId="{73B0B5E2-1F85-426F-8EB4-4788C7B34204}" srcOrd="4" destOrd="0" presId="urn:microsoft.com/office/officeart/2005/8/layout/vList5"/>
    <dgm:cxn modelId="{0E4761B9-5A14-4393-87F4-3C6DEEE39650}" type="presParOf" srcId="{73B0B5E2-1F85-426F-8EB4-4788C7B34204}" destId="{99078E87-8C73-4A9A-890D-544F45696132}" srcOrd="0" destOrd="0" presId="urn:microsoft.com/office/officeart/2005/8/layout/vList5"/>
    <dgm:cxn modelId="{60D9DEFF-06D9-490C-88E0-35DCA90F94F0}" type="presParOf" srcId="{73B0B5E2-1F85-426F-8EB4-4788C7B34204}" destId="{6F068158-AF22-4370-8244-0BFADBBC7468}" srcOrd="1" destOrd="0" presId="urn:microsoft.com/office/officeart/2005/8/layout/vList5"/>
    <dgm:cxn modelId="{0CB45976-48E8-4ABD-A50E-A6A8A676F189}" type="presParOf" srcId="{14EE2557-24E3-4BA5-9F11-C7409171AA32}" destId="{EFCF18BA-D5A9-4532-A5BE-BB24AC4900A8}" srcOrd="5" destOrd="0" presId="urn:microsoft.com/office/officeart/2005/8/layout/vList5"/>
    <dgm:cxn modelId="{7FC5A491-5825-4267-89BC-0F30AA9FDECB}" type="presParOf" srcId="{14EE2557-24E3-4BA5-9F11-C7409171AA32}" destId="{6768B525-7DAC-4B5A-8471-864A04B674E3}" srcOrd="6" destOrd="0" presId="urn:microsoft.com/office/officeart/2005/8/layout/vList5"/>
    <dgm:cxn modelId="{7718FFD9-F46C-4A5E-9CFB-3FAD871CC776}" type="presParOf" srcId="{6768B525-7DAC-4B5A-8471-864A04B674E3}" destId="{F9F97097-EBB5-478B-8FBB-D82A105B9A46}" srcOrd="0" destOrd="0" presId="urn:microsoft.com/office/officeart/2005/8/layout/vList5"/>
    <dgm:cxn modelId="{7317ADBE-B43C-46E8-B7C8-7D56E4FF8E21}" type="presParOf" srcId="{6768B525-7DAC-4B5A-8471-864A04B674E3}" destId="{5CFE4C25-9051-4EF4-9EDB-37178E618006}" srcOrd="1" destOrd="0" presId="urn:microsoft.com/office/officeart/2005/8/layout/vList5"/>
    <dgm:cxn modelId="{750F478A-CF51-446B-BCFC-55E790E1FBCA}" type="presParOf" srcId="{14EE2557-24E3-4BA5-9F11-C7409171AA32}" destId="{59D70362-2E1F-481C-A9E9-310F3C6FF5DC}" srcOrd="7" destOrd="0" presId="urn:microsoft.com/office/officeart/2005/8/layout/vList5"/>
    <dgm:cxn modelId="{0B52A598-F5AE-44B5-BF32-4C35321FF4FA}" type="presParOf" srcId="{14EE2557-24E3-4BA5-9F11-C7409171AA32}" destId="{AD16C513-A1F2-4E23-B38D-77FA684F5852}" srcOrd="8" destOrd="0" presId="urn:microsoft.com/office/officeart/2005/8/layout/vList5"/>
    <dgm:cxn modelId="{DEBE5B40-4A92-4B7A-986E-874B790D7363}" type="presParOf" srcId="{AD16C513-A1F2-4E23-B38D-77FA684F5852}" destId="{12D8674A-E9D7-446E-B5FB-9359AE6F09E7}" srcOrd="0" destOrd="0" presId="urn:microsoft.com/office/officeart/2005/8/layout/vList5"/>
    <dgm:cxn modelId="{11225164-68AC-44EC-947E-1CBEA2C76844}" type="presParOf" srcId="{AD16C513-A1F2-4E23-B38D-77FA684F5852}" destId="{7D362920-5FDD-48EF-9598-AB5A84546409}" srcOrd="1" destOrd="0" presId="urn:microsoft.com/office/officeart/2005/8/layout/vList5"/>
    <dgm:cxn modelId="{65CB7E4D-5455-466E-9BD6-1D5389736310}" type="presParOf" srcId="{14EE2557-24E3-4BA5-9F11-C7409171AA32}" destId="{94C8CE2F-8CE1-41E9-87C4-1D8019AB43F4}" srcOrd="9" destOrd="0" presId="urn:microsoft.com/office/officeart/2005/8/layout/vList5"/>
    <dgm:cxn modelId="{14D9BF78-16D8-496C-87D9-4F877DEE3771}" type="presParOf" srcId="{14EE2557-24E3-4BA5-9F11-C7409171AA32}" destId="{EE1BE363-2C0D-4BD2-BB28-0A878911CB62}" srcOrd="10" destOrd="0" presId="urn:microsoft.com/office/officeart/2005/8/layout/vList5"/>
    <dgm:cxn modelId="{934677E2-9F6D-46D6-A97E-F266CE103934}" type="presParOf" srcId="{EE1BE363-2C0D-4BD2-BB28-0A878911CB62}" destId="{B81C6109-5D1E-4E91-83AD-6C93E37653D2}" srcOrd="0" destOrd="0" presId="urn:microsoft.com/office/officeart/2005/8/layout/vList5"/>
    <dgm:cxn modelId="{48FD6FEC-E463-4452-9AD8-F012B770FE2B}" type="presParOf" srcId="{EE1BE363-2C0D-4BD2-BB28-0A878911CB62}" destId="{4F9DD661-11C4-4F86-9225-8BB2BE45F534}" srcOrd="1" destOrd="0" presId="urn:microsoft.com/office/officeart/2005/8/layout/vList5"/>
    <dgm:cxn modelId="{13A32838-B3AC-4C34-9631-23F67C8B9169}" type="presParOf" srcId="{14EE2557-24E3-4BA5-9F11-C7409171AA32}" destId="{704DBF9D-F047-4581-92B5-11FB4CEE1B46}" srcOrd="11" destOrd="0" presId="urn:microsoft.com/office/officeart/2005/8/layout/vList5"/>
    <dgm:cxn modelId="{F5F784F1-0E9E-4F62-9C4E-DDAC2AD44F01}" type="presParOf" srcId="{14EE2557-24E3-4BA5-9F11-C7409171AA32}" destId="{1D05F980-A93B-47E8-81E8-20AEF2B242C4}" srcOrd="12" destOrd="0" presId="urn:microsoft.com/office/officeart/2005/8/layout/vList5"/>
    <dgm:cxn modelId="{E3EC2E26-FCC9-43E9-B50C-A851E4CE28FF}" type="presParOf" srcId="{1D05F980-A93B-47E8-81E8-20AEF2B242C4}" destId="{278E8922-16AC-4B4F-A03F-7AC2A02D187C}" srcOrd="0" destOrd="0" presId="urn:microsoft.com/office/officeart/2005/8/layout/vList5"/>
    <dgm:cxn modelId="{1CBAC55D-F7F1-4F18-A2B8-D21C3340D9F0}" type="presParOf" srcId="{1D05F980-A93B-47E8-81E8-20AEF2B242C4}" destId="{3BEC5D2B-5D29-4256-BF9D-E9B8BF65850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C3824B-04BF-46C7-BA86-5080100B7D7E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C01D529-6E94-436B-BEB7-F392403EF6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b="1"/>
            <a:t>Person (Context)</a:t>
          </a:r>
          <a:r>
            <a:rPr lang="en-US"/>
            <a:t> delegates behavior (work(), rest(), exercise()) to the current </a:t>
          </a:r>
          <a:r>
            <a:rPr lang="en-US" b="1"/>
            <a:t>HealthState</a:t>
          </a:r>
          <a:r>
            <a:rPr lang="en-US"/>
            <a:t>.</a:t>
          </a:r>
        </a:p>
      </dgm:t>
    </dgm:pt>
    <dgm:pt modelId="{FF69CC27-8F2B-4564-B433-16DD36DC11FA}" type="parTrans" cxnId="{24D16C08-EBE2-4A69-9E2E-C0016AD6C4DA}">
      <dgm:prSet/>
      <dgm:spPr/>
      <dgm:t>
        <a:bodyPr/>
        <a:lstStyle/>
        <a:p>
          <a:endParaRPr lang="en-US"/>
        </a:p>
      </dgm:t>
    </dgm:pt>
    <dgm:pt modelId="{2E822D67-8111-47F8-A7D9-DDE77F2381F1}" type="sibTrans" cxnId="{24D16C08-EBE2-4A69-9E2E-C0016AD6C4DA}">
      <dgm:prSet/>
      <dgm:spPr/>
      <dgm:t>
        <a:bodyPr/>
        <a:lstStyle/>
        <a:p>
          <a:endParaRPr lang="en-US"/>
        </a:p>
      </dgm:t>
    </dgm:pt>
    <dgm:pt modelId="{4BFF5058-4884-4CE5-BE0F-6903571FA0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</a:t>
          </a:r>
          <a:r>
            <a:rPr lang="en-US" b="1"/>
            <a:t>state (Healthy, Sick, Critical)</a:t>
          </a:r>
          <a:r>
            <a:rPr lang="en-US"/>
            <a:t> defines what actions are possible.</a:t>
          </a:r>
        </a:p>
      </dgm:t>
    </dgm:pt>
    <dgm:pt modelId="{4370E87C-93CE-422F-A7FA-C8CA350966D4}" type="parTrans" cxnId="{9666B712-7919-4D15-8B66-0F99D76AA573}">
      <dgm:prSet/>
      <dgm:spPr/>
      <dgm:t>
        <a:bodyPr/>
        <a:lstStyle/>
        <a:p>
          <a:endParaRPr lang="en-US"/>
        </a:p>
      </dgm:t>
    </dgm:pt>
    <dgm:pt modelId="{D258EBBF-6D99-4E1F-A276-EE406125058A}" type="sibTrans" cxnId="{9666B712-7919-4D15-8B66-0F99D76AA573}">
      <dgm:prSet/>
      <dgm:spPr/>
      <dgm:t>
        <a:bodyPr/>
        <a:lstStyle/>
        <a:p>
          <a:endParaRPr lang="en-US"/>
        </a:p>
      </dgm:t>
    </dgm:pt>
    <dgm:pt modelId="{40DFFAE9-5BC1-4E37-A32C-285BB2E36C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Transitions</a:t>
          </a:r>
          <a:r>
            <a:rPr lang="en-US"/>
            <a:t> (e.g., Sick → Critical, Sick → Healthy) are handled inside state classes, keeping logic clean.</a:t>
          </a:r>
        </a:p>
      </dgm:t>
    </dgm:pt>
    <dgm:pt modelId="{1680F7F4-01FC-4850-A183-5E177B1AD0E3}" type="parTrans" cxnId="{39CB6FC5-DE0A-4E2E-A2CA-92AC3C334FEF}">
      <dgm:prSet/>
      <dgm:spPr/>
      <dgm:t>
        <a:bodyPr/>
        <a:lstStyle/>
        <a:p>
          <a:endParaRPr lang="en-US"/>
        </a:p>
      </dgm:t>
    </dgm:pt>
    <dgm:pt modelId="{BCBAEA1D-D60A-4563-AFFA-6B6FCFC27D63}" type="sibTrans" cxnId="{39CB6FC5-DE0A-4E2E-A2CA-92AC3C334FEF}">
      <dgm:prSet/>
      <dgm:spPr/>
      <dgm:t>
        <a:bodyPr/>
        <a:lstStyle/>
        <a:p>
          <a:endParaRPr lang="en-US"/>
        </a:p>
      </dgm:t>
    </dgm:pt>
    <dgm:pt modelId="{10AD86F9-A689-4F6F-B7A5-ACC1B93A254D}" type="pres">
      <dgm:prSet presAssocID="{86C3824B-04BF-46C7-BA86-5080100B7D7E}" presName="root" presStyleCnt="0">
        <dgm:presLayoutVars>
          <dgm:dir/>
          <dgm:resizeHandles val="exact"/>
        </dgm:presLayoutVars>
      </dgm:prSet>
      <dgm:spPr/>
    </dgm:pt>
    <dgm:pt modelId="{6E2248C7-A6BF-49A1-BAC4-47D75CB8BD9B}" type="pres">
      <dgm:prSet presAssocID="{AC01D529-6E94-436B-BEB7-F392403EF6C8}" presName="compNode" presStyleCnt="0"/>
      <dgm:spPr/>
    </dgm:pt>
    <dgm:pt modelId="{2B4B4CBD-1ED9-4F1A-84D1-0812A41CAF18}" type="pres">
      <dgm:prSet presAssocID="{AC01D529-6E94-436B-BEB7-F392403EF6C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D6A6A657-D3DB-441B-9F25-C0E2A661A447}" type="pres">
      <dgm:prSet presAssocID="{AC01D529-6E94-436B-BEB7-F392403EF6C8}" presName="spaceRect" presStyleCnt="0"/>
      <dgm:spPr/>
    </dgm:pt>
    <dgm:pt modelId="{65CA97E1-8255-44A4-A9DD-AC1F9495CBAA}" type="pres">
      <dgm:prSet presAssocID="{AC01D529-6E94-436B-BEB7-F392403EF6C8}" presName="textRect" presStyleLbl="revTx" presStyleIdx="0" presStyleCnt="3">
        <dgm:presLayoutVars>
          <dgm:chMax val="1"/>
          <dgm:chPref val="1"/>
        </dgm:presLayoutVars>
      </dgm:prSet>
      <dgm:spPr/>
    </dgm:pt>
    <dgm:pt modelId="{7739650D-379D-4F4C-9C42-439D03031746}" type="pres">
      <dgm:prSet presAssocID="{2E822D67-8111-47F8-A7D9-DDE77F2381F1}" presName="sibTrans" presStyleCnt="0"/>
      <dgm:spPr/>
    </dgm:pt>
    <dgm:pt modelId="{D75A661E-35EA-48F5-B541-12DA109AD2B3}" type="pres">
      <dgm:prSet presAssocID="{4BFF5058-4884-4CE5-BE0F-6903571FA0F9}" presName="compNode" presStyleCnt="0"/>
      <dgm:spPr/>
    </dgm:pt>
    <dgm:pt modelId="{3859B0A7-6FD3-483E-A08D-48046AD1A369}" type="pres">
      <dgm:prSet presAssocID="{4BFF5058-4884-4CE5-BE0F-6903571FA0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8E8BCCFA-6F88-4F73-874C-EFE0295C90E1}" type="pres">
      <dgm:prSet presAssocID="{4BFF5058-4884-4CE5-BE0F-6903571FA0F9}" presName="spaceRect" presStyleCnt="0"/>
      <dgm:spPr/>
    </dgm:pt>
    <dgm:pt modelId="{2C14A120-3653-4901-9DB6-F068B92D44E4}" type="pres">
      <dgm:prSet presAssocID="{4BFF5058-4884-4CE5-BE0F-6903571FA0F9}" presName="textRect" presStyleLbl="revTx" presStyleIdx="1" presStyleCnt="3">
        <dgm:presLayoutVars>
          <dgm:chMax val="1"/>
          <dgm:chPref val="1"/>
        </dgm:presLayoutVars>
      </dgm:prSet>
      <dgm:spPr/>
    </dgm:pt>
    <dgm:pt modelId="{06E2AA71-6DB2-414E-97CF-465968E49BA0}" type="pres">
      <dgm:prSet presAssocID="{D258EBBF-6D99-4E1F-A276-EE406125058A}" presName="sibTrans" presStyleCnt="0"/>
      <dgm:spPr/>
    </dgm:pt>
    <dgm:pt modelId="{DECA19A6-FD42-466F-A126-2CA41A26F553}" type="pres">
      <dgm:prSet presAssocID="{40DFFAE9-5BC1-4E37-A32C-285BB2E36CB2}" presName="compNode" presStyleCnt="0"/>
      <dgm:spPr/>
    </dgm:pt>
    <dgm:pt modelId="{125DEECB-E266-437F-8BAA-8EC3F09F3080}" type="pres">
      <dgm:prSet presAssocID="{40DFFAE9-5BC1-4E37-A32C-285BB2E36CB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7BE1B00-9209-45AA-8100-BB78973478AA}" type="pres">
      <dgm:prSet presAssocID="{40DFFAE9-5BC1-4E37-A32C-285BB2E36CB2}" presName="spaceRect" presStyleCnt="0"/>
      <dgm:spPr/>
    </dgm:pt>
    <dgm:pt modelId="{31E6B642-FEE4-4BD2-BA7A-8CF1894E5FC1}" type="pres">
      <dgm:prSet presAssocID="{40DFFAE9-5BC1-4E37-A32C-285BB2E36CB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4D16C08-EBE2-4A69-9E2E-C0016AD6C4DA}" srcId="{86C3824B-04BF-46C7-BA86-5080100B7D7E}" destId="{AC01D529-6E94-436B-BEB7-F392403EF6C8}" srcOrd="0" destOrd="0" parTransId="{FF69CC27-8F2B-4564-B433-16DD36DC11FA}" sibTransId="{2E822D67-8111-47F8-A7D9-DDE77F2381F1}"/>
    <dgm:cxn modelId="{9666B712-7919-4D15-8B66-0F99D76AA573}" srcId="{86C3824B-04BF-46C7-BA86-5080100B7D7E}" destId="{4BFF5058-4884-4CE5-BE0F-6903571FA0F9}" srcOrd="1" destOrd="0" parTransId="{4370E87C-93CE-422F-A7FA-C8CA350966D4}" sibTransId="{D258EBBF-6D99-4E1F-A276-EE406125058A}"/>
    <dgm:cxn modelId="{EC09DC52-6207-415A-B27C-34B2E1AD4B0D}" type="presOf" srcId="{4BFF5058-4884-4CE5-BE0F-6903571FA0F9}" destId="{2C14A120-3653-4901-9DB6-F068B92D44E4}" srcOrd="0" destOrd="0" presId="urn:microsoft.com/office/officeart/2018/2/layout/IconLabelList"/>
    <dgm:cxn modelId="{8B109D54-1F7B-4929-9F6A-3A77EA479F60}" type="presOf" srcId="{AC01D529-6E94-436B-BEB7-F392403EF6C8}" destId="{65CA97E1-8255-44A4-A9DD-AC1F9495CBAA}" srcOrd="0" destOrd="0" presId="urn:microsoft.com/office/officeart/2018/2/layout/IconLabelList"/>
    <dgm:cxn modelId="{6E2E2683-3885-449C-8620-E9240CEF7928}" type="presOf" srcId="{40DFFAE9-5BC1-4E37-A32C-285BB2E36CB2}" destId="{31E6B642-FEE4-4BD2-BA7A-8CF1894E5FC1}" srcOrd="0" destOrd="0" presId="urn:microsoft.com/office/officeart/2018/2/layout/IconLabelList"/>
    <dgm:cxn modelId="{39CB6FC5-DE0A-4E2E-A2CA-92AC3C334FEF}" srcId="{86C3824B-04BF-46C7-BA86-5080100B7D7E}" destId="{40DFFAE9-5BC1-4E37-A32C-285BB2E36CB2}" srcOrd="2" destOrd="0" parTransId="{1680F7F4-01FC-4850-A183-5E177B1AD0E3}" sibTransId="{BCBAEA1D-D60A-4563-AFFA-6B6FCFC27D63}"/>
    <dgm:cxn modelId="{1C89E6F4-6591-4EC9-AB22-EB420977BFCA}" type="presOf" srcId="{86C3824B-04BF-46C7-BA86-5080100B7D7E}" destId="{10AD86F9-A689-4F6F-B7A5-ACC1B93A254D}" srcOrd="0" destOrd="0" presId="urn:microsoft.com/office/officeart/2018/2/layout/IconLabelList"/>
    <dgm:cxn modelId="{1F27EEAA-2839-4F36-9BF7-B1095B2706EB}" type="presParOf" srcId="{10AD86F9-A689-4F6F-B7A5-ACC1B93A254D}" destId="{6E2248C7-A6BF-49A1-BAC4-47D75CB8BD9B}" srcOrd="0" destOrd="0" presId="urn:microsoft.com/office/officeart/2018/2/layout/IconLabelList"/>
    <dgm:cxn modelId="{1A14C244-8C10-45C0-BDAC-7CD7F282D31C}" type="presParOf" srcId="{6E2248C7-A6BF-49A1-BAC4-47D75CB8BD9B}" destId="{2B4B4CBD-1ED9-4F1A-84D1-0812A41CAF18}" srcOrd="0" destOrd="0" presId="urn:microsoft.com/office/officeart/2018/2/layout/IconLabelList"/>
    <dgm:cxn modelId="{DADDAB29-59DB-4DA1-9EE4-333C62D7DA55}" type="presParOf" srcId="{6E2248C7-A6BF-49A1-BAC4-47D75CB8BD9B}" destId="{D6A6A657-D3DB-441B-9F25-C0E2A661A447}" srcOrd="1" destOrd="0" presId="urn:microsoft.com/office/officeart/2018/2/layout/IconLabelList"/>
    <dgm:cxn modelId="{C97D545B-54FA-492A-85E0-17A4DF1E0D03}" type="presParOf" srcId="{6E2248C7-A6BF-49A1-BAC4-47D75CB8BD9B}" destId="{65CA97E1-8255-44A4-A9DD-AC1F9495CBAA}" srcOrd="2" destOrd="0" presId="urn:microsoft.com/office/officeart/2018/2/layout/IconLabelList"/>
    <dgm:cxn modelId="{40F0A927-E229-4147-88CB-424B0AF659D9}" type="presParOf" srcId="{10AD86F9-A689-4F6F-B7A5-ACC1B93A254D}" destId="{7739650D-379D-4F4C-9C42-439D03031746}" srcOrd="1" destOrd="0" presId="urn:microsoft.com/office/officeart/2018/2/layout/IconLabelList"/>
    <dgm:cxn modelId="{0CFFD688-A876-42E4-850E-B7376A9A4961}" type="presParOf" srcId="{10AD86F9-A689-4F6F-B7A5-ACC1B93A254D}" destId="{D75A661E-35EA-48F5-B541-12DA109AD2B3}" srcOrd="2" destOrd="0" presId="urn:microsoft.com/office/officeart/2018/2/layout/IconLabelList"/>
    <dgm:cxn modelId="{EBB76B0D-99E1-4F50-A3F6-F1ED9994BC7F}" type="presParOf" srcId="{D75A661E-35EA-48F5-B541-12DA109AD2B3}" destId="{3859B0A7-6FD3-483E-A08D-48046AD1A369}" srcOrd="0" destOrd="0" presId="urn:microsoft.com/office/officeart/2018/2/layout/IconLabelList"/>
    <dgm:cxn modelId="{8C935E28-D89D-4BA2-8A65-97ED1CDD5BD8}" type="presParOf" srcId="{D75A661E-35EA-48F5-B541-12DA109AD2B3}" destId="{8E8BCCFA-6F88-4F73-874C-EFE0295C90E1}" srcOrd="1" destOrd="0" presId="urn:microsoft.com/office/officeart/2018/2/layout/IconLabelList"/>
    <dgm:cxn modelId="{1EA86F62-6BF2-4490-BAD9-ED935CB92C8C}" type="presParOf" srcId="{D75A661E-35EA-48F5-B541-12DA109AD2B3}" destId="{2C14A120-3653-4901-9DB6-F068B92D44E4}" srcOrd="2" destOrd="0" presId="urn:microsoft.com/office/officeart/2018/2/layout/IconLabelList"/>
    <dgm:cxn modelId="{E91C53D0-B8E5-431D-95A4-E3659B08C3C5}" type="presParOf" srcId="{10AD86F9-A689-4F6F-B7A5-ACC1B93A254D}" destId="{06E2AA71-6DB2-414E-97CF-465968E49BA0}" srcOrd="3" destOrd="0" presId="urn:microsoft.com/office/officeart/2018/2/layout/IconLabelList"/>
    <dgm:cxn modelId="{86164199-ADD0-4D1C-BCA3-399575AFFFD6}" type="presParOf" srcId="{10AD86F9-A689-4F6F-B7A5-ACC1B93A254D}" destId="{DECA19A6-FD42-466F-A126-2CA41A26F553}" srcOrd="4" destOrd="0" presId="urn:microsoft.com/office/officeart/2018/2/layout/IconLabelList"/>
    <dgm:cxn modelId="{3B9683CB-FF4C-4756-8DFF-9C506871C31C}" type="presParOf" srcId="{DECA19A6-FD42-466F-A126-2CA41A26F553}" destId="{125DEECB-E266-437F-8BAA-8EC3F09F3080}" srcOrd="0" destOrd="0" presId="urn:microsoft.com/office/officeart/2018/2/layout/IconLabelList"/>
    <dgm:cxn modelId="{BA910B99-C6D9-49C2-8382-412E92FFD327}" type="presParOf" srcId="{DECA19A6-FD42-466F-A126-2CA41A26F553}" destId="{97BE1B00-9209-45AA-8100-BB78973478AA}" srcOrd="1" destOrd="0" presId="urn:microsoft.com/office/officeart/2018/2/layout/IconLabelList"/>
    <dgm:cxn modelId="{4BA1C837-C9DF-43AD-AF57-0598EE1D782E}" type="presParOf" srcId="{DECA19A6-FD42-466F-A126-2CA41A26F553}" destId="{31E6B642-FEE4-4BD2-BA7A-8CF1894E5FC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7DCDEF-7C41-4544-A8B8-607002F40510}" type="doc">
      <dgm:prSet loTypeId="urn:microsoft.com/office/officeart/2005/8/layout/vList2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070DC0A7-E73B-43A4-AF5D-15484AD3D4DD}">
      <dgm:prSet/>
      <dgm:spPr/>
      <dgm:t>
        <a:bodyPr/>
        <a:lstStyle/>
        <a:p>
          <a:r>
            <a:rPr lang="en-US"/>
            <a:t>If you find yourself writing </a:t>
          </a:r>
          <a:r>
            <a:rPr lang="en-US" b="1"/>
            <a:t>long chains of if (state == …)</a:t>
          </a:r>
          <a:r>
            <a:rPr lang="en-US"/>
            <a:t>, the </a:t>
          </a:r>
          <a:r>
            <a:rPr lang="en-US" b="1"/>
            <a:t>State Pattern</a:t>
          </a:r>
          <a:r>
            <a:rPr lang="en-US"/>
            <a:t> is a good fit.</a:t>
          </a:r>
        </a:p>
      </dgm:t>
    </dgm:pt>
    <dgm:pt modelId="{6134CFAE-3030-4E42-8FE3-7CE15C92C56C}" type="parTrans" cxnId="{02BCF240-381F-4A86-8C51-77163DFA17A4}">
      <dgm:prSet/>
      <dgm:spPr/>
      <dgm:t>
        <a:bodyPr/>
        <a:lstStyle/>
        <a:p>
          <a:endParaRPr lang="en-US"/>
        </a:p>
      </dgm:t>
    </dgm:pt>
    <dgm:pt modelId="{381EBF16-0E6B-4D75-87FA-2C8611522F77}" type="sibTrans" cxnId="{02BCF240-381F-4A86-8C51-77163DFA17A4}">
      <dgm:prSet/>
      <dgm:spPr/>
      <dgm:t>
        <a:bodyPr/>
        <a:lstStyle/>
        <a:p>
          <a:endParaRPr lang="en-US"/>
        </a:p>
      </dgm:t>
    </dgm:pt>
    <dgm:pt modelId="{EA49D8B2-5078-4BCB-ADCA-8CE005DC8836}">
      <dgm:prSet/>
      <dgm:spPr/>
      <dgm:t>
        <a:bodyPr/>
        <a:lstStyle/>
        <a:p>
          <a:r>
            <a:rPr lang="en-US"/>
            <a:t>If states are </a:t>
          </a:r>
          <a:r>
            <a:rPr lang="en-US" b="1"/>
            <a:t>few and unlikely to change</a:t>
          </a:r>
          <a:r>
            <a:rPr lang="en-US"/>
            <a:t>, stick with simpler logic.</a:t>
          </a:r>
        </a:p>
      </dgm:t>
    </dgm:pt>
    <dgm:pt modelId="{18EC3322-D62C-4A2D-A274-524124D92EF4}" type="parTrans" cxnId="{B369A714-9335-4410-A07C-133A002ABA0B}">
      <dgm:prSet/>
      <dgm:spPr/>
      <dgm:t>
        <a:bodyPr/>
        <a:lstStyle/>
        <a:p>
          <a:endParaRPr lang="en-US"/>
        </a:p>
      </dgm:t>
    </dgm:pt>
    <dgm:pt modelId="{807098BF-468F-4FB9-8944-07CA341A33B3}" type="sibTrans" cxnId="{B369A714-9335-4410-A07C-133A002ABA0B}">
      <dgm:prSet/>
      <dgm:spPr/>
      <dgm:t>
        <a:bodyPr/>
        <a:lstStyle/>
        <a:p>
          <a:endParaRPr lang="en-US"/>
        </a:p>
      </dgm:t>
    </dgm:pt>
    <dgm:pt modelId="{CEA845E9-BD79-4DAA-88CB-A3F4F7C0A40E}" type="pres">
      <dgm:prSet presAssocID="{367DCDEF-7C41-4544-A8B8-607002F40510}" presName="linear" presStyleCnt="0">
        <dgm:presLayoutVars>
          <dgm:animLvl val="lvl"/>
          <dgm:resizeHandles val="exact"/>
        </dgm:presLayoutVars>
      </dgm:prSet>
      <dgm:spPr/>
    </dgm:pt>
    <dgm:pt modelId="{948D3AE1-E4FA-46E2-AAB8-EE615C73D6BF}" type="pres">
      <dgm:prSet presAssocID="{070DC0A7-E73B-43A4-AF5D-15484AD3D4D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8A932DC-E08A-4D93-9B9B-DBA76297FDBD}" type="pres">
      <dgm:prSet presAssocID="{381EBF16-0E6B-4D75-87FA-2C8611522F77}" presName="spacer" presStyleCnt="0"/>
      <dgm:spPr/>
    </dgm:pt>
    <dgm:pt modelId="{0628E9A6-5C0D-43ED-94D3-F14312BB1489}" type="pres">
      <dgm:prSet presAssocID="{EA49D8B2-5078-4BCB-ADCA-8CE005DC883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6D4610F-C93A-433C-BD81-89F2AC96E102}" type="presOf" srcId="{367DCDEF-7C41-4544-A8B8-607002F40510}" destId="{CEA845E9-BD79-4DAA-88CB-A3F4F7C0A40E}" srcOrd="0" destOrd="0" presId="urn:microsoft.com/office/officeart/2005/8/layout/vList2"/>
    <dgm:cxn modelId="{B369A714-9335-4410-A07C-133A002ABA0B}" srcId="{367DCDEF-7C41-4544-A8B8-607002F40510}" destId="{EA49D8B2-5078-4BCB-ADCA-8CE005DC8836}" srcOrd="1" destOrd="0" parTransId="{18EC3322-D62C-4A2D-A274-524124D92EF4}" sibTransId="{807098BF-468F-4FB9-8944-07CA341A33B3}"/>
    <dgm:cxn modelId="{FAC28719-AFE3-48C5-A796-5D1DD778FE7F}" type="presOf" srcId="{EA49D8B2-5078-4BCB-ADCA-8CE005DC8836}" destId="{0628E9A6-5C0D-43ED-94D3-F14312BB1489}" srcOrd="0" destOrd="0" presId="urn:microsoft.com/office/officeart/2005/8/layout/vList2"/>
    <dgm:cxn modelId="{02BCF240-381F-4A86-8C51-77163DFA17A4}" srcId="{367DCDEF-7C41-4544-A8B8-607002F40510}" destId="{070DC0A7-E73B-43A4-AF5D-15484AD3D4DD}" srcOrd="0" destOrd="0" parTransId="{6134CFAE-3030-4E42-8FE3-7CE15C92C56C}" sibTransId="{381EBF16-0E6B-4D75-87FA-2C8611522F77}"/>
    <dgm:cxn modelId="{EA3D638A-6D2A-41C1-A57B-65C1DC25BE55}" type="presOf" srcId="{070DC0A7-E73B-43A4-AF5D-15484AD3D4DD}" destId="{948D3AE1-E4FA-46E2-AAB8-EE615C73D6BF}" srcOrd="0" destOrd="0" presId="urn:microsoft.com/office/officeart/2005/8/layout/vList2"/>
    <dgm:cxn modelId="{D4DF9556-34B2-4584-84B3-32A4CD8F84AA}" type="presParOf" srcId="{CEA845E9-BD79-4DAA-88CB-A3F4F7C0A40E}" destId="{948D3AE1-E4FA-46E2-AAB8-EE615C73D6BF}" srcOrd="0" destOrd="0" presId="urn:microsoft.com/office/officeart/2005/8/layout/vList2"/>
    <dgm:cxn modelId="{18BE02ED-87CA-4CCD-8C98-60E838E12EA3}" type="presParOf" srcId="{CEA845E9-BD79-4DAA-88CB-A3F4F7C0A40E}" destId="{98A932DC-E08A-4D93-9B9B-DBA76297FDBD}" srcOrd="1" destOrd="0" presId="urn:microsoft.com/office/officeart/2005/8/layout/vList2"/>
    <dgm:cxn modelId="{8A489573-32C1-4D85-B548-80AF38C160BA}" type="presParOf" srcId="{CEA845E9-BD79-4DAA-88CB-A3F4F7C0A40E}" destId="{0628E9A6-5C0D-43ED-94D3-F14312BB148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BCF460C-3795-452A-82D8-B53F5AF44E4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84CBFE-CC25-4B60-8FE9-3E090D802A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does the State Design Pattern improve code organization compared to using multiple if-else or switch statements?</a:t>
          </a:r>
        </a:p>
      </dgm:t>
    </dgm:pt>
    <dgm:pt modelId="{078CF440-CFB9-4E2A-9BC2-BAA4ABEC4E35}" type="parTrans" cxnId="{F04C220C-B07A-4D3D-8FF6-58440489E8D2}">
      <dgm:prSet/>
      <dgm:spPr/>
      <dgm:t>
        <a:bodyPr/>
        <a:lstStyle/>
        <a:p>
          <a:endParaRPr lang="en-US"/>
        </a:p>
      </dgm:t>
    </dgm:pt>
    <dgm:pt modelId="{80F9A601-F0AD-4A55-9DAC-9BFD5D5FE079}" type="sibTrans" cxnId="{F04C220C-B07A-4D3D-8FF6-58440489E8D2}">
      <dgm:prSet/>
      <dgm:spPr/>
      <dgm:t>
        <a:bodyPr/>
        <a:lstStyle/>
        <a:p>
          <a:endParaRPr lang="en-US"/>
        </a:p>
      </dgm:t>
    </dgm:pt>
    <dgm:pt modelId="{D1351BDA-A675-4E1E-A142-37C03F6FCA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you think of a real-world example (outside the classroom) where the State Pattern could simplify handling different behaviors of an object? Why would this pattern be useful there?</a:t>
          </a:r>
        </a:p>
      </dgm:t>
    </dgm:pt>
    <dgm:pt modelId="{20D191FA-CD3C-4814-9BDB-C905B4BDF4C7}" type="parTrans" cxnId="{BA9C1AB9-A19F-4674-97F6-277091874E19}">
      <dgm:prSet/>
      <dgm:spPr/>
      <dgm:t>
        <a:bodyPr/>
        <a:lstStyle/>
        <a:p>
          <a:endParaRPr lang="en-US"/>
        </a:p>
      </dgm:t>
    </dgm:pt>
    <dgm:pt modelId="{C6884B8B-22C8-447F-ABBA-7F2BFCD6B126}" type="sibTrans" cxnId="{BA9C1AB9-A19F-4674-97F6-277091874E19}">
      <dgm:prSet/>
      <dgm:spPr/>
      <dgm:t>
        <a:bodyPr/>
        <a:lstStyle/>
        <a:p>
          <a:endParaRPr lang="en-US"/>
        </a:p>
      </dgm:t>
    </dgm:pt>
    <dgm:pt modelId="{957926A7-A00C-4F72-B3C4-264DBEE7BB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are the potential drawbacks of using the State Pattern in a system, and how can a developer decide whether it is worth applying in a given situation?</a:t>
          </a:r>
        </a:p>
      </dgm:t>
    </dgm:pt>
    <dgm:pt modelId="{72D50B63-CFC4-4180-87E8-565E44510028}" type="parTrans" cxnId="{DE69A1C0-37A9-4F02-A7E2-5790DF70E4D4}">
      <dgm:prSet/>
      <dgm:spPr/>
      <dgm:t>
        <a:bodyPr/>
        <a:lstStyle/>
        <a:p>
          <a:endParaRPr lang="en-US"/>
        </a:p>
      </dgm:t>
    </dgm:pt>
    <dgm:pt modelId="{0B945CB9-9601-4F74-A8EC-3AEB93FE5620}" type="sibTrans" cxnId="{DE69A1C0-37A9-4F02-A7E2-5790DF70E4D4}">
      <dgm:prSet/>
      <dgm:spPr/>
      <dgm:t>
        <a:bodyPr/>
        <a:lstStyle/>
        <a:p>
          <a:endParaRPr lang="en-US"/>
        </a:p>
      </dgm:t>
    </dgm:pt>
    <dgm:pt modelId="{9148D654-D94E-476F-93E5-FD19EBCD0B74}" type="pres">
      <dgm:prSet presAssocID="{4BCF460C-3795-452A-82D8-B53F5AF44E46}" presName="root" presStyleCnt="0">
        <dgm:presLayoutVars>
          <dgm:dir/>
          <dgm:resizeHandles val="exact"/>
        </dgm:presLayoutVars>
      </dgm:prSet>
      <dgm:spPr/>
    </dgm:pt>
    <dgm:pt modelId="{B65C6327-E7E1-4B3C-8ADC-C516113419D3}" type="pres">
      <dgm:prSet presAssocID="{1884CBFE-CC25-4B60-8FE9-3E090D802A3B}" presName="compNode" presStyleCnt="0"/>
      <dgm:spPr/>
    </dgm:pt>
    <dgm:pt modelId="{9FC6DCE7-A7B3-4AD9-9796-5ADE599723E2}" type="pres">
      <dgm:prSet presAssocID="{1884CBFE-CC25-4B60-8FE9-3E090D802A3B}" presName="bgRect" presStyleLbl="bgShp" presStyleIdx="0" presStyleCnt="3"/>
      <dgm:spPr/>
    </dgm:pt>
    <dgm:pt modelId="{F0857ED9-2655-4011-A3BF-E0CA1E477E80}" type="pres">
      <dgm:prSet presAssocID="{1884CBFE-CC25-4B60-8FE9-3E090D802A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423290D-DC85-4A37-900D-E998AA2E3573}" type="pres">
      <dgm:prSet presAssocID="{1884CBFE-CC25-4B60-8FE9-3E090D802A3B}" presName="spaceRect" presStyleCnt="0"/>
      <dgm:spPr/>
    </dgm:pt>
    <dgm:pt modelId="{B21D31B3-2153-43D7-B65A-D96F35AB2D6F}" type="pres">
      <dgm:prSet presAssocID="{1884CBFE-CC25-4B60-8FE9-3E090D802A3B}" presName="parTx" presStyleLbl="revTx" presStyleIdx="0" presStyleCnt="3">
        <dgm:presLayoutVars>
          <dgm:chMax val="0"/>
          <dgm:chPref val="0"/>
        </dgm:presLayoutVars>
      </dgm:prSet>
      <dgm:spPr/>
    </dgm:pt>
    <dgm:pt modelId="{E5E8A368-62F5-45C1-BA88-2D9FE53B8625}" type="pres">
      <dgm:prSet presAssocID="{80F9A601-F0AD-4A55-9DAC-9BFD5D5FE079}" presName="sibTrans" presStyleCnt="0"/>
      <dgm:spPr/>
    </dgm:pt>
    <dgm:pt modelId="{192EF529-5442-455F-9B3F-56DD8D907E42}" type="pres">
      <dgm:prSet presAssocID="{D1351BDA-A675-4E1E-A142-37C03F6FCAB9}" presName="compNode" presStyleCnt="0"/>
      <dgm:spPr/>
    </dgm:pt>
    <dgm:pt modelId="{3C695271-3A4F-4341-89BC-1A5A0F9C3A75}" type="pres">
      <dgm:prSet presAssocID="{D1351BDA-A675-4E1E-A142-37C03F6FCAB9}" presName="bgRect" presStyleLbl="bgShp" presStyleIdx="1" presStyleCnt="3"/>
      <dgm:spPr/>
    </dgm:pt>
    <dgm:pt modelId="{6CE1B938-A426-49BC-9D39-F10290396BC5}" type="pres">
      <dgm:prSet presAssocID="{D1351BDA-A675-4E1E-A142-37C03F6FCA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07C121C-EE7A-46C2-822D-3D84A8F01730}" type="pres">
      <dgm:prSet presAssocID="{D1351BDA-A675-4E1E-A142-37C03F6FCAB9}" presName="spaceRect" presStyleCnt="0"/>
      <dgm:spPr/>
    </dgm:pt>
    <dgm:pt modelId="{E833B6EC-94DA-4401-AC64-B474364666ED}" type="pres">
      <dgm:prSet presAssocID="{D1351BDA-A675-4E1E-A142-37C03F6FCAB9}" presName="parTx" presStyleLbl="revTx" presStyleIdx="1" presStyleCnt="3">
        <dgm:presLayoutVars>
          <dgm:chMax val="0"/>
          <dgm:chPref val="0"/>
        </dgm:presLayoutVars>
      </dgm:prSet>
      <dgm:spPr/>
    </dgm:pt>
    <dgm:pt modelId="{5E551584-E989-40B7-9B68-5A8D5672E24F}" type="pres">
      <dgm:prSet presAssocID="{C6884B8B-22C8-447F-ABBA-7F2BFCD6B126}" presName="sibTrans" presStyleCnt="0"/>
      <dgm:spPr/>
    </dgm:pt>
    <dgm:pt modelId="{77B28513-D5BC-41BF-BCA9-481ABE51C64A}" type="pres">
      <dgm:prSet presAssocID="{957926A7-A00C-4F72-B3C4-264DBEE7BB60}" presName="compNode" presStyleCnt="0"/>
      <dgm:spPr/>
    </dgm:pt>
    <dgm:pt modelId="{EA019E98-6826-4B8D-8F85-35A8869AB7B9}" type="pres">
      <dgm:prSet presAssocID="{957926A7-A00C-4F72-B3C4-264DBEE7BB60}" presName="bgRect" presStyleLbl="bgShp" presStyleIdx="2" presStyleCnt="3"/>
      <dgm:spPr/>
    </dgm:pt>
    <dgm:pt modelId="{F8AADE42-65BA-4DF0-BFE7-56A22DE56C37}" type="pres">
      <dgm:prSet presAssocID="{957926A7-A00C-4F72-B3C4-264DBEE7BB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5F1C5DFE-D606-4B05-977A-6602DAF6C62B}" type="pres">
      <dgm:prSet presAssocID="{957926A7-A00C-4F72-B3C4-264DBEE7BB60}" presName="spaceRect" presStyleCnt="0"/>
      <dgm:spPr/>
    </dgm:pt>
    <dgm:pt modelId="{F6976D96-4D33-443D-8C62-982E797F6A4F}" type="pres">
      <dgm:prSet presAssocID="{957926A7-A00C-4F72-B3C4-264DBEE7BB6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04C220C-B07A-4D3D-8FF6-58440489E8D2}" srcId="{4BCF460C-3795-452A-82D8-B53F5AF44E46}" destId="{1884CBFE-CC25-4B60-8FE9-3E090D802A3B}" srcOrd="0" destOrd="0" parTransId="{078CF440-CFB9-4E2A-9BC2-BAA4ABEC4E35}" sibTransId="{80F9A601-F0AD-4A55-9DAC-9BFD5D5FE079}"/>
    <dgm:cxn modelId="{3BA9001E-B84F-44FB-8119-3A3E01D9C2C2}" type="presOf" srcId="{1884CBFE-CC25-4B60-8FE9-3E090D802A3B}" destId="{B21D31B3-2153-43D7-B65A-D96F35AB2D6F}" srcOrd="0" destOrd="0" presId="urn:microsoft.com/office/officeart/2018/2/layout/IconVerticalSolidList"/>
    <dgm:cxn modelId="{36E66834-3E53-435B-9DC9-66726109CA8F}" type="presOf" srcId="{957926A7-A00C-4F72-B3C4-264DBEE7BB60}" destId="{F6976D96-4D33-443D-8C62-982E797F6A4F}" srcOrd="0" destOrd="0" presId="urn:microsoft.com/office/officeart/2018/2/layout/IconVerticalSolidList"/>
    <dgm:cxn modelId="{C00A0873-3618-4D49-A11F-43F9D91767F7}" type="presOf" srcId="{D1351BDA-A675-4E1E-A142-37C03F6FCAB9}" destId="{E833B6EC-94DA-4401-AC64-B474364666ED}" srcOrd="0" destOrd="0" presId="urn:microsoft.com/office/officeart/2018/2/layout/IconVerticalSolidList"/>
    <dgm:cxn modelId="{8398E585-BF3A-456A-A594-BD624B9ACAF7}" type="presOf" srcId="{4BCF460C-3795-452A-82D8-B53F5AF44E46}" destId="{9148D654-D94E-476F-93E5-FD19EBCD0B74}" srcOrd="0" destOrd="0" presId="urn:microsoft.com/office/officeart/2018/2/layout/IconVerticalSolidList"/>
    <dgm:cxn modelId="{BA9C1AB9-A19F-4674-97F6-277091874E19}" srcId="{4BCF460C-3795-452A-82D8-B53F5AF44E46}" destId="{D1351BDA-A675-4E1E-A142-37C03F6FCAB9}" srcOrd="1" destOrd="0" parTransId="{20D191FA-CD3C-4814-9BDB-C905B4BDF4C7}" sibTransId="{C6884B8B-22C8-447F-ABBA-7F2BFCD6B126}"/>
    <dgm:cxn modelId="{DE69A1C0-37A9-4F02-A7E2-5790DF70E4D4}" srcId="{4BCF460C-3795-452A-82D8-B53F5AF44E46}" destId="{957926A7-A00C-4F72-B3C4-264DBEE7BB60}" srcOrd="2" destOrd="0" parTransId="{72D50B63-CFC4-4180-87E8-565E44510028}" sibTransId="{0B945CB9-9601-4F74-A8EC-3AEB93FE5620}"/>
    <dgm:cxn modelId="{A0DF1033-9726-435C-909F-BF8E2DFF3A18}" type="presParOf" srcId="{9148D654-D94E-476F-93E5-FD19EBCD0B74}" destId="{B65C6327-E7E1-4B3C-8ADC-C516113419D3}" srcOrd="0" destOrd="0" presId="urn:microsoft.com/office/officeart/2018/2/layout/IconVerticalSolidList"/>
    <dgm:cxn modelId="{425F792B-0DBF-46A9-9D15-D92F4944F8C8}" type="presParOf" srcId="{B65C6327-E7E1-4B3C-8ADC-C516113419D3}" destId="{9FC6DCE7-A7B3-4AD9-9796-5ADE599723E2}" srcOrd="0" destOrd="0" presId="urn:microsoft.com/office/officeart/2018/2/layout/IconVerticalSolidList"/>
    <dgm:cxn modelId="{B9BFB56D-54B3-4E35-B1F4-1F3CF0C79D99}" type="presParOf" srcId="{B65C6327-E7E1-4B3C-8ADC-C516113419D3}" destId="{F0857ED9-2655-4011-A3BF-E0CA1E477E80}" srcOrd="1" destOrd="0" presId="urn:microsoft.com/office/officeart/2018/2/layout/IconVerticalSolidList"/>
    <dgm:cxn modelId="{358E2D5D-B78E-45B3-82BA-D29F263E4CA3}" type="presParOf" srcId="{B65C6327-E7E1-4B3C-8ADC-C516113419D3}" destId="{D423290D-DC85-4A37-900D-E998AA2E3573}" srcOrd="2" destOrd="0" presId="urn:microsoft.com/office/officeart/2018/2/layout/IconVerticalSolidList"/>
    <dgm:cxn modelId="{B132D3F2-30AA-46B9-8816-A55580DE478F}" type="presParOf" srcId="{B65C6327-E7E1-4B3C-8ADC-C516113419D3}" destId="{B21D31B3-2153-43D7-B65A-D96F35AB2D6F}" srcOrd="3" destOrd="0" presId="urn:microsoft.com/office/officeart/2018/2/layout/IconVerticalSolidList"/>
    <dgm:cxn modelId="{544D27AB-4731-4787-B801-76955A8773CC}" type="presParOf" srcId="{9148D654-D94E-476F-93E5-FD19EBCD0B74}" destId="{E5E8A368-62F5-45C1-BA88-2D9FE53B8625}" srcOrd="1" destOrd="0" presId="urn:microsoft.com/office/officeart/2018/2/layout/IconVerticalSolidList"/>
    <dgm:cxn modelId="{A8486AA4-D157-41A5-8FEA-D36E2EA5C81E}" type="presParOf" srcId="{9148D654-D94E-476F-93E5-FD19EBCD0B74}" destId="{192EF529-5442-455F-9B3F-56DD8D907E42}" srcOrd="2" destOrd="0" presId="urn:microsoft.com/office/officeart/2018/2/layout/IconVerticalSolidList"/>
    <dgm:cxn modelId="{66254B7A-5D39-4FFE-8976-FBE2F9C6DE0E}" type="presParOf" srcId="{192EF529-5442-455F-9B3F-56DD8D907E42}" destId="{3C695271-3A4F-4341-89BC-1A5A0F9C3A75}" srcOrd="0" destOrd="0" presId="urn:microsoft.com/office/officeart/2018/2/layout/IconVerticalSolidList"/>
    <dgm:cxn modelId="{791982B0-A8E5-4458-9AF4-F2E4D52CA278}" type="presParOf" srcId="{192EF529-5442-455F-9B3F-56DD8D907E42}" destId="{6CE1B938-A426-49BC-9D39-F10290396BC5}" srcOrd="1" destOrd="0" presId="urn:microsoft.com/office/officeart/2018/2/layout/IconVerticalSolidList"/>
    <dgm:cxn modelId="{C998EEBF-FAF6-4A52-8D28-DD98070C555B}" type="presParOf" srcId="{192EF529-5442-455F-9B3F-56DD8D907E42}" destId="{E07C121C-EE7A-46C2-822D-3D84A8F01730}" srcOrd="2" destOrd="0" presId="urn:microsoft.com/office/officeart/2018/2/layout/IconVerticalSolidList"/>
    <dgm:cxn modelId="{70754A3F-4934-49FE-B1AA-4BAA13B3C9BC}" type="presParOf" srcId="{192EF529-5442-455F-9B3F-56DD8D907E42}" destId="{E833B6EC-94DA-4401-AC64-B474364666ED}" srcOrd="3" destOrd="0" presId="urn:microsoft.com/office/officeart/2018/2/layout/IconVerticalSolidList"/>
    <dgm:cxn modelId="{B085D84F-A221-4C6D-861A-1CE5B6456090}" type="presParOf" srcId="{9148D654-D94E-476F-93E5-FD19EBCD0B74}" destId="{5E551584-E989-40B7-9B68-5A8D5672E24F}" srcOrd="3" destOrd="0" presId="urn:microsoft.com/office/officeart/2018/2/layout/IconVerticalSolidList"/>
    <dgm:cxn modelId="{B83D561A-7C7D-4FF7-A0CD-66422AD3CA17}" type="presParOf" srcId="{9148D654-D94E-476F-93E5-FD19EBCD0B74}" destId="{77B28513-D5BC-41BF-BCA9-481ABE51C64A}" srcOrd="4" destOrd="0" presId="urn:microsoft.com/office/officeart/2018/2/layout/IconVerticalSolidList"/>
    <dgm:cxn modelId="{1E2ADE60-AE97-42A3-8160-9FFD72A9E9B8}" type="presParOf" srcId="{77B28513-D5BC-41BF-BCA9-481ABE51C64A}" destId="{EA019E98-6826-4B8D-8F85-35A8869AB7B9}" srcOrd="0" destOrd="0" presId="urn:microsoft.com/office/officeart/2018/2/layout/IconVerticalSolidList"/>
    <dgm:cxn modelId="{1E3F541E-95B9-48AC-8073-EB3122876379}" type="presParOf" srcId="{77B28513-D5BC-41BF-BCA9-481ABE51C64A}" destId="{F8AADE42-65BA-4DF0-BFE7-56A22DE56C37}" srcOrd="1" destOrd="0" presId="urn:microsoft.com/office/officeart/2018/2/layout/IconVerticalSolidList"/>
    <dgm:cxn modelId="{112C41C0-A906-470B-A0B2-1D0B6F27FF22}" type="presParOf" srcId="{77B28513-D5BC-41BF-BCA9-481ABE51C64A}" destId="{5F1C5DFE-D606-4B05-977A-6602DAF6C62B}" srcOrd="2" destOrd="0" presId="urn:microsoft.com/office/officeart/2018/2/layout/IconVerticalSolidList"/>
    <dgm:cxn modelId="{617FEEA7-1BF8-496E-86A9-1CCDA6425F32}" type="presParOf" srcId="{77B28513-D5BC-41BF-BCA9-481ABE51C64A}" destId="{F6976D96-4D33-443D-8C62-982E797F6A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ABD82-06FC-4B6A-8DBF-6F070A5A85E8}">
      <dsp:nvSpPr>
        <dsp:cNvPr id="0" name=""/>
        <dsp:cNvSpPr/>
      </dsp:nvSpPr>
      <dsp:spPr>
        <a:xfrm>
          <a:off x="0" y="0"/>
          <a:ext cx="7242510" cy="1468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Behavioral pattern</a:t>
          </a:r>
        </a:p>
      </dsp:txBody>
      <dsp:txXfrm>
        <a:off x="43025" y="43025"/>
        <a:ext cx="5724200" cy="1382933"/>
      </dsp:txXfrm>
    </dsp:sp>
    <dsp:sp modelId="{AA4492B0-877F-424F-B959-8C53FC3E26D1}">
      <dsp:nvSpPr>
        <dsp:cNvPr id="0" name=""/>
        <dsp:cNvSpPr/>
      </dsp:nvSpPr>
      <dsp:spPr>
        <a:xfrm>
          <a:off x="1278089" y="1795424"/>
          <a:ext cx="7242510" cy="1468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state pattern is primarily used when you need to change the behavior of an object based upon the state that it's in at run-time.</a:t>
          </a:r>
        </a:p>
      </dsp:txBody>
      <dsp:txXfrm>
        <a:off x="1321114" y="1838449"/>
        <a:ext cx="4923530" cy="1382933"/>
      </dsp:txXfrm>
    </dsp:sp>
    <dsp:sp modelId="{76B446CD-D6A0-4B9A-A1FC-7F26CDB2F82E}">
      <dsp:nvSpPr>
        <dsp:cNvPr id="0" name=""/>
        <dsp:cNvSpPr/>
      </dsp:nvSpPr>
      <dsp:spPr>
        <a:xfrm>
          <a:off x="6287670" y="1154784"/>
          <a:ext cx="954839" cy="9548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502509" y="1154784"/>
        <a:ext cx="525161" cy="7185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C100C-E150-4380-AA70-7990A8A1A21F}">
      <dsp:nvSpPr>
        <dsp:cNvPr id="0" name=""/>
        <dsp:cNvSpPr/>
      </dsp:nvSpPr>
      <dsp:spPr>
        <a:xfrm>
          <a:off x="242540" y="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sp:txBody>
      <dsp:txXfrm>
        <a:off x="253176" y="10636"/>
        <a:ext cx="2564650" cy="341860"/>
      </dsp:txXfrm>
    </dsp:sp>
    <dsp:sp modelId="{2345C84C-55F9-4323-BCFB-15982D922E90}">
      <dsp:nvSpPr>
        <dsp:cNvPr id="0" name=""/>
        <dsp:cNvSpPr/>
      </dsp:nvSpPr>
      <dsp:spPr>
        <a:xfrm>
          <a:off x="189296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F2E92-ECAF-4744-B20C-3B1B8FB0B0E2}">
      <dsp:nvSpPr>
        <dsp:cNvPr id="0" name=""/>
        <dsp:cNvSpPr/>
      </dsp:nvSpPr>
      <dsp:spPr>
        <a:xfrm>
          <a:off x="57421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Factory</a:t>
          </a:r>
        </a:p>
      </dsp:txBody>
      <dsp:txXfrm>
        <a:off x="591946" y="447247"/>
        <a:ext cx="2165541" cy="327672"/>
      </dsp:txXfrm>
    </dsp:sp>
    <dsp:sp modelId="{D0D168E3-1E55-4E4B-8795-EEF0CD8A1856}">
      <dsp:nvSpPr>
        <dsp:cNvPr id="0" name=""/>
        <dsp:cNvSpPr/>
      </dsp:nvSpPr>
      <dsp:spPr>
        <a:xfrm>
          <a:off x="18929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45458"/>
            <a:satOff val="699"/>
            <a:lumOff val="18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22E23-6447-4473-B5C0-58683C5C0AF1}">
      <dsp:nvSpPr>
        <dsp:cNvPr id="0" name=""/>
        <dsp:cNvSpPr/>
      </dsp:nvSpPr>
      <dsp:spPr>
        <a:xfrm>
          <a:off x="57421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45458"/>
            <a:satOff val="699"/>
            <a:lumOff val="18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Abstract Factory</a:t>
          </a:r>
        </a:p>
      </dsp:txBody>
      <dsp:txXfrm>
        <a:off x="591946" y="853955"/>
        <a:ext cx="2165541" cy="327672"/>
      </dsp:txXfrm>
    </dsp:sp>
    <dsp:sp modelId="{F46AB5A2-873D-4B13-B13A-496FE8CDCDCD}">
      <dsp:nvSpPr>
        <dsp:cNvPr id="0" name=""/>
        <dsp:cNvSpPr/>
      </dsp:nvSpPr>
      <dsp:spPr>
        <a:xfrm>
          <a:off x="189296" y="1242934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B289B-ED83-47B2-AE0B-9D0FA9B3FB77}">
      <dsp:nvSpPr>
        <dsp:cNvPr id="0" name=""/>
        <dsp:cNvSpPr/>
      </dsp:nvSpPr>
      <dsp:spPr>
        <a:xfrm>
          <a:off x="57421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90915"/>
            <a:satOff val="1399"/>
            <a:lumOff val="37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Singleton</a:t>
          </a:r>
        </a:p>
      </dsp:txBody>
      <dsp:txXfrm>
        <a:off x="591946" y="1260664"/>
        <a:ext cx="2165541" cy="327672"/>
      </dsp:txXfrm>
    </dsp:sp>
    <dsp:sp modelId="{BF4D439D-DD97-4AF3-81AF-A3C89FA119D4}">
      <dsp:nvSpPr>
        <dsp:cNvPr id="0" name=""/>
        <dsp:cNvSpPr/>
      </dsp:nvSpPr>
      <dsp:spPr>
        <a:xfrm>
          <a:off x="18929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636373"/>
            <a:satOff val="2098"/>
            <a:lumOff val="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B8507-F1ED-4615-8612-83685BBED448}">
      <dsp:nvSpPr>
        <dsp:cNvPr id="0" name=""/>
        <dsp:cNvSpPr/>
      </dsp:nvSpPr>
      <dsp:spPr>
        <a:xfrm>
          <a:off x="57421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636373"/>
            <a:satOff val="2098"/>
            <a:lumOff val="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Prototype</a:t>
          </a:r>
        </a:p>
      </dsp:txBody>
      <dsp:txXfrm>
        <a:off x="591946" y="1667373"/>
        <a:ext cx="2165541" cy="327672"/>
      </dsp:txXfrm>
    </dsp:sp>
    <dsp:sp modelId="{E050190B-98CC-46A6-BF44-5A0777207822}">
      <dsp:nvSpPr>
        <dsp:cNvPr id="0" name=""/>
        <dsp:cNvSpPr/>
      </dsp:nvSpPr>
      <dsp:spPr>
        <a:xfrm>
          <a:off x="18929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2181831"/>
            <a:satOff val="2797"/>
            <a:lumOff val="74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F6772-553F-4464-971E-4D6EC3811E40}">
      <dsp:nvSpPr>
        <dsp:cNvPr id="0" name=""/>
        <dsp:cNvSpPr/>
      </dsp:nvSpPr>
      <dsp:spPr>
        <a:xfrm>
          <a:off x="57421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181831"/>
            <a:satOff val="2797"/>
            <a:lumOff val="74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Builder</a:t>
          </a:r>
        </a:p>
      </dsp:txBody>
      <dsp:txXfrm>
        <a:off x="591946" y="2074081"/>
        <a:ext cx="2165541" cy="327672"/>
      </dsp:txXfrm>
    </dsp:sp>
    <dsp:sp modelId="{A724DE05-5801-48B6-B620-AD479B725240}">
      <dsp:nvSpPr>
        <dsp:cNvPr id="0" name=""/>
        <dsp:cNvSpPr/>
      </dsp:nvSpPr>
      <dsp:spPr>
        <a:xfrm>
          <a:off x="3033811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Structural (7)</a:t>
          </a:r>
          <a:endParaRPr lang="en-US" sz="2200" kern="1200"/>
        </a:p>
      </dsp:txBody>
      <dsp:txXfrm>
        <a:off x="3044447" y="11656"/>
        <a:ext cx="2564650" cy="341860"/>
      </dsp:txXfrm>
    </dsp:sp>
    <dsp:sp modelId="{497DCF19-8D53-422B-922F-049BEE4D63EB}">
      <dsp:nvSpPr>
        <dsp:cNvPr id="0" name=""/>
        <dsp:cNvSpPr/>
      </dsp:nvSpPr>
      <dsp:spPr>
        <a:xfrm>
          <a:off x="3033811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550E2-AF53-4F0D-97D6-0CB4FB98BD14}">
      <dsp:nvSpPr>
        <dsp:cNvPr id="0" name=""/>
        <dsp:cNvSpPr/>
      </dsp:nvSpPr>
      <dsp:spPr>
        <a:xfrm>
          <a:off x="3418731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727289"/>
            <a:satOff val="3497"/>
            <a:lumOff val="93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Adapter</a:t>
          </a:r>
        </a:p>
      </dsp:txBody>
      <dsp:txXfrm>
        <a:off x="3436461" y="447247"/>
        <a:ext cx="2165541" cy="327672"/>
      </dsp:txXfrm>
    </dsp:sp>
    <dsp:sp modelId="{A913864A-4C21-4370-8497-A818BD170A8C}">
      <dsp:nvSpPr>
        <dsp:cNvPr id="0" name=""/>
        <dsp:cNvSpPr/>
      </dsp:nvSpPr>
      <dsp:spPr>
        <a:xfrm>
          <a:off x="3033811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272746"/>
            <a:satOff val="4196"/>
            <a:lumOff val="112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C715B-3942-405E-9B40-48EE24955C90}">
      <dsp:nvSpPr>
        <dsp:cNvPr id="0" name=""/>
        <dsp:cNvSpPr/>
      </dsp:nvSpPr>
      <dsp:spPr>
        <a:xfrm>
          <a:off x="3418731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272746"/>
            <a:satOff val="4196"/>
            <a:lumOff val="112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Bridge</a:t>
          </a:r>
        </a:p>
      </dsp:txBody>
      <dsp:txXfrm>
        <a:off x="3436461" y="853955"/>
        <a:ext cx="2165541" cy="327672"/>
      </dsp:txXfrm>
    </dsp:sp>
    <dsp:sp modelId="{5FBD51F4-9665-4409-BB24-104F93CC76F4}">
      <dsp:nvSpPr>
        <dsp:cNvPr id="0" name=""/>
        <dsp:cNvSpPr/>
      </dsp:nvSpPr>
      <dsp:spPr>
        <a:xfrm>
          <a:off x="3033811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818204"/>
            <a:satOff val="4895"/>
            <a:lumOff val="1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0DA05-85B9-4111-AE25-F10BEDD17D53}">
      <dsp:nvSpPr>
        <dsp:cNvPr id="0" name=""/>
        <dsp:cNvSpPr/>
      </dsp:nvSpPr>
      <dsp:spPr>
        <a:xfrm>
          <a:off x="3418731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818204"/>
            <a:satOff val="4895"/>
            <a:lumOff val="1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Composite</a:t>
          </a:r>
        </a:p>
      </dsp:txBody>
      <dsp:txXfrm>
        <a:off x="3436461" y="1260664"/>
        <a:ext cx="2165541" cy="327672"/>
      </dsp:txXfrm>
    </dsp:sp>
    <dsp:sp modelId="{CFAB9D68-0FFD-4703-8B03-C95501F159AE}">
      <dsp:nvSpPr>
        <dsp:cNvPr id="0" name=""/>
        <dsp:cNvSpPr/>
      </dsp:nvSpPr>
      <dsp:spPr>
        <a:xfrm>
          <a:off x="3033811" y="1649643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93FDD-C574-4EE8-B98A-6203A9F1C55C}">
      <dsp:nvSpPr>
        <dsp:cNvPr id="0" name=""/>
        <dsp:cNvSpPr/>
      </dsp:nvSpPr>
      <dsp:spPr>
        <a:xfrm>
          <a:off x="3418731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363662"/>
            <a:satOff val="5595"/>
            <a:lumOff val="149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Decorator</a:t>
          </a:r>
        </a:p>
      </dsp:txBody>
      <dsp:txXfrm>
        <a:off x="3436461" y="1667373"/>
        <a:ext cx="2165541" cy="327672"/>
      </dsp:txXfrm>
    </dsp:sp>
    <dsp:sp modelId="{50A16B23-398D-42A3-A812-C0B022B6E6FF}">
      <dsp:nvSpPr>
        <dsp:cNvPr id="0" name=""/>
        <dsp:cNvSpPr/>
      </dsp:nvSpPr>
      <dsp:spPr>
        <a:xfrm>
          <a:off x="3033811" y="2056351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BC17D-3F94-4113-A212-9BF8D6AA416C}">
      <dsp:nvSpPr>
        <dsp:cNvPr id="0" name=""/>
        <dsp:cNvSpPr/>
      </dsp:nvSpPr>
      <dsp:spPr>
        <a:xfrm>
          <a:off x="3418731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909119"/>
            <a:satOff val="6294"/>
            <a:lumOff val="168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Facade</a:t>
          </a:r>
        </a:p>
      </dsp:txBody>
      <dsp:txXfrm>
        <a:off x="3436461" y="2074081"/>
        <a:ext cx="2165541" cy="327672"/>
      </dsp:txXfrm>
    </dsp:sp>
    <dsp:sp modelId="{FFC86059-D624-40FC-9764-7169490CE198}">
      <dsp:nvSpPr>
        <dsp:cNvPr id="0" name=""/>
        <dsp:cNvSpPr/>
      </dsp:nvSpPr>
      <dsp:spPr>
        <a:xfrm>
          <a:off x="3033811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454577"/>
            <a:satOff val="6993"/>
            <a:lumOff val="187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5510D-29A6-4A95-A7C6-259A149A787E}">
      <dsp:nvSpPr>
        <dsp:cNvPr id="0" name=""/>
        <dsp:cNvSpPr/>
      </dsp:nvSpPr>
      <dsp:spPr>
        <a:xfrm>
          <a:off x="3418731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454577"/>
            <a:satOff val="6993"/>
            <a:lumOff val="187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Flyweight</a:t>
          </a:r>
        </a:p>
      </dsp:txBody>
      <dsp:txXfrm>
        <a:off x="3436461" y="2480790"/>
        <a:ext cx="2165541" cy="327672"/>
      </dsp:txXfrm>
    </dsp:sp>
    <dsp:sp modelId="{D504AA15-27E5-41D8-8629-A6ECB151CDB0}">
      <dsp:nvSpPr>
        <dsp:cNvPr id="0" name=""/>
        <dsp:cNvSpPr/>
      </dsp:nvSpPr>
      <dsp:spPr>
        <a:xfrm>
          <a:off x="3033811" y="2869769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42E1F-45D6-4DE1-BD0B-45E38C20E5C9}">
      <dsp:nvSpPr>
        <dsp:cNvPr id="0" name=""/>
        <dsp:cNvSpPr/>
      </dsp:nvSpPr>
      <dsp:spPr>
        <a:xfrm>
          <a:off x="3418731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000035"/>
            <a:satOff val="7693"/>
            <a:lumOff val="20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Proxy</a:t>
          </a:r>
        </a:p>
      </dsp:txBody>
      <dsp:txXfrm>
        <a:off x="3436461" y="2887499"/>
        <a:ext cx="2165541" cy="327672"/>
      </dsp:txXfrm>
    </dsp:sp>
    <dsp:sp modelId="{4D3154D6-B60F-4022-9AFC-B9D0CC58C21F}">
      <dsp:nvSpPr>
        <dsp:cNvPr id="0" name=""/>
        <dsp:cNvSpPr/>
      </dsp:nvSpPr>
      <dsp:spPr>
        <a:xfrm>
          <a:off x="5878326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Behavioral (11)</a:t>
          </a:r>
          <a:endParaRPr lang="en-US" sz="2200" kern="1200"/>
        </a:p>
      </dsp:txBody>
      <dsp:txXfrm>
        <a:off x="5888962" y="11656"/>
        <a:ext cx="2564650" cy="341860"/>
      </dsp:txXfrm>
    </dsp:sp>
    <dsp:sp modelId="{B9B055B9-C3CD-48B7-B982-D475ACFCD0E7}">
      <dsp:nvSpPr>
        <dsp:cNvPr id="0" name=""/>
        <dsp:cNvSpPr/>
      </dsp:nvSpPr>
      <dsp:spPr>
        <a:xfrm>
          <a:off x="5878326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F5B22-9739-4875-8F2A-14FA0D289BE9}">
      <dsp:nvSpPr>
        <dsp:cNvPr id="0" name=""/>
        <dsp:cNvSpPr/>
      </dsp:nvSpPr>
      <dsp:spPr>
        <a:xfrm>
          <a:off x="626324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545493"/>
            <a:satOff val="8392"/>
            <a:lumOff val="224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Chain Of Responsibility</a:t>
          </a:r>
        </a:p>
      </dsp:txBody>
      <dsp:txXfrm>
        <a:off x="6280976" y="447247"/>
        <a:ext cx="2165541" cy="327672"/>
      </dsp:txXfrm>
    </dsp:sp>
    <dsp:sp modelId="{5D5442EE-7BC0-45BF-BF5D-9AE81721EA0F}">
      <dsp:nvSpPr>
        <dsp:cNvPr id="0" name=""/>
        <dsp:cNvSpPr/>
      </dsp:nvSpPr>
      <dsp:spPr>
        <a:xfrm>
          <a:off x="587832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7090950"/>
            <a:satOff val="9091"/>
            <a:lumOff val="243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FB898-050E-4138-B88D-B75B5CEB2255}">
      <dsp:nvSpPr>
        <dsp:cNvPr id="0" name=""/>
        <dsp:cNvSpPr/>
      </dsp:nvSpPr>
      <dsp:spPr>
        <a:xfrm>
          <a:off x="626324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7090950"/>
            <a:satOff val="9091"/>
            <a:lumOff val="243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Command</a:t>
          </a:r>
        </a:p>
      </dsp:txBody>
      <dsp:txXfrm>
        <a:off x="6280976" y="853955"/>
        <a:ext cx="2165541" cy="327672"/>
      </dsp:txXfrm>
    </dsp:sp>
    <dsp:sp modelId="{88D5AF92-C238-42D8-8770-67DBBF923132}">
      <dsp:nvSpPr>
        <dsp:cNvPr id="0" name=""/>
        <dsp:cNvSpPr/>
      </dsp:nvSpPr>
      <dsp:spPr>
        <a:xfrm>
          <a:off x="5878326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7636408"/>
            <a:satOff val="9790"/>
            <a:lumOff val="262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425D0-DE52-4B8D-AC4F-9BE04CC87064}">
      <dsp:nvSpPr>
        <dsp:cNvPr id="0" name=""/>
        <dsp:cNvSpPr/>
      </dsp:nvSpPr>
      <dsp:spPr>
        <a:xfrm>
          <a:off x="626324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7636408"/>
            <a:satOff val="9790"/>
            <a:lumOff val="262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Interpreter</a:t>
          </a:r>
        </a:p>
      </dsp:txBody>
      <dsp:txXfrm>
        <a:off x="6280976" y="1260664"/>
        <a:ext cx="2165541" cy="327672"/>
      </dsp:txXfrm>
    </dsp:sp>
    <dsp:sp modelId="{9C39108E-435B-4162-8581-48791C073AA9}">
      <dsp:nvSpPr>
        <dsp:cNvPr id="0" name=""/>
        <dsp:cNvSpPr/>
      </dsp:nvSpPr>
      <dsp:spPr>
        <a:xfrm>
          <a:off x="587832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8181866"/>
            <a:satOff val="10490"/>
            <a:lumOff val="280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CC417-1186-4230-AD5B-6D91D113EF0C}">
      <dsp:nvSpPr>
        <dsp:cNvPr id="0" name=""/>
        <dsp:cNvSpPr/>
      </dsp:nvSpPr>
      <dsp:spPr>
        <a:xfrm>
          <a:off x="626324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8181866"/>
            <a:satOff val="10490"/>
            <a:lumOff val="280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Iterator</a:t>
          </a:r>
        </a:p>
      </dsp:txBody>
      <dsp:txXfrm>
        <a:off x="6280976" y="1667373"/>
        <a:ext cx="2165541" cy="327672"/>
      </dsp:txXfrm>
    </dsp:sp>
    <dsp:sp modelId="{3B215195-5F87-4FEF-BD94-13AA26E875F2}">
      <dsp:nvSpPr>
        <dsp:cNvPr id="0" name=""/>
        <dsp:cNvSpPr/>
      </dsp:nvSpPr>
      <dsp:spPr>
        <a:xfrm>
          <a:off x="587832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8727324"/>
            <a:satOff val="11189"/>
            <a:lumOff val="299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3C14E-245F-4F4B-A0DE-399F2F631D0F}">
      <dsp:nvSpPr>
        <dsp:cNvPr id="0" name=""/>
        <dsp:cNvSpPr/>
      </dsp:nvSpPr>
      <dsp:spPr>
        <a:xfrm>
          <a:off x="626324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8727324"/>
            <a:satOff val="11189"/>
            <a:lumOff val="299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Mediator</a:t>
          </a:r>
        </a:p>
      </dsp:txBody>
      <dsp:txXfrm>
        <a:off x="6280976" y="2074081"/>
        <a:ext cx="2165541" cy="327672"/>
      </dsp:txXfrm>
    </dsp:sp>
    <dsp:sp modelId="{E100C3B7-2558-4803-9D91-8B820ED963D1}">
      <dsp:nvSpPr>
        <dsp:cNvPr id="0" name=""/>
        <dsp:cNvSpPr/>
      </dsp:nvSpPr>
      <dsp:spPr>
        <a:xfrm>
          <a:off x="5878326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9272780"/>
            <a:satOff val="11888"/>
            <a:lumOff val="318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638FC-A3FB-4A3D-88A3-C0CDD0967E72}">
      <dsp:nvSpPr>
        <dsp:cNvPr id="0" name=""/>
        <dsp:cNvSpPr/>
      </dsp:nvSpPr>
      <dsp:spPr>
        <a:xfrm>
          <a:off x="6263246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9272780"/>
            <a:satOff val="11888"/>
            <a:lumOff val="318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Memento</a:t>
          </a:r>
        </a:p>
      </dsp:txBody>
      <dsp:txXfrm>
        <a:off x="6280976" y="2480790"/>
        <a:ext cx="2165541" cy="327672"/>
      </dsp:txXfrm>
    </dsp:sp>
    <dsp:sp modelId="{A34491CD-89CF-497C-82D5-2DD271105377}">
      <dsp:nvSpPr>
        <dsp:cNvPr id="0" name=""/>
        <dsp:cNvSpPr/>
      </dsp:nvSpPr>
      <dsp:spPr>
        <a:xfrm>
          <a:off x="5878326" y="2869769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9818239"/>
            <a:satOff val="12588"/>
            <a:lumOff val="336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DA641-69E2-4809-A5D5-A91757C8D4FA}">
      <dsp:nvSpPr>
        <dsp:cNvPr id="0" name=""/>
        <dsp:cNvSpPr/>
      </dsp:nvSpPr>
      <dsp:spPr>
        <a:xfrm>
          <a:off x="6263246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9818239"/>
            <a:satOff val="12588"/>
            <a:lumOff val="336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Observer</a:t>
          </a:r>
        </a:p>
      </dsp:txBody>
      <dsp:txXfrm>
        <a:off x="6280976" y="2887499"/>
        <a:ext cx="2165541" cy="327672"/>
      </dsp:txXfrm>
    </dsp:sp>
    <dsp:sp modelId="{3F4B38C7-0136-419B-B716-232B61B33FCB}">
      <dsp:nvSpPr>
        <dsp:cNvPr id="0" name=""/>
        <dsp:cNvSpPr/>
      </dsp:nvSpPr>
      <dsp:spPr>
        <a:xfrm>
          <a:off x="5878326" y="327647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A943A-717C-4943-BB94-BA88234539BB}">
      <dsp:nvSpPr>
        <dsp:cNvPr id="0" name=""/>
        <dsp:cNvSpPr/>
      </dsp:nvSpPr>
      <dsp:spPr>
        <a:xfrm>
          <a:off x="6263246" y="327647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363696"/>
            <a:satOff val="13287"/>
            <a:lumOff val="355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State</a:t>
          </a:r>
        </a:p>
      </dsp:txBody>
      <dsp:txXfrm>
        <a:off x="6280976" y="3294207"/>
        <a:ext cx="2165541" cy="327672"/>
      </dsp:txXfrm>
    </dsp:sp>
    <dsp:sp modelId="{A6ABA017-0D10-44C5-BCEE-CD0DF141B535}">
      <dsp:nvSpPr>
        <dsp:cNvPr id="0" name=""/>
        <dsp:cNvSpPr/>
      </dsp:nvSpPr>
      <dsp:spPr>
        <a:xfrm>
          <a:off x="5878326" y="3683186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0909155"/>
            <a:satOff val="13986"/>
            <a:lumOff val="374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E1128-ED55-446C-BE19-3C8A7A92491F}">
      <dsp:nvSpPr>
        <dsp:cNvPr id="0" name=""/>
        <dsp:cNvSpPr/>
      </dsp:nvSpPr>
      <dsp:spPr>
        <a:xfrm>
          <a:off x="6263246" y="3683186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909155"/>
            <a:satOff val="13986"/>
            <a:lumOff val="374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Strategy</a:t>
          </a:r>
        </a:p>
      </dsp:txBody>
      <dsp:txXfrm>
        <a:off x="6280976" y="3700916"/>
        <a:ext cx="2165541" cy="327672"/>
      </dsp:txXfrm>
    </dsp:sp>
    <dsp:sp modelId="{6AD8CABF-9F91-442C-87AD-408B65C5EF05}">
      <dsp:nvSpPr>
        <dsp:cNvPr id="0" name=""/>
        <dsp:cNvSpPr/>
      </dsp:nvSpPr>
      <dsp:spPr>
        <a:xfrm>
          <a:off x="5878326" y="4089895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5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DA73C-3FD8-486A-9E82-DB3EEDBC6509}">
      <dsp:nvSpPr>
        <dsp:cNvPr id="0" name=""/>
        <dsp:cNvSpPr/>
      </dsp:nvSpPr>
      <dsp:spPr>
        <a:xfrm>
          <a:off x="6263246" y="408989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1454612"/>
            <a:satOff val="14686"/>
            <a:lumOff val="393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Template</a:t>
          </a:r>
        </a:p>
      </dsp:txBody>
      <dsp:txXfrm>
        <a:off x="6280976" y="4107625"/>
        <a:ext cx="2165541" cy="327672"/>
      </dsp:txXfrm>
    </dsp:sp>
    <dsp:sp modelId="{D01E2590-24C4-4460-B40B-73221582E909}">
      <dsp:nvSpPr>
        <dsp:cNvPr id="0" name=""/>
        <dsp:cNvSpPr/>
      </dsp:nvSpPr>
      <dsp:spPr>
        <a:xfrm>
          <a:off x="5878326" y="449660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E038C-6B1B-4DF3-9D08-E54B336EF153}">
      <dsp:nvSpPr>
        <dsp:cNvPr id="0" name=""/>
        <dsp:cNvSpPr/>
      </dsp:nvSpPr>
      <dsp:spPr>
        <a:xfrm>
          <a:off x="6263246" y="449660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Visitor</a:t>
          </a:r>
        </a:p>
      </dsp:txBody>
      <dsp:txXfrm>
        <a:off x="6280976" y="4514333"/>
        <a:ext cx="2165541" cy="3276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8F72E9-9D91-4DF5-B202-C979691DD397}">
      <dsp:nvSpPr>
        <dsp:cNvPr id="0" name=""/>
        <dsp:cNvSpPr/>
      </dsp:nvSpPr>
      <dsp:spPr>
        <a:xfrm rot="5400000">
          <a:off x="4879047" y="-2949402"/>
          <a:ext cx="519016" cy="6548679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The </a:t>
          </a:r>
          <a:r>
            <a:rPr lang="en-US" sz="1100" b="1" kern="1200"/>
            <a:t>Context (e.g., Person)</a:t>
          </a:r>
          <a:r>
            <a:rPr lang="en-US" sz="1100" kern="1200"/>
            <a:t> holds a reference to the current state object.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State transitions should ideally be </a:t>
          </a:r>
          <a:r>
            <a:rPr lang="en-US" sz="1100" b="1" kern="1200"/>
            <a:t>encapsulated within state classes</a:t>
          </a:r>
          <a:r>
            <a:rPr lang="en-US" sz="1100" kern="1200"/>
            <a:t>, not exposed directly by the context.</a:t>
          </a:r>
        </a:p>
      </dsp:txBody>
      <dsp:txXfrm rot="-5400000">
        <a:off x="1864216" y="90765"/>
        <a:ext cx="6523343" cy="468344"/>
      </dsp:txXfrm>
    </dsp:sp>
    <dsp:sp modelId="{A644C18B-7084-4C60-9FBD-CC5361C0E6D2}">
      <dsp:nvSpPr>
        <dsp:cNvPr id="0" name=""/>
        <dsp:cNvSpPr/>
      </dsp:nvSpPr>
      <dsp:spPr>
        <a:xfrm>
          <a:off x="99577" y="552"/>
          <a:ext cx="1764637" cy="64877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Context–State Relationship</a:t>
          </a:r>
          <a:endParaRPr lang="en-US" sz="1500" kern="1200"/>
        </a:p>
      </dsp:txBody>
      <dsp:txXfrm>
        <a:off x="131247" y="32222"/>
        <a:ext cx="1701297" cy="585431"/>
      </dsp:txXfrm>
    </dsp:sp>
    <dsp:sp modelId="{24604159-466B-47D1-B327-2EB3B0F41626}">
      <dsp:nvSpPr>
        <dsp:cNvPr id="0" name=""/>
        <dsp:cNvSpPr/>
      </dsp:nvSpPr>
      <dsp:spPr>
        <a:xfrm rot="5400000">
          <a:off x="4879047" y="-2299009"/>
          <a:ext cx="519016" cy="6548679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Each </a:t>
          </a:r>
          <a:r>
            <a:rPr lang="en-US" sz="1100" b="1" kern="1200"/>
            <a:t>state class</a:t>
          </a:r>
          <a:r>
            <a:rPr lang="en-US" sz="1100" kern="1200"/>
            <a:t> should define </a:t>
          </a:r>
          <a:r>
            <a:rPr lang="en-US" sz="1100" b="1" kern="1200"/>
            <a:t>only the behavior valid in that state</a:t>
          </a:r>
          <a:r>
            <a:rPr lang="en-US" sz="1100" kern="1200"/>
            <a:t>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Avoid writing conditional logic (if/else or switch) in the context; let polymorphism handle it.</a:t>
          </a:r>
        </a:p>
      </dsp:txBody>
      <dsp:txXfrm rot="-5400000">
        <a:off x="1864216" y="741158"/>
        <a:ext cx="6523343" cy="468344"/>
      </dsp:txXfrm>
    </dsp:sp>
    <dsp:sp modelId="{4146E971-7D8E-480F-953B-A0A416BC267B}">
      <dsp:nvSpPr>
        <dsp:cNvPr id="0" name=""/>
        <dsp:cNvSpPr/>
      </dsp:nvSpPr>
      <dsp:spPr>
        <a:xfrm>
          <a:off x="99577" y="650945"/>
          <a:ext cx="1764637" cy="64877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Encapsulation of Behavior</a:t>
          </a:r>
          <a:endParaRPr lang="en-US" sz="1500" kern="1200"/>
        </a:p>
      </dsp:txBody>
      <dsp:txXfrm>
        <a:off x="131247" y="682615"/>
        <a:ext cx="1701297" cy="585431"/>
      </dsp:txXfrm>
    </dsp:sp>
    <dsp:sp modelId="{6F068158-AF22-4370-8244-0BFADBBC7468}">
      <dsp:nvSpPr>
        <dsp:cNvPr id="0" name=""/>
        <dsp:cNvSpPr/>
      </dsp:nvSpPr>
      <dsp:spPr>
        <a:xfrm rot="5400000">
          <a:off x="4879047" y="-1648616"/>
          <a:ext cx="519016" cy="6548679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Ensure </a:t>
          </a:r>
          <a:r>
            <a:rPr lang="en-US" sz="1100" b="1" kern="1200"/>
            <a:t>clear rules for transitions</a:t>
          </a:r>
          <a:r>
            <a:rPr lang="en-US" sz="1100" kern="1200"/>
            <a:t> (who controls them? the context or the state?).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Transitions should be </a:t>
          </a:r>
          <a:r>
            <a:rPr lang="en-US" sz="1100" b="1" kern="1200"/>
            <a:t>explicit</a:t>
          </a:r>
          <a:r>
            <a:rPr lang="en-US" sz="1100" kern="1200"/>
            <a:t> but not scattered across multiple classes.</a:t>
          </a:r>
        </a:p>
      </dsp:txBody>
      <dsp:txXfrm rot="-5400000">
        <a:off x="1864216" y="1391551"/>
        <a:ext cx="6523343" cy="468344"/>
      </dsp:txXfrm>
    </dsp:sp>
    <dsp:sp modelId="{99078E87-8C73-4A9A-890D-544F45696132}">
      <dsp:nvSpPr>
        <dsp:cNvPr id="0" name=""/>
        <dsp:cNvSpPr/>
      </dsp:nvSpPr>
      <dsp:spPr>
        <a:xfrm>
          <a:off x="99577" y="1301338"/>
          <a:ext cx="1764637" cy="64877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State Transitions</a:t>
          </a:r>
          <a:endParaRPr lang="en-US" sz="1500" kern="1200"/>
        </a:p>
      </dsp:txBody>
      <dsp:txXfrm>
        <a:off x="131247" y="1333008"/>
        <a:ext cx="1701297" cy="585431"/>
      </dsp:txXfrm>
    </dsp:sp>
    <dsp:sp modelId="{5CFE4C25-9051-4EF4-9EDB-37178E618006}">
      <dsp:nvSpPr>
        <dsp:cNvPr id="0" name=""/>
        <dsp:cNvSpPr/>
      </dsp:nvSpPr>
      <dsp:spPr>
        <a:xfrm rot="5400000">
          <a:off x="4879047" y="-998222"/>
          <a:ext cx="519016" cy="6548679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Works best when an object has </a:t>
          </a:r>
          <a:r>
            <a:rPr lang="en-US" sz="1100" b="1" kern="1200"/>
            <a:t>well-defined finite states</a:t>
          </a:r>
          <a:r>
            <a:rPr lang="en-US" sz="1100" kern="1200"/>
            <a:t> (Healthy, Sick, Critical).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If states are too many or fuzzy, the pattern can overcomplicate.</a:t>
          </a:r>
        </a:p>
      </dsp:txBody>
      <dsp:txXfrm rot="-5400000">
        <a:off x="1864216" y="2041945"/>
        <a:ext cx="6523343" cy="468344"/>
      </dsp:txXfrm>
    </dsp:sp>
    <dsp:sp modelId="{F9F97097-EBB5-478B-8FBB-D82A105B9A46}">
      <dsp:nvSpPr>
        <dsp:cNvPr id="0" name=""/>
        <dsp:cNvSpPr/>
      </dsp:nvSpPr>
      <dsp:spPr>
        <a:xfrm>
          <a:off x="99577" y="1951731"/>
          <a:ext cx="1764637" cy="64877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Number of States</a:t>
          </a:r>
          <a:endParaRPr lang="en-US" sz="1500" kern="1200"/>
        </a:p>
      </dsp:txBody>
      <dsp:txXfrm>
        <a:off x="131247" y="1983401"/>
        <a:ext cx="1701297" cy="585431"/>
      </dsp:txXfrm>
    </dsp:sp>
    <dsp:sp modelId="{7D362920-5FDD-48EF-9598-AB5A84546409}">
      <dsp:nvSpPr>
        <dsp:cNvPr id="0" name=""/>
        <dsp:cNvSpPr/>
      </dsp:nvSpPr>
      <dsp:spPr>
        <a:xfrm rot="5400000">
          <a:off x="4879047" y="-347829"/>
          <a:ext cx="519016" cy="6548679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Adding a new state should require </a:t>
          </a:r>
          <a:r>
            <a:rPr lang="en-US" sz="1100" b="1" kern="1200"/>
            <a:t>minimal changes</a:t>
          </a:r>
          <a:r>
            <a:rPr lang="en-US" sz="1100" kern="1200"/>
            <a:t> to existing code.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This is one of the biggest benefits of the pattern.</a:t>
          </a:r>
        </a:p>
      </dsp:txBody>
      <dsp:txXfrm rot="-5400000">
        <a:off x="1864216" y="2692338"/>
        <a:ext cx="6523343" cy="468344"/>
      </dsp:txXfrm>
    </dsp:sp>
    <dsp:sp modelId="{12D8674A-E9D7-446E-B5FB-9359AE6F09E7}">
      <dsp:nvSpPr>
        <dsp:cNvPr id="0" name=""/>
        <dsp:cNvSpPr/>
      </dsp:nvSpPr>
      <dsp:spPr>
        <a:xfrm>
          <a:off x="99577" y="2602124"/>
          <a:ext cx="1764637" cy="64877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Extensibility</a:t>
          </a:r>
          <a:endParaRPr lang="en-US" sz="1500" kern="1200"/>
        </a:p>
      </dsp:txBody>
      <dsp:txXfrm>
        <a:off x="131247" y="2633794"/>
        <a:ext cx="1701297" cy="585431"/>
      </dsp:txXfrm>
    </dsp:sp>
    <dsp:sp modelId="{4F9DD661-11C4-4F86-9225-8BB2BE45F534}">
      <dsp:nvSpPr>
        <dsp:cNvPr id="0" name=""/>
        <dsp:cNvSpPr/>
      </dsp:nvSpPr>
      <dsp:spPr>
        <a:xfrm rot="5400000">
          <a:off x="4879047" y="302563"/>
          <a:ext cx="519016" cy="6548679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If you have too many states and transitions, complexity may rise quickly.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Use grouping or hierarchical states to simplify.</a:t>
          </a:r>
        </a:p>
      </dsp:txBody>
      <dsp:txXfrm rot="-5400000">
        <a:off x="1864216" y="3342730"/>
        <a:ext cx="6523343" cy="468344"/>
      </dsp:txXfrm>
    </dsp:sp>
    <dsp:sp modelId="{B81C6109-5D1E-4E91-83AD-6C93E37653D2}">
      <dsp:nvSpPr>
        <dsp:cNvPr id="0" name=""/>
        <dsp:cNvSpPr/>
      </dsp:nvSpPr>
      <dsp:spPr>
        <a:xfrm>
          <a:off x="99577" y="3252517"/>
          <a:ext cx="1764637" cy="64877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Avoiding State Explosion</a:t>
          </a:r>
          <a:endParaRPr lang="en-US" sz="1500" kern="1200"/>
        </a:p>
      </dsp:txBody>
      <dsp:txXfrm>
        <a:off x="131247" y="3284187"/>
        <a:ext cx="1701297" cy="585431"/>
      </dsp:txXfrm>
    </dsp:sp>
    <dsp:sp modelId="{3BEC5D2B-5D29-4256-BF9D-E9B8BF65850C}">
      <dsp:nvSpPr>
        <dsp:cNvPr id="0" name=""/>
        <dsp:cNvSpPr/>
      </dsp:nvSpPr>
      <dsp:spPr>
        <a:xfrm rot="5400000">
          <a:off x="4883972" y="949755"/>
          <a:ext cx="519016" cy="6555081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Each action involves </a:t>
          </a:r>
          <a:r>
            <a:rPr lang="en-US" sz="1100" b="1" kern="1200"/>
            <a:t>delegation to a state object</a:t>
          </a:r>
          <a:r>
            <a:rPr lang="en-US" sz="1100" kern="1200"/>
            <a:t>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Usually negligible, but in </a:t>
          </a:r>
          <a:r>
            <a:rPr lang="en-US" sz="1100" b="1" kern="1200"/>
            <a:t>performance-critical systems</a:t>
          </a:r>
          <a:r>
            <a:rPr lang="en-US" sz="1100" kern="1200"/>
            <a:t>, you may need to weigh this overhead.</a:t>
          </a:r>
        </a:p>
      </dsp:txBody>
      <dsp:txXfrm rot="-5400000">
        <a:off x="1865940" y="3993123"/>
        <a:ext cx="6529745" cy="468344"/>
      </dsp:txXfrm>
    </dsp:sp>
    <dsp:sp modelId="{278E8922-16AC-4B4F-A03F-7AC2A02D187C}">
      <dsp:nvSpPr>
        <dsp:cNvPr id="0" name=""/>
        <dsp:cNvSpPr/>
      </dsp:nvSpPr>
      <dsp:spPr>
        <a:xfrm>
          <a:off x="99577" y="3902910"/>
          <a:ext cx="1766362" cy="64877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Performance Considerations</a:t>
          </a:r>
          <a:endParaRPr lang="en-US" sz="1500" kern="1200"/>
        </a:p>
      </dsp:txBody>
      <dsp:txXfrm>
        <a:off x="131247" y="3934580"/>
        <a:ext cx="1703022" cy="5854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B4CBD-1ED9-4F1A-84D1-0812A41CAF18}">
      <dsp:nvSpPr>
        <dsp:cNvPr id="0" name=""/>
        <dsp:cNvSpPr/>
      </dsp:nvSpPr>
      <dsp:spPr>
        <a:xfrm>
          <a:off x="858221" y="565345"/>
          <a:ext cx="1093525" cy="10935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A97E1-8255-44A4-A9DD-AC1F9495CBAA}">
      <dsp:nvSpPr>
        <dsp:cNvPr id="0" name=""/>
        <dsp:cNvSpPr/>
      </dsp:nvSpPr>
      <dsp:spPr>
        <a:xfrm>
          <a:off x="189955" y="1979062"/>
          <a:ext cx="24300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</a:t>
          </a:r>
          <a:r>
            <a:rPr lang="en-US" sz="1200" b="1" kern="1200"/>
            <a:t>Person (Context)</a:t>
          </a:r>
          <a:r>
            <a:rPr lang="en-US" sz="1200" kern="1200"/>
            <a:t> delegates behavior (work(), rest(), exercise()) to the current </a:t>
          </a:r>
          <a:r>
            <a:rPr lang="en-US" sz="1200" b="1" kern="1200"/>
            <a:t>HealthState</a:t>
          </a:r>
          <a:r>
            <a:rPr lang="en-US" sz="1200" kern="1200"/>
            <a:t>.</a:t>
          </a:r>
        </a:p>
      </dsp:txBody>
      <dsp:txXfrm>
        <a:off x="189955" y="1979062"/>
        <a:ext cx="2430056" cy="720000"/>
      </dsp:txXfrm>
    </dsp:sp>
    <dsp:sp modelId="{3859B0A7-6FD3-483E-A08D-48046AD1A369}">
      <dsp:nvSpPr>
        <dsp:cNvPr id="0" name=""/>
        <dsp:cNvSpPr/>
      </dsp:nvSpPr>
      <dsp:spPr>
        <a:xfrm>
          <a:off x="3713537" y="565345"/>
          <a:ext cx="1093525" cy="10935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4A120-3653-4901-9DB6-F068B92D44E4}">
      <dsp:nvSpPr>
        <dsp:cNvPr id="0" name=""/>
        <dsp:cNvSpPr/>
      </dsp:nvSpPr>
      <dsp:spPr>
        <a:xfrm>
          <a:off x="3045271" y="1979062"/>
          <a:ext cx="24300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Each </a:t>
          </a:r>
          <a:r>
            <a:rPr lang="en-US" sz="1200" b="1" kern="1200"/>
            <a:t>state (Healthy, Sick, Critical)</a:t>
          </a:r>
          <a:r>
            <a:rPr lang="en-US" sz="1200" kern="1200"/>
            <a:t> defines what actions are possible.</a:t>
          </a:r>
        </a:p>
      </dsp:txBody>
      <dsp:txXfrm>
        <a:off x="3045271" y="1979062"/>
        <a:ext cx="2430056" cy="720000"/>
      </dsp:txXfrm>
    </dsp:sp>
    <dsp:sp modelId="{125DEECB-E266-437F-8BAA-8EC3F09F3080}">
      <dsp:nvSpPr>
        <dsp:cNvPr id="0" name=""/>
        <dsp:cNvSpPr/>
      </dsp:nvSpPr>
      <dsp:spPr>
        <a:xfrm>
          <a:off x="6568853" y="565345"/>
          <a:ext cx="1093525" cy="10935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6B642-FEE4-4BD2-BA7A-8CF1894E5FC1}">
      <dsp:nvSpPr>
        <dsp:cNvPr id="0" name=""/>
        <dsp:cNvSpPr/>
      </dsp:nvSpPr>
      <dsp:spPr>
        <a:xfrm>
          <a:off x="5900587" y="1979062"/>
          <a:ext cx="24300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Transitions</a:t>
          </a:r>
          <a:r>
            <a:rPr lang="en-US" sz="1200" kern="1200"/>
            <a:t> (e.g., Sick → Critical, Sick → Healthy) are handled inside state classes, keeping logic clean.</a:t>
          </a:r>
        </a:p>
      </dsp:txBody>
      <dsp:txXfrm>
        <a:off x="5900587" y="1979062"/>
        <a:ext cx="2430056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D3AE1-E4FA-46E2-AAB8-EE615C73D6BF}">
      <dsp:nvSpPr>
        <dsp:cNvPr id="0" name=""/>
        <dsp:cNvSpPr/>
      </dsp:nvSpPr>
      <dsp:spPr>
        <a:xfrm>
          <a:off x="0" y="406763"/>
          <a:ext cx="8520600" cy="1179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If you find yourself writing </a:t>
          </a:r>
          <a:r>
            <a:rPr lang="en-US" sz="3200" b="1" kern="1200"/>
            <a:t>long chains of if (state == …)</a:t>
          </a:r>
          <a:r>
            <a:rPr lang="en-US" sz="3200" kern="1200"/>
            <a:t>, the </a:t>
          </a:r>
          <a:r>
            <a:rPr lang="en-US" sz="3200" b="1" kern="1200"/>
            <a:t>State Pattern</a:t>
          </a:r>
          <a:r>
            <a:rPr lang="en-US" sz="3200" kern="1200"/>
            <a:t> is a good fit.</a:t>
          </a:r>
        </a:p>
      </dsp:txBody>
      <dsp:txXfrm>
        <a:off x="57572" y="464335"/>
        <a:ext cx="8405456" cy="1064216"/>
      </dsp:txXfrm>
    </dsp:sp>
    <dsp:sp modelId="{0628E9A6-5C0D-43ED-94D3-F14312BB1489}">
      <dsp:nvSpPr>
        <dsp:cNvPr id="0" name=""/>
        <dsp:cNvSpPr/>
      </dsp:nvSpPr>
      <dsp:spPr>
        <a:xfrm>
          <a:off x="0" y="1678284"/>
          <a:ext cx="8520600" cy="1179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If states are </a:t>
          </a:r>
          <a:r>
            <a:rPr lang="en-US" sz="3200" b="1" kern="1200"/>
            <a:t>few and unlikely to change</a:t>
          </a:r>
          <a:r>
            <a:rPr lang="en-US" sz="3200" kern="1200"/>
            <a:t>, stick with simpler logic.</a:t>
          </a:r>
        </a:p>
      </dsp:txBody>
      <dsp:txXfrm>
        <a:off x="57572" y="1735856"/>
        <a:ext cx="8405456" cy="10642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C6DCE7-A7B3-4AD9-9796-5ADE599723E2}">
      <dsp:nvSpPr>
        <dsp:cNvPr id="0" name=""/>
        <dsp:cNvSpPr/>
      </dsp:nvSpPr>
      <dsp:spPr>
        <a:xfrm>
          <a:off x="0" y="398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57ED9-2655-4011-A3BF-E0CA1E477E80}">
      <dsp:nvSpPr>
        <dsp:cNvPr id="0" name=""/>
        <dsp:cNvSpPr/>
      </dsp:nvSpPr>
      <dsp:spPr>
        <a:xfrm>
          <a:off x="282069" y="210202"/>
          <a:ext cx="512853" cy="5128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D31B3-2153-43D7-B65A-D96F35AB2D6F}">
      <dsp:nvSpPr>
        <dsp:cNvPr id="0" name=""/>
        <dsp:cNvSpPr/>
      </dsp:nvSpPr>
      <dsp:spPr>
        <a:xfrm>
          <a:off x="1076991" y="398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does the State Design Pattern improve code organization compared to using multiple if-else or switch statements?</a:t>
          </a:r>
        </a:p>
      </dsp:txBody>
      <dsp:txXfrm>
        <a:off x="1076991" y="398"/>
        <a:ext cx="7443608" cy="932460"/>
      </dsp:txXfrm>
    </dsp:sp>
    <dsp:sp modelId="{3C695271-3A4F-4341-89BC-1A5A0F9C3A75}">
      <dsp:nvSpPr>
        <dsp:cNvPr id="0" name=""/>
        <dsp:cNvSpPr/>
      </dsp:nvSpPr>
      <dsp:spPr>
        <a:xfrm>
          <a:off x="0" y="1165973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E1B938-A426-49BC-9D39-F10290396BC5}">
      <dsp:nvSpPr>
        <dsp:cNvPr id="0" name=""/>
        <dsp:cNvSpPr/>
      </dsp:nvSpPr>
      <dsp:spPr>
        <a:xfrm>
          <a:off x="282069" y="1375777"/>
          <a:ext cx="512853" cy="5128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3B6EC-94DA-4401-AC64-B474364666ED}">
      <dsp:nvSpPr>
        <dsp:cNvPr id="0" name=""/>
        <dsp:cNvSpPr/>
      </dsp:nvSpPr>
      <dsp:spPr>
        <a:xfrm>
          <a:off x="1076991" y="1165973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you think of a real-world example (outside the classroom) where the State Pattern could simplify handling different behaviors of an object? Why would this pattern be useful there?</a:t>
          </a:r>
        </a:p>
      </dsp:txBody>
      <dsp:txXfrm>
        <a:off x="1076991" y="1165973"/>
        <a:ext cx="7443608" cy="932460"/>
      </dsp:txXfrm>
    </dsp:sp>
    <dsp:sp modelId="{EA019E98-6826-4B8D-8F85-35A8869AB7B9}">
      <dsp:nvSpPr>
        <dsp:cNvPr id="0" name=""/>
        <dsp:cNvSpPr/>
      </dsp:nvSpPr>
      <dsp:spPr>
        <a:xfrm>
          <a:off x="0" y="2331549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ADE42-65BA-4DF0-BFE7-56A22DE56C37}">
      <dsp:nvSpPr>
        <dsp:cNvPr id="0" name=""/>
        <dsp:cNvSpPr/>
      </dsp:nvSpPr>
      <dsp:spPr>
        <a:xfrm>
          <a:off x="282069" y="2541352"/>
          <a:ext cx="512853" cy="5128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76D96-4D33-443D-8C62-982E797F6A4F}">
      <dsp:nvSpPr>
        <dsp:cNvPr id="0" name=""/>
        <dsp:cNvSpPr/>
      </dsp:nvSpPr>
      <dsp:spPr>
        <a:xfrm>
          <a:off x="1076991" y="2331549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What are the potential drawbacks of using the State Pattern in a system, and how can a developer decide whether it is worth applying in a given situation?</a:t>
          </a:r>
        </a:p>
      </dsp:txBody>
      <dsp:txXfrm>
        <a:off x="1076991" y="2331549"/>
        <a:ext cx="7443608" cy="932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1803db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1803db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0c6147eed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0c6147eed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c6147eed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c6147eed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0c6147eed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0c6147eed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0c6147eed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0c6147eed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0c6147eed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0c6147eed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0c6147eed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0c6147eed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0c6147eed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0c6147eed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0c6147eeda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0c6147eeda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4ABB7077-0A01-0D73-A5CA-BF229FEAE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0c6147eeda_0_44:notes">
            <a:extLst>
              <a:ext uri="{FF2B5EF4-FFF2-40B4-BE49-F238E27FC236}">
                <a16:creationId xmlns:a16="http://schemas.microsoft.com/office/drawing/2014/main" id="{44309A90-5425-3051-053E-936AC98AB6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0c6147eeda_0_44:notes">
            <a:extLst>
              <a:ext uri="{FF2B5EF4-FFF2-40B4-BE49-F238E27FC236}">
                <a16:creationId xmlns:a16="http://schemas.microsoft.com/office/drawing/2014/main" id="{78C5C633-7570-CC61-F9C9-A68AF9F4E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0786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0c6147eed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0c6147eed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0c6147eed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0c6147eed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0c6147eed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0c6147eeda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0c6147eed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0c6147eed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0c6147eed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0c6147eed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0c6147eed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0c6147eeda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0c6147eed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0c6147eed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0c6147eed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0c6147eed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0c614ada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0c614ada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70C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Design Pattern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Behavioural Design Pattern</a:t>
            </a:r>
            <a:endParaRPr/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009CC8C6-E282-AC4E-4B17-ED2CE9B2E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2" y="0"/>
            <a:ext cx="9075248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3E65C-D58D-21C7-200F-729BDAF307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-US" sz="2800">
                <a:highlight>
                  <a:srgbClr val="FFFFFF"/>
                </a:highlight>
              </a:rPr>
              <a:t>State Design Pattern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/>
          </a:p>
        </p:txBody>
      </p:sp>
      <p:graphicFrame>
        <p:nvGraphicFramePr>
          <p:cNvPr id="70" name="Google Shape;68;p15">
            <a:extLst>
              <a:ext uri="{FF2B5EF4-FFF2-40B4-BE49-F238E27FC236}">
                <a16:creationId xmlns:a16="http://schemas.microsoft.com/office/drawing/2014/main" id="{A2DDB61F-50D1-91F2-93C3-34F0CE98E5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7526034"/>
              </p:ext>
            </p:extLst>
          </p:nvPr>
        </p:nvGraphicFramePr>
        <p:xfrm>
          <a:off x="444222" y="1150247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8C50C1-5DE2-C209-B43E-1CD70298DE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87" y="0"/>
            <a:ext cx="385762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C1C428-2D19-D482-8BD9-DBF5330A87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E0B8-715C-18F9-1ABB-3473E906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A498A-FC33-6D7B-54CB-B85925D6D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F3EAF-5AF8-FF9E-A1D9-5C5C9D815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835F0D-D0CE-F6D1-3C6D-ADE1410B5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3538813"/>
              </p:ext>
            </p:extLst>
          </p:nvPr>
        </p:nvGraphicFramePr>
        <p:xfrm>
          <a:off x="178755" y="200135"/>
          <a:ext cx="8653545" cy="486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225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" name="Picture 2" descr="A diagram of a currency&#10;&#10;AI-generated content may be incorrect.">
            <a:extLst>
              <a:ext uri="{FF2B5EF4-FFF2-40B4-BE49-F238E27FC236}">
                <a16:creationId xmlns:a16="http://schemas.microsoft.com/office/drawing/2014/main" id="{9BBF57F7-CCCD-FBA7-898B-41528E22B0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175"/>
          <a:stretch>
            <a:fillRect/>
          </a:stretch>
        </p:blipFill>
        <p:spPr>
          <a:xfrm>
            <a:off x="665391" y="326571"/>
            <a:ext cx="7715250" cy="44658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DAF68-F3A3-2BB1-5AAC-15A31F2AE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20C190-F817-B6BA-D0E8-792B9681E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B8AE9-AEC3-ED48-5B8C-E43103CA90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B74BE5-7AA7-EAFB-1568-07E40A7BC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62CF7-7408-9A54-4D7D-C9DE687B17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7CEA-5729-0A64-7CED-1C190D11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FC102-3A14-8313-3AF6-35819E14F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0B2B01-3505-AF2E-B7F8-CEC68A2FF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21" y="0"/>
            <a:ext cx="6345958" cy="51435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67AD5-351C-1182-F70C-66E7421B23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78964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Implementation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64B22E-C47E-C22D-49CC-FC1BED9EC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66712"/>
            <a:ext cx="7856949" cy="26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51FB7-F2AD-CA3A-6349-E72DB544CC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rcRect l="9136" t="2352" r="4847" b="2804"/>
          <a:stretch>
            <a:fillRect/>
          </a:stretch>
        </p:blipFill>
        <p:spPr>
          <a:xfrm>
            <a:off x="1100030" y="302508"/>
            <a:ext cx="7308325" cy="451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A1242E-BF4B-32C5-7DF0-22BFFFDF77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rcRect l="5640" t="3815" r="8045" b="5429"/>
          <a:stretch>
            <a:fillRect/>
          </a:stretch>
        </p:blipFill>
        <p:spPr>
          <a:xfrm>
            <a:off x="515639" y="776896"/>
            <a:ext cx="7892716" cy="35269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7410FE-9E13-C975-3BE5-A59A176096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72103F14-1632-AA26-9A35-31C1C7755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>
            <a:extLst>
              <a:ext uri="{FF2B5EF4-FFF2-40B4-BE49-F238E27FC236}">
                <a16:creationId xmlns:a16="http://schemas.microsoft.com/office/drawing/2014/main" id="{CA38D7E3-657D-D345-AE6E-BE72C7D187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Design Pattern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74565A-64CA-0706-7C34-FEB08E198E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516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38AE27-A50C-6BD2-04BE-60F8B6FB3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20471-0D58-F930-2717-EC9217490C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4763"/>
            <a:ext cx="9144000" cy="169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CACFD-BB02-6D4D-7980-9773C02E8B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rcRect l="3187" t="1336" r="1801" b="1888"/>
          <a:stretch>
            <a:fillRect/>
          </a:stretch>
        </p:blipFill>
        <p:spPr>
          <a:xfrm>
            <a:off x="311700" y="68752"/>
            <a:ext cx="8646670" cy="49776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7918CA-152F-8515-9263-C91EA446D7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rcRect l="1323" t="1069" r="1817" b="1888"/>
          <a:stretch>
            <a:fillRect/>
          </a:stretch>
        </p:blipFill>
        <p:spPr>
          <a:xfrm>
            <a:off x="515639" y="55002"/>
            <a:ext cx="8071472" cy="499138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45276A-A735-4D2D-E87E-71CAFF77A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rcRect l="2256" t="1558" r="2030" b="2273"/>
          <a:stretch>
            <a:fillRect/>
          </a:stretch>
        </p:blipFill>
        <p:spPr>
          <a:xfrm>
            <a:off x="206255" y="185630"/>
            <a:ext cx="8752115" cy="47370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A60506-23B0-F2D9-425D-9A04C29C64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rcRect l="2850" t="1203" r="1809" b="1755"/>
          <a:stretch>
            <a:fillRect/>
          </a:stretch>
        </p:blipFill>
        <p:spPr>
          <a:xfrm>
            <a:off x="1457540" y="61877"/>
            <a:ext cx="6297672" cy="499138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EB0103-3CCA-2CD8-8015-CEA64BA121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rcRect l="7303" t="1605" r="2569" b="6968"/>
          <a:stretch>
            <a:fillRect/>
          </a:stretch>
        </p:blipFill>
        <p:spPr>
          <a:xfrm>
            <a:off x="914400" y="82502"/>
            <a:ext cx="7720836" cy="47026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84E35E-1BDE-02B3-31F9-80DFE02136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AB46F9-41DC-FFA1-B214-F5C18FDC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CA6D2-758B-EA03-ECF5-34B8FCB68F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981" y="1643549"/>
            <a:ext cx="6090019" cy="3405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13" y="0"/>
            <a:ext cx="3038475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CCB4E0-B299-7D2E-EEAD-C76EDBC6AC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79DF-6CBE-2BA6-5F3D-3A03486D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E0930-52DC-4FF3-1BC3-2AF264FB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26E3B-6345-204E-F7A7-337B8B98F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E6271B-E79E-123E-DA2F-3AE982416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89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3DD3-FF7C-1AC8-F086-B04077852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0804F-3DE9-C943-ADF3-8F69D0CFA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2C6FC6C0-DA1A-04BA-A512-17D95DC0E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0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B2811-CBC2-C4D0-FB70-9C21D6A96D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27177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017D9-2D4B-C95B-3962-0559FFA37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 b="1"/>
              <a:t>🔑 Key Considerations</a:t>
            </a:r>
            <a:endParaRPr lang="en-US" sz="2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2CE24-7480-EBE4-B9E4-3F8DE585822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25</a:t>
            </a:fld>
            <a:endParaRPr lang="en" sz="900"/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AE1643B8-AF1A-D6AD-F14A-7A1D54D825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433496"/>
              </p:ext>
            </p:extLst>
          </p:nvPr>
        </p:nvGraphicFramePr>
        <p:xfrm>
          <a:off x="311700" y="591267"/>
          <a:ext cx="8520600" cy="4552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4274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0D44EC-C7A1-0A20-679C-06E02DF4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600"/>
              <a:t>✅ </a:t>
            </a:r>
            <a:r>
              <a:rPr lang="en-US" sz="3600" b="1"/>
              <a:t>In your health-state example</a:t>
            </a:r>
            <a:r>
              <a:rPr lang="en-US" sz="3600"/>
              <a:t>:</a:t>
            </a:r>
            <a:br>
              <a:rPr lang="en-US" sz="1200"/>
            </a:br>
            <a:endParaRPr lang="en-US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F07D0C-AEC3-F3EF-F515-2B4A148B87F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26</a:t>
            </a:fld>
            <a:endParaRPr lang="en" sz="900"/>
          </a:p>
        </p:txBody>
      </p:sp>
      <p:graphicFrame>
        <p:nvGraphicFramePr>
          <p:cNvPr id="9" name="Text Placeholder 6">
            <a:extLst>
              <a:ext uri="{FF2B5EF4-FFF2-40B4-BE49-F238E27FC236}">
                <a16:creationId xmlns:a16="http://schemas.microsoft.com/office/drawing/2014/main" id="{A6C2E881-0FE2-B640-1140-D7B795FF26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593569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9144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E11C-2677-AD5C-7976-8AB062E7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21" y="14939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📊 When to Use vs. When Not to 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5B755-1060-006F-B8BF-7CC6BC8E7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D6805-9E54-CBFE-3F58-2795FD4B24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3E4AAF-786E-376E-FEFD-6DE81D2E1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880036"/>
              </p:ext>
            </p:extLst>
          </p:nvPr>
        </p:nvGraphicFramePr>
        <p:xfrm>
          <a:off x="240632" y="813877"/>
          <a:ext cx="8648986" cy="42004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324493">
                  <a:extLst>
                    <a:ext uri="{9D8B030D-6E8A-4147-A177-3AD203B41FA5}">
                      <a16:colId xmlns:a16="http://schemas.microsoft.com/office/drawing/2014/main" val="3390026104"/>
                    </a:ext>
                  </a:extLst>
                </a:gridCol>
                <a:gridCol w="4324493">
                  <a:extLst>
                    <a:ext uri="{9D8B030D-6E8A-4147-A177-3AD203B41FA5}">
                      <a16:colId xmlns:a16="http://schemas.microsoft.com/office/drawing/2014/main" val="266549875"/>
                    </a:ext>
                  </a:extLst>
                </a:gridCol>
              </a:tblGrid>
              <a:tr h="238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✅ </a:t>
                      </a:r>
                      <a:r>
                        <a:rPr lang="en-US" sz="1400" b="1"/>
                        <a:t>When to Use</a:t>
                      </a:r>
                      <a:endParaRPr lang="en-US" sz="1400"/>
                    </a:p>
                  </a:txBody>
                  <a:tcPr marL="71671" marR="71671" marT="35835" marB="35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 </a:t>
                      </a:r>
                      <a:r>
                        <a:rPr lang="en-US" sz="1400" b="1"/>
                        <a:t>When Not to Use</a:t>
                      </a:r>
                      <a:endParaRPr lang="en-US" sz="1400"/>
                    </a:p>
                  </a:txBody>
                  <a:tcPr marL="71671" marR="71671" marT="35835" marB="35835" anchor="ctr"/>
                </a:tc>
                <a:extLst>
                  <a:ext uri="{0D108BD9-81ED-4DB2-BD59-A6C34878D82A}">
                    <a16:rowId xmlns:a16="http://schemas.microsoft.com/office/drawing/2014/main" val="4056856951"/>
                  </a:ext>
                </a:extLst>
              </a:tr>
              <a:tr h="573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An object’s </a:t>
                      </a:r>
                      <a:r>
                        <a:rPr lang="en-US" sz="1400" b="1"/>
                        <a:t>behavior changes significantly</a:t>
                      </a:r>
                      <a:r>
                        <a:rPr lang="en-US" sz="1400"/>
                        <a:t> depending on its state (e.g., Person is Healthy, Sick, or Critical).</a:t>
                      </a:r>
                    </a:p>
                  </a:txBody>
                  <a:tcPr marL="71671" marR="71671" marT="35835" marB="35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Object has </a:t>
                      </a:r>
                      <a:r>
                        <a:rPr lang="en-US" sz="1400" b="1"/>
                        <a:t>very few states</a:t>
                      </a:r>
                      <a:r>
                        <a:rPr lang="en-US" sz="1400"/>
                        <a:t> and behavior doesn’t change much (simple if conditions are enough).</a:t>
                      </a:r>
                    </a:p>
                  </a:txBody>
                  <a:tcPr marL="71671" marR="71671" marT="35835" marB="35835" anchor="ctr"/>
                </a:tc>
                <a:extLst>
                  <a:ext uri="{0D108BD9-81ED-4DB2-BD59-A6C34878D82A}">
                    <a16:rowId xmlns:a16="http://schemas.microsoft.com/office/drawing/2014/main" val="4280250007"/>
                  </a:ext>
                </a:extLst>
              </a:tr>
              <a:tr h="406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You want to </a:t>
                      </a:r>
                      <a:r>
                        <a:rPr lang="en-US" sz="1400" b="1"/>
                        <a:t>eliminate complex if-else or switch statements</a:t>
                      </a:r>
                      <a:r>
                        <a:rPr lang="en-US" sz="1400"/>
                        <a:t> that check states repeatedly.</a:t>
                      </a:r>
                    </a:p>
                  </a:txBody>
                  <a:tcPr marL="71671" marR="71671" marT="35835" marB="35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The number of states is </a:t>
                      </a:r>
                      <a:r>
                        <a:rPr lang="en-US" sz="1400" b="1"/>
                        <a:t>too large</a:t>
                      </a:r>
                      <a:r>
                        <a:rPr lang="en-US" sz="1400"/>
                        <a:t>, leading to state-class explosion and complexity.</a:t>
                      </a:r>
                    </a:p>
                  </a:txBody>
                  <a:tcPr marL="71671" marR="71671" marT="35835" marB="35835" anchor="ctr"/>
                </a:tc>
                <a:extLst>
                  <a:ext uri="{0D108BD9-81ED-4DB2-BD59-A6C34878D82A}">
                    <a16:rowId xmlns:a16="http://schemas.microsoft.com/office/drawing/2014/main" val="259125583"/>
                  </a:ext>
                </a:extLst>
              </a:tr>
              <a:tr h="406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States are </a:t>
                      </a:r>
                      <a:r>
                        <a:rPr lang="en-US" sz="1400" b="1"/>
                        <a:t>well-defined, finite, and stable</a:t>
                      </a:r>
                      <a:r>
                        <a:rPr lang="en-US" sz="1400"/>
                        <a:t> (don’t change frequently).</a:t>
                      </a:r>
                    </a:p>
                  </a:txBody>
                  <a:tcPr marL="71671" marR="71671" marT="35835" marB="35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States are </a:t>
                      </a:r>
                      <a:r>
                        <a:rPr lang="en-US" sz="1400" b="1"/>
                        <a:t>dynamic, fuzzy, or unbounded</a:t>
                      </a:r>
                      <a:r>
                        <a:rPr lang="en-US" sz="1400"/>
                        <a:t>, making state separation impractical.</a:t>
                      </a:r>
                    </a:p>
                  </a:txBody>
                  <a:tcPr marL="71671" marR="71671" marT="35835" marB="35835" anchor="ctr"/>
                </a:tc>
                <a:extLst>
                  <a:ext uri="{0D108BD9-81ED-4DB2-BD59-A6C34878D82A}">
                    <a16:rowId xmlns:a16="http://schemas.microsoft.com/office/drawing/2014/main" val="3778545806"/>
                  </a:ext>
                </a:extLst>
              </a:tr>
              <a:tr h="406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You want </a:t>
                      </a:r>
                      <a:r>
                        <a:rPr lang="en-US" sz="1400" b="1"/>
                        <a:t>better organization and readability</a:t>
                      </a:r>
                      <a:r>
                        <a:rPr lang="en-US" sz="1400"/>
                        <a:t> by putting state-specific logic in separate classes.</a:t>
                      </a:r>
                    </a:p>
                  </a:txBody>
                  <a:tcPr marL="71671" marR="71671" marT="35835" marB="35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Project is </a:t>
                      </a:r>
                      <a:r>
                        <a:rPr lang="en-US" sz="1400" b="1"/>
                        <a:t>small/simple</a:t>
                      </a:r>
                      <a:r>
                        <a:rPr lang="en-US" sz="1400"/>
                        <a:t> and using multiple classes will add unnecessary overhead.</a:t>
                      </a:r>
                    </a:p>
                  </a:txBody>
                  <a:tcPr marL="71671" marR="71671" marT="35835" marB="35835" anchor="ctr"/>
                </a:tc>
                <a:extLst>
                  <a:ext uri="{0D108BD9-81ED-4DB2-BD59-A6C34878D82A}">
                    <a16:rowId xmlns:a16="http://schemas.microsoft.com/office/drawing/2014/main" val="4260632718"/>
                  </a:ext>
                </a:extLst>
              </a:tr>
              <a:tr h="406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The system requires </a:t>
                      </a:r>
                      <a:r>
                        <a:rPr lang="en-US" sz="1400" b="1"/>
                        <a:t>easy extension</a:t>
                      </a:r>
                      <a:r>
                        <a:rPr lang="en-US" sz="1400"/>
                        <a:t> (e.g., adding a new state without modifying existing code).</a:t>
                      </a:r>
                    </a:p>
                  </a:txBody>
                  <a:tcPr marL="71671" marR="71671" marT="35835" marB="35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Extending states is </a:t>
                      </a:r>
                      <a:r>
                        <a:rPr lang="en-US" sz="1400" b="1"/>
                        <a:t>rare</a:t>
                      </a:r>
                      <a:r>
                        <a:rPr lang="en-US" sz="1400"/>
                        <a:t>, so the pattern brings more cost than benefit.</a:t>
                      </a:r>
                    </a:p>
                  </a:txBody>
                  <a:tcPr marL="71671" marR="71671" marT="35835" marB="35835" anchor="ctr"/>
                </a:tc>
                <a:extLst>
                  <a:ext uri="{0D108BD9-81ED-4DB2-BD59-A6C34878D82A}">
                    <a16:rowId xmlns:a16="http://schemas.microsoft.com/office/drawing/2014/main" val="1718427811"/>
                  </a:ext>
                </a:extLst>
              </a:tr>
              <a:tr h="406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State transitions are </a:t>
                      </a:r>
                      <a:r>
                        <a:rPr lang="en-US" sz="1400" b="1"/>
                        <a:t>part of the domain model</a:t>
                      </a:r>
                      <a:r>
                        <a:rPr lang="en-US" sz="1400"/>
                        <a:t> and should be made explicit.</a:t>
                      </a:r>
                    </a:p>
                  </a:txBody>
                  <a:tcPr marL="71671" marR="71671" marT="35835" marB="35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State transitions are </a:t>
                      </a:r>
                      <a:r>
                        <a:rPr lang="en-US" sz="1400" b="1"/>
                        <a:t>trivial</a:t>
                      </a:r>
                      <a:r>
                        <a:rPr lang="en-US" sz="1400"/>
                        <a:t> and don’t justify separate state classes.</a:t>
                      </a:r>
                    </a:p>
                  </a:txBody>
                  <a:tcPr marL="71671" marR="71671" marT="35835" marB="35835" anchor="ctr"/>
                </a:tc>
                <a:extLst>
                  <a:ext uri="{0D108BD9-81ED-4DB2-BD59-A6C34878D82A}">
                    <a16:rowId xmlns:a16="http://schemas.microsoft.com/office/drawing/2014/main" val="3451553384"/>
                  </a:ext>
                </a:extLst>
              </a:tr>
              <a:tr h="573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Useful in </a:t>
                      </a:r>
                      <a:r>
                        <a:rPr lang="en-US" sz="1400" b="1"/>
                        <a:t>workflow systems, game characters, devices, user accounts, health states</a:t>
                      </a:r>
                      <a:r>
                        <a:rPr lang="en-US" sz="1400"/>
                        <a:t> where actions depend on current state.</a:t>
                      </a:r>
                    </a:p>
                  </a:txBody>
                  <a:tcPr marL="71671" marR="71671" marT="35835" marB="35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Not suitable when all behaviors are almost the same regardless of state.</a:t>
                      </a:r>
                    </a:p>
                  </a:txBody>
                  <a:tcPr marL="71671" marR="71671" marT="35835" marB="35835" anchor="ctr"/>
                </a:tc>
                <a:extLst>
                  <a:ext uri="{0D108BD9-81ED-4DB2-BD59-A6C34878D82A}">
                    <a16:rowId xmlns:a16="http://schemas.microsoft.com/office/drawing/2014/main" val="2032714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513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B11E-C494-F842-32DA-49F530D5B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👉 </a:t>
            </a:r>
            <a:r>
              <a:rPr lang="en-US" sz="2600" b="1"/>
              <a:t>Rule of Thumb</a:t>
            </a:r>
            <a:endParaRPr lang="en-US" sz="2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6E0CD-818E-758A-004F-4E1953FC9F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28</a:t>
            </a:fld>
            <a:endParaRPr lang="en" sz="900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01825EDC-228F-F5CC-BA8F-4C47EC8909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1857984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7363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687567-1662-6F5D-5FB5-18A1CD82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Reflective Questions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C91D50-DD26-6955-06B6-5C80314886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29</a:t>
            </a:fld>
            <a:endParaRPr lang="en" sz="900"/>
          </a:p>
        </p:txBody>
      </p:sp>
      <p:graphicFrame>
        <p:nvGraphicFramePr>
          <p:cNvPr id="9" name="Text Placeholder 4">
            <a:extLst>
              <a:ext uri="{FF2B5EF4-FFF2-40B4-BE49-F238E27FC236}">
                <a16:creationId xmlns:a16="http://schemas.microsoft.com/office/drawing/2014/main" id="{B15F4AEF-A136-ED92-B1AD-8A8122212F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3291621"/>
              </p:ext>
            </p:extLst>
          </p:nvPr>
        </p:nvGraphicFramePr>
        <p:xfrm>
          <a:off x="112214" y="1216629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72954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dbbb3a872386501ea0db3d7f91cf00c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06edd250f22a9adbb0f047e677c7ff0f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Props1.xml><?xml version="1.0" encoding="utf-8"?>
<ds:datastoreItem xmlns:ds="http://schemas.openxmlformats.org/officeDocument/2006/customXml" ds:itemID="{DF8FF3D2-ACE4-46AB-AFDA-1C724D060A82}">
  <ds:schemaRefs>
    <ds:schemaRef ds:uri="6327976d-0e7f-4f4d-9e8d-9adece0280c7"/>
    <ds:schemaRef ds:uri="bbf2655a-b97a-4cd5-9749-fa15d2d37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4D95CC8-11B6-4BDC-BF76-A19851BAEA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B8D1B6-562C-4A38-BD60-0A93323190B0}">
  <ds:schemaRefs>
    <ds:schemaRef ds:uri="6327976d-0e7f-4f4d-9e8d-9adece0280c7"/>
    <ds:schemaRef ds:uri="bbf2655a-b97a-4cd5-9749-fa15d2d37c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29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Simple Light</vt:lpstr>
      <vt:lpstr>State Design Pattern</vt:lpstr>
      <vt:lpstr>State Design Pattern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Traditional Implementation</vt:lpstr>
      <vt:lpstr>PowerPoint Presentation</vt:lpstr>
      <vt:lpstr>PowerPoint Presentation</vt:lpstr>
      <vt:lpstr>PowerPoint Presentation</vt:lpstr>
      <vt:lpstr>State Design Pattern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🔑 Key Considerations</vt:lpstr>
      <vt:lpstr>✅ In your health-state example: </vt:lpstr>
      <vt:lpstr>📊 When to Use vs. When Not to Use</vt:lpstr>
      <vt:lpstr>👉 Rule of Thumb</vt:lpstr>
      <vt:lpstr>Reflective Questions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revision>13</cp:revision>
  <dcterms:modified xsi:type="dcterms:W3CDTF">2025-11-26T16:48:53Z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