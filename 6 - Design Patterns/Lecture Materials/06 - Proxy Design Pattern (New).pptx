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4"/>
  </p:sldMasterIdLst>
  <p:notesMasterIdLst>
    <p:notesMasterId r:id="rId23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51B0825-5EC1-4C94-8F86-5FFB110570C2}" v="8" dt="2026-07-28T17:38:26.9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r. PPG Dinesh Asanka" userId="54a4306b-b9cd-436b-92bf-e616bbdb8176" providerId="ADAL" clId="{763A7EB7-061F-4CF3-9E06-47EACA773A05}"/>
    <pc:docChg chg="addSld modSld">
      <pc:chgData name="Mr. PPG Dinesh Asanka" userId="54a4306b-b9cd-436b-92bf-e616bbdb8176" providerId="ADAL" clId="{763A7EB7-061F-4CF3-9E06-47EACA773A05}" dt="2026-07-28T18:02:40.641" v="25"/>
      <pc:docMkLst>
        <pc:docMk/>
      </pc:docMkLst>
      <pc:sldChg chg="addSp">
        <pc:chgData name="Mr. PPG Dinesh Asanka" userId="54a4306b-b9cd-436b-92bf-e616bbdb8176" providerId="ADAL" clId="{763A7EB7-061F-4CF3-9E06-47EACA773A05}" dt="2026-07-28T18:02:06.383" v="24"/>
        <pc:sldMkLst>
          <pc:docMk/>
          <pc:sldMk cId="2601207686" sldId="256"/>
        </pc:sldMkLst>
        <pc:picChg chg="add">
          <ac:chgData name="Mr. PPG Dinesh Asanka" userId="54a4306b-b9cd-436b-92bf-e616bbdb8176" providerId="ADAL" clId="{763A7EB7-061F-4CF3-9E06-47EACA773A05}" dt="2026-07-28T18:02:06.383" v="24"/>
          <ac:picMkLst>
            <pc:docMk/>
            <pc:sldMk cId="2601207686" sldId="256"/>
            <ac:picMk id="6" creationId="{2B9EEEE4-1FAA-A9B2-FEE9-8C798E8A64A5}"/>
          </ac:picMkLst>
        </pc:picChg>
      </pc:sldChg>
      <pc:sldChg chg="addSp delSp modSp">
        <pc:chgData name="Mr. PPG Dinesh Asanka" userId="54a4306b-b9cd-436b-92bf-e616bbdb8176" providerId="ADAL" clId="{763A7EB7-061F-4CF3-9E06-47EACA773A05}" dt="2026-07-28T16:56:22.893" v="0"/>
        <pc:sldMkLst>
          <pc:docMk/>
          <pc:sldMk cId="432171212" sldId="257"/>
        </pc:sldMkLst>
        <pc:spChg chg="del">
          <ac:chgData name="Mr. PPG Dinesh Asanka" userId="54a4306b-b9cd-436b-92bf-e616bbdb8176" providerId="ADAL" clId="{763A7EB7-061F-4CF3-9E06-47EACA773A05}" dt="2026-07-28T16:56:22.893" v="0"/>
          <ac:spMkLst>
            <pc:docMk/>
            <pc:sldMk cId="432171212" sldId="257"/>
            <ac:spMk id="3" creationId="{04D74629-950E-2278-9562-05C2F14F7620}"/>
          </ac:spMkLst>
        </pc:spChg>
        <pc:picChg chg="add mod">
          <ac:chgData name="Mr. PPG Dinesh Asanka" userId="54a4306b-b9cd-436b-92bf-e616bbdb8176" providerId="ADAL" clId="{763A7EB7-061F-4CF3-9E06-47EACA773A05}" dt="2026-07-28T16:56:22.893" v="0"/>
          <ac:picMkLst>
            <pc:docMk/>
            <pc:sldMk cId="432171212" sldId="257"/>
            <ac:picMk id="5" creationId="{4F65EA1B-0D08-1050-023F-3F26FD8F7AEC}"/>
          </ac:picMkLst>
        </pc:picChg>
      </pc:sldChg>
      <pc:sldChg chg="addSp delSp modSp">
        <pc:chgData name="Mr. PPG Dinesh Asanka" userId="54a4306b-b9cd-436b-92bf-e616bbdb8176" providerId="ADAL" clId="{763A7EB7-061F-4CF3-9E06-47EACA773A05}" dt="2026-07-28T17:00:27.541" v="5"/>
        <pc:sldMkLst>
          <pc:docMk/>
          <pc:sldMk cId="3280769899" sldId="258"/>
        </pc:sldMkLst>
        <pc:spChg chg="del">
          <ac:chgData name="Mr. PPG Dinesh Asanka" userId="54a4306b-b9cd-436b-92bf-e616bbdb8176" providerId="ADAL" clId="{763A7EB7-061F-4CF3-9E06-47EACA773A05}" dt="2026-07-28T17:00:27.541" v="5"/>
          <ac:spMkLst>
            <pc:docMk/>
            <pc:sldMk cId="3280769899" sldId="258"/>
            <ac:spMk id="3" creationId="{7396D298-D385-5EC9-8EB7-330CAAE2A606}"/>
          </ac:spMkLst>
        </pc:spChg>
        <pc:picChg chg="add mod">
          <ac:chgData name="Mr. PPG Dinesh Asanka" userId="54a4306b-b9cd-436b-92bf-e616bbdb8176" providerId="ADAL" clId="{763A7EB7-061F-4CF3-9E06-47EACA773A05}" dt="2026-07-28T17:00:27.541" v="5"/>
          <ac:picMkLst>
            <pc:docMk/>
            <pc:sldMk cId="3280769899" sldId="258"/>
            <ac:picMk id="5" creationId="{1FF55D9B-297B-AAF4-0E6D-939C33432C99}"/>
          </ac:picMkLst>
        </pc:picChg>
      </pc:sldChg>
      <pc:sldChg chg="addSp delSp modSp add">
        <pc:chgData name="Mr. PPG Dinesh Asanka" userId="54a4306b-b9cd-436b-92bf-e616bbdb8176" providerId="ADAL" clId="{763A7EB7-061F-4CF3-9E06-47EACA773A05}" dt="2026-07-28T17:03:22.844" v="6"/>
        <pc:sldMkLst>
          <pc:docMk/>
          <pc:sldMk cId="4041023365" sldId="259"/>
        </pc:sldMkLst>
        <pc:spChg chg="del">
          <ac:chgData name="Mr. PPG Dinesh Asanka" userId="54a4306b-b9cd-436b-92bf-e616bbdb8176" providerId="ADAL" clId="{763A7EB7-061F-4CF3-9E06-47EACA773A05}" dt="2026-07-28T17:03:22.844" v="6"/>
          <ac:spMkLst>
            <pc:docMk/>
            <pc:sldMk cId="4041023365" sldId="259"/>
            <ac:spMk id="3" creationId="{3EBA2631-3F25-FE9B-77F9-370268EBDF6E}"/>
          </ac:spMkLst>
        </pc:spChg>
        <pc:picChg chg="add mod">
          <ac:chgData name="Mr. PPG Dinesh Asanka" userId="54a4306b-b9cd-436b-92bf-e616bbdb8176" providerId="ADAL" clId="{763A7EB7-061F-4CF3-9E06-47EACA773A05}" dt="2026-07-28T17:03:22.844" v="6"/>
          <ac:picMkLst>
            <pc:docMk/>
            <pc:sldMk cId="4041023365" sldId="259"/>
            <ac:picMk id="5" creationId="{74345215-AE84-CDFF-E06F-E9887929CCA4}"/>
          </ac:picMkLst>
        </pc:picChg>
      </pc:sldChg>
      <pc:sldChg chg="addSp delSp modSp add">
        <pc:chgData name="Mr. PPG Dinesh Asanka" userId="54a4306b-b9cd-436b-92bf-e616bbdb8176" providerId="ADAL" clId="{763A7EB7-061F-4CF3-9E06-47EACA773A05}" dt="2026-07-28T17:04:51.251" v="7"/>
        <pc:sldMkLst>
          <pc:docMk/>
          <pc:sldMk cId="473175133" sldId="260"/>
        </pc:sldMkLst>
        <pc:spChg chg="del">
          <ac:chgData name="Mr. PPG Dinesh Asanka" userId="54a4306b-b9cd-436b-92bf-e616bbdb8176" providerId="ADAL" clId="{763A7EB7-061F-4CF3-9E06-47EACA773A05}" dt="2026-07-28T17:04:51.251" v="7"/>
          <ac:spMkLst>
            <pc:docMk/>
            <pc:sldMk cId="473175133" sldId="260"/>
            <ac:spMk id="3" creationId="{2AD76AC2-CFC5-553D-7DAA-882B69487522}"/>
          </ac:spMkLst>
        </pc:spChg>
        <pc:picChg chg="add mod">
          <ac:chgData name="Mr. PPG Dinesh Asanka" userId="54a4306b-b9cd-436b-92bf-e616bbdb8176" providerId="ADAL" clId="{763A7EB7-061F-4CF3-9E06-47EACA773A05}" dt="2026-07-28T17:04:51.251" v="7"/>
          <ac:picMkLst>
            <pc:docMk/>
            <pc:sldMk cId="473175133" sldId="260"/>
            <ac:picMk id="5" creationId="{B325BDF5-D728-40C1-38D7-FFE5C49B4253}"/>
          </ac:picMkLst>
        </pc:picChg>
      </pc:sldChg>
      <pc:sldChg chg="addSp delSp modSp add">
        <pc:chgData name="Mr. PPG Dinesh Asanka" userId="54a4306b-b9cd-436b-92bf-e616bbdb8176" providerId="ADAL" clId="{763A7EB7-061F-4CF3-9E06-47EACA773A05}" dt="2026-07-28T17:07:14.390" v="8"/>
        <pc:sldMkLst>
          <pc:docMk/>
          <pc:sldMk cId="3233849071" sldId="261"/>
        </pc:sldMkLst>
        <pc:spChg chg="del">
          <ac:chgData name="Mr. PPG Dinesh Asanka" userId="54a4306b-b9cd-436b-92bf-e616bbdb8176" providerId="ADAL" clId="{763A7EB7-061F-4CF3-9E06-47EACA773A05}" dt="2026-07-28T17:07:14.390" v="8"/>
          <ac:spMkLst>
            <pc:docMk/>
            <pc:sldMk cId="3233849071" sldId="261"/>
            <ac:spMk id="3" creationId="{0DA3AE3B-89C0-1A17-8E35-F614A228BBE3}"/>
          </ac:spMkLst>
        </pc:spChg>
        <pc:picChg chg="add mod">
          <ac:chgData name="Mr. PPG Dinesh Asanka" userId="54a4306b-b9cd-436b-92bf-e616bbdb8176" providerId="ADAL" clId="{763A7EB7-061F-4CF3-9E06-47EACA773A05}" dt="2026-07-28T17:07:14.390" v="8"/>
          <ac:picMkLst>
            <pc:docMk/>
            <pc:sldMk cId="3233849071" sldId="261"/>
            <ac:picMk id="5" creationId="{4F8314EE-5C32-8329-1FD1-1C0C483C5D6C}"/>
          </ac:picMkLst>
        </pc:picChg>
      </pc:sldChg>
      <pc:sldChg chg="addSp delSp modSp add">
        <pc:chgData name="Mr. PPG Dinesh Asanka" userId="54a4306b-b9cd-436b-92bf-e616bbdb8176" providerId="ADAL" clId="{763A7EB7-061F-4CF3-9E06-47EACA773A05}" dt="2026-07-28T17:10:19.354" v="11"/>
        <pc:sldMkLst>
          <pc:docMk/>
          <pc:sldMk cId="3152269212" sldId="262"/>
        </pc:sldMkLst>
        <pc:spChg chg="del">
          <ac:chgData name="Mr. PPG Dinesh Asanka" userId="54a4306b-b9cd-436b-92bf-e616bbdb8176" providerId="ADAL" clId="{763A7EB7-061F-4CF3-9E06-47EACA773A05}" dt="2026-07-28T17:10:19.354" v="11"/>
          <ac:spMkLst>
            <pc:docMk/>
            <pc:sldMk cId="3152269212" sldId="262"/>
            <ac:spMk id="3" creationId="{D3AB28BC-848E-8770-D688-B543E8445FFB}"/>
          </ac:spMkLst>
        </pc:spChg>
        <pc:picChg chg="add mod">
          <ac:chgData name="Mr. PPG Dinesh Asanka" userId="54a4306b-b9cd-436b-92bf-e616bbdb8176" providerId="ADAL" clId="{763A7EB7-061F-4CF3-9E06-47EACA773A05}" dt="2026-07-28T17:10:19.354" v="11"/>
          <ac:picMkLst>
            <pc:docMk/>
            <pc:sldMk cId="3152269212" sldId="262"/>
            <ac:picMk id="5" creationId="{DB240BD8-176F-F159-B048-76A84E543EF8}"/>
          </ac:picMkLst>
        </pc:picChg>
      </pc:sldChg>
      <pc:sldChg chg="addSp delSp modSp add">
        <pc:chgData name="Mr. PPG Dinesh Asanka" userId="54a4306b-b9cd-436b-92bf-e616bbdb8176" providerId="ADAL" clId="{763A7EB7-061F-4CF3-9E06-47EACA773A05}" dt="2026-07-28T17:34:46.931" v="12"/>
        <pc:sldMkLst>
          <pc:docMk/>
          <pc:sldMk cId="4072018342" sldId="263"/>
        </pc:sldMkLst>
        <pc:spChg chg="del">
          <ac:chgData name="Mr. PPG Dinesh Asanka" userId="54a4306b-b9cd-436b-92bf-e616bbdb8176" providerId="ADAL" clId="{763A7EB7-061F-4CF3-9E06-47EACA773A05}" dt="2026-07-28T17:34:46.931" v="12"/>
          <ac:spMkLst>
            <pc:docMk/>
            <pc:sldMk cId="4072018342" sldId="263"/>
            <ac:spMk id="3" creationId="{BDA19105-2520-A58F-4D30-F0840238409F}"/>
          </ac:spMkLst>
        </pc:spChg>
        <pc:picChg chg="add mod">
          <ac:chgData name="Mr. PPG Dinesh Asanka" userId="54a4306b-b9cd-436b-92bf-e616bbdb8176" providerId="ADAL" clId="{763A7EB7-061F-4CF3-9E06-47EACA773A05}" dt="2026-07-28T17:34:46.931" v="12"/>
          <ac:picMkLst>
            <pc:docMk/>
            <pc:sldMk cId="4072018342" sldId="263"/>
            <ac:picMk id="5" creationId="{BB302C89-0D62-C173-4C2A-87C8195BEE20}"/>
          </ac:picMkLst>
        </pc:picChg>
      </pc:sldChg>
      <pc:sldChg chg="addSp delSp modSp add">
        <pc:chgData name="Mr. PPG Dinesh Asanka" userId="54a4306b-b9cd-436b-92bf-e616bbdb8176" providerId="ADAL" clId="{763A7EB7-061F-4CF3-9E06-47EACA773A05}" dt="2026-07-28T17:38:46.318" v="15"/>
        <pc:sldMkLst>
          <pc:docMk/>
          <pc:sldMk cId="2891757221" sldId="264"/>
        </pc:sldMkLst>
        <pc:spChg chg="del">
          <ac:chgData name="Mr. PPG Dinesh Asanka" userId="54a4306b-b9cd-436b-92bf-e616bbdb8176" providerId="ADAL" clId="{763A7EB7-061F-4CF3-9E06-47EACA773A05}" dt="2026-07-28T17:38:46.318" v="15"/>
          <ac:spMkLst>
            <pc:docMk/>
            <pc:sldMk cId="2891757221" sldId="264"/>
            <ac:spMk id="3" creationId="{644EC423-3FC4-EA41-42C1-A45B779801F5}"/>
          </ac:spMkLst>
        </pc:spChg>
        <pc:picChg chg="add mod">
          <ac:chgData name="Mr. PPG Dinesh Asanka" userId="54a4306b-b9cd-436b-92bf-e616bbdb8176" providerId="ADAL" clId="{763A7EB7-061F-4CF3-9E06-47EACA773A05}" dt="2026-07-28T17:38:46.318" v="15"/>
          <ac:picMkLst>
            <pc:docMk/>
            <pc:sldMk cId="2891757221" sldId="264"/>
            <ac:picMk id="5" creationId="{98E90F69-C213-155D-0515-70AFCAB56325}"/>
          </ac:picMkLst>
        </pc:picChg>
      </pc:sldChg>
      <pc:sldChg chg="addSp delSp modSp add">
        <pc:chgData name="Mr. PPG Dinesh Asanka" userId="54a4306b-b9cd-436b-92bf-e616bbdb8176" providerId="ADAL" clId="{763A7EB7-061F-4CF3-9E06-47EACA773A05}" dt="2026-07-28T17:41:11.984" v="16"/>
        <pc:sldMkLst>
          <pc:docMk/>
          <pc:sldMk cId="3085935720" sldId="265"/>
        </pc:sldMkLst>
        <pc:spChg chg="del">
          <ac:chgData name="Mr. PPG Dinesh Asanka" userId="54a4306b-b9cd-436b-92bf-e616bbdb8176" providerId="ADAL" clId="{763A7EB7-061F-4CF3-9E06-47EACA773A05}" dt="2026-07-28T17:41:11.984" v="16"/>
          <ac:spMkLst>
            <pc:docMk/>
            <pc:sldMk cId="3085935720" sldId="265"/>
            <ac:spMk id="3" creationId="{0BFB557F-4DD9-738F-9B5B-00A9E9813F2E}"/>
          </ac:spMkLst>
        </pc:spChg>
        <pc:picChg chg="add mod">
          <ac:chgData name="Mr. PPG Dinesh Asanka" userId="54a4306b-b9cd-436b-92bf-e616bbdb8176" providerId="ADAL" clId="{763A7EB7-061F-4CF3-9E06-47EACA773A05}" dt="2026-07-28T17:41:11.984" v="16"/>
          <ac:picMkLst>
            <pc:docMk/>
            <pc:sldMk cId="3085935720" sldId="265"/>
            <ac:picMk id="5" creationId="{E5B33884-9BCE-930B-A4EA-8D1D4870A3C1}"/>
          </ac:picMkLst>
        </pc:picChg>
      </pc:sldChg>
      <pc:sldChg chg="addSp delSp modSp add">
        <pc:chgData name="Mr. PPG Dinesh Asanka" userId="54a4306b-b9cd-436b-92bf-e616bbdb8176" providerId="ADAL" clId="{763A7EB7-061F-4CF3-9E06-47EACA773A05}" dt="2026-07-28T17:47:47.095" v="17"/>
        <pc:sldMkLst>
          <pc:docMk/>
          <pc:sldMk cId="68475257" sldId="266"/>
        </pc:sldMkLst>
        <pc:spChg chg="del">
          <ac:chgData name="Mr. PPG Dinesh Asanka" userId="54a4306b-b9cd-436b-92bf-e616bbdb8176" providerId="ADAL" clId="{763A7EB7-061F-4CF3-9E06-47EACA773A05}" dt="2026-07-28T17:47:47.095" v="17"/>
          <ac:spMkLst>
            <pc:docMk/>
            <pc:sldMk cId="68475257" sldId="266"/>
            <ac:spMk id="3" creationId="{4D4DBC27-8986-1FCC-CB2A-D0CA891C6CDF}"/>
          </ac:spMkLst>
        </pc:spChg>
        <pc:picChg chg="add mod">
          <ac:chgData name="Mr. PPG Dinesh Asanka" userId="54a4306b-b9cd-436b-92bf-e616bbdb8176" providerId="ADAL" clId="{763A7EB7-061F-4CF3-9E06-47EACA773A05}" dt="2026-07-28T17:47:47.095" v="17"/>
          <ac:picMkLst>
            <pc:docMk/>
            <pc:sldMk cId="68475257" sldId="266"/>
            <ac:picMk id="5" creationId="{3E6B438C-BF73-4D0F-42A1-DB5751790F1E}"/>
          </ac:picMkLst>
        </pc:picChg>
      </pc:sldChg>
      <pc:sldChg chg="addSp delSp modSp">
        <pc:chgData name="Mr. PPG Dinesh Asanka" userId="54a4306b-b9cd-436b-92bf-e616bbdb8176" providerId="ADAL" clId="{763A7EB7-061F-4CF3-9E06-47EACA773A05}" dt="2026-07-28T17:51:16.723" v="18"/>
        <pc:sldMkLst>
          <pc:docMk/>
          <pc:sldMk cId="2416661455" sldId="267"/>
        </pc:sldMkLst>
        <pc:spChg chg="del">
          <ac:chgData name="Mr. PPG Dinesh Asanka" userId="54a4306b-b9cd-436b-92bf-e616bbdb8176" providerId="ADAL" clId="{763A7EB7-061F-4CF3-9E06-47EACA773A05}" dt="2026-07-28T17:51:16.723" v="18"/>
          <ac:spMkLst>
            <pc:docMk/>
            <pc:sldMk cId="2416661455" sldId="267"/>
            <ac:spMk id="3" creationId="{85FA53C0-5B76-E10B-2B5E-10FB853FA8FA}"/>
          </ac:spMkLst>
        </pc:spChg>
        <pc:picChg chg="add mod">
          <ac:chgData name="Mr. PPG Dinesh Asanka" userId="54a4306b-b9cd-436b-92bf-e616bbdb8176" providerId="ADAL" clId="{763A7EB7-061F-4CF3-9E06-47EACA773A05}" dt="2026-07-28T17:51:16.723" v="18"/>
          <ac:picMkLst>
            <pc:docMk/>
            <pc:sldMk cId="2416661455" sldId="267"/>
            <ac:picMk id="5" creationId="{9C54E858-9493-FA35-59C9-6DE88BDC97C8}"/>
          </ac:picMkLst>
        </pc:picChg>
      </pc:sldChg>
      <pc:sldChg chg="addSp delSp modSp">
        <pc:chgData name="Mr. PPG Dinesh Asanka" userId="54a4306b-b9cd-436b-92bf-e616bbdb8176" providerId="ADAL" clId="{763A7EB7-061F-4CF3-9E06-47EACA773A05}" dt="2026-07-28T17:52:50.791" v="19"/>
        <pc:sldMkLst>
          <pc:docMk/>
          <pc:sldMk cId="2258275253" sldId="268"/>
        </pc:sldMkLst>
        <pc:spChg chg="del">
          <ac:chgData name="Mr. PPG Dinesh Asanka" userId="54a4306b-b9cd-436b-92bf-e616bbdb8176" providerId="ADAL" clId="{763A7EB7-061F-4CF3-9E06-47EACA773A05}" dt="2026-07-28T17:52:50.791" v="19"/>
          <ac:spMkLst>
            <pc:docMk/>
            <pc:sldMk cId="2258275253" sldId="268"/>
            <ac:spMk id="3" creationId="{701708E3-73E5-7D74-7991-807983A47137}"/>
          </ac:spMkLst>
        </pc:spChg>
        <pc:picChg chg="add mod">
          <ac:chgData name="Mr. PPG Dinesh Asanka" userId="54a4306b-b9cd-436b-92bf-e616bbdb8176" providerId="ADAL" clId="{763A7EB7-061F-4CF3-9E06-47EACA773A05}" dt="2026-07-28T17:52:50.791" v="19"/>
          <ac:picMkLst>
            <pc:docMk/>
            <pc:sldMk cId="2258275253" sldId="268"/>
            <ac:picMk id="5" creationId="{88C50883-9DC8-7B80-A376-65BBF4768BA5}"/>
          </ac:picMkLst>
        </pc:picChg>
      </pc:sldChg>
      <pc:sldChg chg="addSp delSp modSp">
        <pc:chgData name="Mr. PPG Dinesh Asanka" userId="54a4306b-b9cd-436b-92bf-e616bbdb8176" providerId="ADAL" clId="{763A7EB7-061F-4CF3-9E06-47EACA773A05}" dt="2026-07-28T17:54:15.334" v="20"/>
        <pc:sldMkLst>
          <pc:docMk/>
          <pc:sldMk cId="1003198118" sldId="269"/>
        </pc:sldMkLst>
        <pc:spChg chg="del">
          <ac:chgData name="Mr. PPG Dinesh Asanka" userId="54a4306b-b9cd-436b-92bf-e616bbdb8176" providerId="ADAL" clId="{763A7EB7-061F-4CF3-9E06-47EACA773A05}" dt="2026-07-28T17:54:15.334" v="20"/>
          <ac:spMkLst>
            <pc:docMk/>
            <pc:sldMk cId="1003198118" sldId="269"/>
            <ac:spMk id="3" creationId="{39ECD103-9430-13AA-DE83-CCC261F2F200}"/>
          </ac:spMkLst>
        </pc:spChg>
        <pc:picChg chg="add mod">
          <ac:chgData name="Mr. PPG Dinesh Asanka" userId="54a4306b-b9cd-436b-92bf-e616bbdb8176" providerId="ADAL" clId="{763A7EB7-061F-4CF3-9E06-47EACA773A05}" dt="2026-07-28T17:54:15.334" v="20"/>
          <ac:picMkLst>
            <pc:docMk/>
            <pc:sldMk cId="1003198118" sldId="269"/>
            <ac:picMk id="5" creationId="{245621E5-8E46-732B-A9CF-DF49025C0AA0}"/>
          </ac:picMkLst>
        </pc:picChg>
      </pc:sldChg>
      <pc:sldChg chg="addSp delSp modSp">
        <pc:chgData name="Mr. PPG Dinesh Asanka" userId="54a4306b-b9cd-436b-92bf-e616bbdb8176" providerId="ADAL" clId="{763A7EB7-061F-4CF3-9E06-47EACA773A05}" dt="2026-07-28T17:55:28.007" v="21"/>
        <pc:sldMkLst>
          <pc:docMk/>
          <pc:sldMk cId="217555211" sldId="270"/>
        </pc:sldMkLst>
        <pc:spChg chg="del">
          <ac:chgData name="Mr. PPG Dinesh Asanka" userId="54a4306b-b9cd-436b-92bf-e616bbdb8176" providerId="ADAL" clId="{763A7EB7-061F-4CF3-9E06-47EACA773A05}" dt="2026-07-28T17:55:28.007" v="21"/>
          <ac:spMkLst>
            <pc:docMk/>
            <pc:sldMk cId="217555211" sldId="270"/>
            <ac:spMk id="3" creationId="{3CC3A642-EDC0-92B1-0BE4-4B72BFCCB9F2}"/>
          </ac:spMkLst>
        </pc:spChg>
        <pc:picChg chg="add mod">
          <ac:chgData name="Mr. PPG Dinesh Asanka" userId="54a4306b-b9cd-436b-92bf-e616bbdb8176" providerId="ADAL" clId="{763A7EB7-061F-4CF3-9E06-47EACA773A05}" dt="2026-07-28T17:55:28.007" v="21"/>
          <ac:picMkLst>
            <pc:docMk/>
            <pc:sldMk cId="217555211" sldId="270"/>
            <ac:picMk id="5" creationId="{37BF85E0-BF58-FBA6-2A78-4759AA32D839}"/>
          </ac:picMkLst>
        </pc:picChg>
      </pc:sldChg>
      <pc:sldChg chg="addSp delSp modSp">
        <pc:chgData name="Mr. PPG Dinesh Asanka" userId="54a4306b-b9cd-436b-92bf-e616bbdb8176" providerId="ADAL" clId="{763A7EB7-061F-4CF3-9E06-47EACA773A05}" dt="2026-07-28T17:56:52.434" v="22"/>
        <pc:sldMkLst>
          <pc:docMk/>
          <pc:sldMk cId="4241295964" sldId="271"/>
        </pc:sldMkLst>
        <pc:spChg chg="del">
          <ac:chgData name="Mr. PPG Dinesh Asanka" userId="54a4306b-b9cd-436b-92bf-e616bbdb8176" providerId="ADAL" clId="{763A7EB7-061F-4CF3-9E06-47EACA773A05}" dt="2026-07-28T17:56:52.434" v="22"/>
          <ac:spMkLst>
            <pc:docMk/>
            <pc:sldMk cId="4241295964" sldId="271"/>
            <ac:spMk id="3" creationId="{94B3CAC6-BD0D-420F-5B46-BEC6922CF440}"/>
          </ac:spMkLst>
        </pc:spChg>
        <pc:picChg chg="add mod">
          <ac:chgData name="Mr. PPG Dinesh Asanka" userId="54a4306b-b9cd-436b-92bf-e616bbdb8176" providerId="ADAL" clId="{763A7EB7-061F-4CF3-9E06-47EACA773A05}" dt="2026-07-28T17:56:52.434" v="22"/>
          <ac:picMkLst>
            <pc:docMk/>
            <pc:sldMk cId="4241295964" sldId="271"/>
            <ac:picMk id="5" creationId="{D6392527-5DC8-D096-EE2B-BFABFC7C40EA}"/>
          </ac:picMkLst>
        </pc:picChg>
      </pc:sldChg>
      <pc:sldChg chg="addSp delSp modSp">
        <pc:chgData name="Mr. PPG Dinesh Asanka" userId="54a4306b-b9cd-436b-92bf-e616bbdb8176" providerId="ADAL" clId="{763A7EB7-061F-4CF3-9E06-47EACA773A05}" dt="2026-07-28T17:58:43.785" v="23"/>
        <pc:sldMkLst>
          <pc:docMk/>
          <pc:sldMk cId="17487611" sldId="272"/>
        </pc:sldMkLst>
        <pc:spChg chg="del">
          <ac:chgData name="Mr. PPG Dinesh Asanka" userId="54a4306b-b9cd-436b-92bf-e616bbdb8176" providerId="ADAL" clId="{763A7EB7-061F-4CF3-9E06-47EACA773A05}" dt="2026-07-28T17:58:43.785" v="23"/>
          <ac:spMkLst>
            <pc:docMk/>
            <pc:sldMk cId="17487611" sldId="272"/>
            <ac:spMk id="3" creationId="{4BE2FF48-65B2-A79A-7910-6F184801E2F0}"/>
          </ac:spMkLst>
        </pc:spChg>
        <pc:picChg chg="add mod">
          <ac:chgData name="Mr. PPG Dinesh Asanka" userId="54a4306b-b9cd-436b-92bf-e616bbdb8176" providerId="ADAL" clId="{763A7EB7-061F-4CF3-9E06-47EACA773A05}" dt="2026-07-28T17:58:43.785" v="23"/>
          <ac:picMkLst>
            <pc:docMk/>
            <pc:sldMk cId="17487611" sldId="272"/>
            <ac:picMk id="5" creationId="{62BE5E73-0ED6-2815-632C-E849F7FF7B7D}"/>
          </ac:picMkLst>
        </pc:picChg>
      </pc:sldChg>
      <pc:sldChg chg="addSp delSp modSp">
        <pc:chgData name="Mr. PPG Dinesh Asanka" userId="54a4306b-b9cd-436b-92bf-e616bbdb8176" providerId="ADAL" clId="{763A7EB7-061F-4CF3-9E06-47EACA773A05}" dt="2026-07-28T18:02:40.641" v="25"/>
        <pc:sldMkLst>
          <pc:docMk/>
          <pc:sldMk cId="289120179" sldId="273"/>
        </pc:sldMkLst>
        <pc:spChg chg="del">
          <ac:chgData name="Mr. PPG Dinesh Asanka" userId="54a4306b-b9cd-436b-92bf-e616bbdb8176" providerId="ADAL" clId="{763A7EB7-061F-4CF3-9E06-47EACA773A05}" dt="2026-07-28T18:02:40.641" v="25"/>
          <ac:spMkLst>
            <pc:docMk/>
            <pc:sldMk cId="289120179" sldId="273"/>
            <ac:spMk id="3" creationId="{E4EC2FA9-2E7A-18AD-BD33-164A68FF3972}"/>
          </ac:spMkLst>
        </pc:spChg>
        <pc:picChg chg="add mod">
          <ac:chgData name="Mr. PPG Dinesh Asanka" userId="54a4306b-b9cd-436b-92bf-e616bbdb8176" providerId="ADAL" clId="{763A7EB7-061F-4CF3-9E06-47EACA773A05}" dt="2026-07-28T18:02:40.641" v="25"/>
          <ac:picMkLst>
            <pc:docMk/>
            <pc:sldMk cId="289120179" sldId="273"/>
            <ac:picMk id="5" creationId="{848A3184-FBCC-0ED4-79CC-A36B8AC173A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B28E57-31E0-4258-AB42-58FAFCC1E4C6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65683A-002F-4205-BB98-902D755602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850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65683A-002F-4205-BB98-902D7556020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6929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21818-E75A-458F-AC5B-0E9A2C76B8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8056" y="448056"/>
            <a:ext cx="11292840" cy="3401568"/>
          </a:xfrm>
        </p:spPr>
        <p:txBody>
          <a:bodyPr anchor="b">
            <a:normAutofit/>
          </a:bodyPr>
          <a:lstStyle>
            <a:lvl1pPr algn="l"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EE64DE-978B-4F95-BB3C-D027D80087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8056" y="4471416"/>
            <a:ext cx="11292840" cy="1481328"/>
          </a:xfrm>
        </p:spPr>
        <p:txBody>
          <a:bodyPr/>
          <a:lstStyle>
            <a:lvl1pPr marL="0" indent="0" algn="l">
              <a:lnSpc>
                <a:spcPct val="120000"/>
              </a:lnSpc>
              <a:buNone/>
              <a:defRPr sz="2400">
                <a:solidFill>
                  <a:schemeClr val="tx2">
                    <a:alpha val="5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66CC717-08C5-4F3E-B8AA-BA93C8755982}"/>
              </a:ext>
            </a:extLst>
          </p:cNvPr>
          <p:cNvCxnSpPr>
            <a:cxnSpLocks/>
          </p:cNvCxnSpPr>
          <p:nvPr/>
        </p:nvCxnSpPr>
        <p:spPr>
          <a:xfrm>
            <a:off x="449400" y="4122000"/>
            <a:ext cx="1129320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896B5700-AA45-4E20-8BE5-2762041130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0832" y="6153912"/>
            <a:ext cx="5397056" cy="502920"/>
          </a:xfrm>
          <a:prstGeom prst="rect">
            <a:avLst/>
          </a:prstGeom>
        </p:spPr>
        <p:txBody>
          <a:bodyPr vert="horz" lIns="0" tIns="0" rIns="91440" bIns="0" rtlCol="0" anchor="ctr"/>
          <a:lstStyle>
            <a:lvl1pPr algn="l">
              <a:defRPr sz="900" cap="all" spc="200" baseline="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r>
              <a:rPr lang="en-US" spc="200" dirty="0"/>
              <a:t>Sample Footer Text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C5B7199-CC00-4D38-8B48-F8A5391129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38232" y="6153912"/>
            <a:ext cx="1510856" cy="50292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fld id="{0D309695-DEC3-40DA-9DF5-330280C9D0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16BC76EC-3453-4CE0-A71D-BD21940757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42912" y="6152968"/>
            <a:ext cx="3457576" cy="502920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>
              <a:defRPr sz="900" cap="all" spc="200" baseline="0">
                <a:solidFill>
                  <a:schemeClr val="tx1">
                    <a:alpha val="55000"/>
                  </a:schemeClr>
                </a:solidFill>
              </a:defRPr>
            </a:lvl1pPr>
          </a:lstStyle>
          <a:p>
            <a:fld id="{8256C2ED-54A4-480D-B5C8-65C0D62359B9}" type="datetime2">
              <a:rPr lang="en-US" smtClean="0"/>
              <a:pPr/>
              <a:t>Tuesday, July 28,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09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B7685-BDD9-488F-B082-33592E0F1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CB5FF-7FB5-4B8A-BF1C-48765D40B4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056" y="1735200"/>
            <a:ext cx="11293200" cy="3783013"/>
          </a:xfrm>
        </p:spPr>
        <p:txBody>
          <a:bodyPr wrap="square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DA03860-F8F0-4186-B5D0-72C935B2C2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0832" y="6153912"/>
            <a:ext cx="5397056" cy="502920"/>
          </a:xfrm>
          <a:prstGeom prst="rect">
            <a:avLst/>
          </a:prstGeom>
        </p:spPr>
        <p:txBody>
          <a:bodyPr vert="horz" lIns="0" tIns="0" rIns="91440" bIns="0" rtlCol="0" anchor="ctr"/>
          <a:lstStyle>
            <a:lvl1pPr algn="l">
              <a:defRPr sz="900" cap="all" spc="200" baseline="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r>
              <a:rPr lang="en-US" spc="200" dirty="0"/>
              <a:t>Sample Footer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0B9D802-9E36-42DA-B6CA-6C937CBE8A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38232" y="6153912"/>
            <a:ext cx="1510856" cy="50292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fld id="{0D309695-DEC3-40DA-9DF5-330280C9D0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C227B5A7-BF66-4C50-9DAD-A24070310B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42912" y="6152968"/>
            <a:ext cx="3457576" cy="502920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>
              <a:defRPr sz="900" cap="all" spc="200" baseline="0">
                <a:solidFill>
                  <a:schemeClr val="tx1">
                    <a:alpha val="55000"/>
                  </a:schemeClr>
                </a:solidFill>
              </a:defRPr>
            </a:lvl1pPr>
          </a:lstStyle>
          <a:p>
            <a:fld id="{8256C2ED-54A4-480D-B5C8-65C0D62359B9}" type="datetime2">
              <a:rPr lang="en-US" smtClean="0"/>
              <a:pPr/>
              <a:t>Tuesday, July 28,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3636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E2B8D-DB20-44D1-84BC-F76685913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448056"/>
            <a:ext cx="11311128" cy="3401568"/>
          </a:xfrm>
        </p:spPr>
        <p:txBody>
          <a:bodyPr anchor="b">
            <a:normAutofit/>
          </a:bodyPr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94C298-618E-4642-8F2B-8DD253ED5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8056" y="4471416"/>
            <a:ext cx="11292840" cy="1481328"/>
          </a:xfrm>
        </p:spPr>
        <p:txBody>
          <a:bodyPr/>
          <a:lstStyle>
            <a:lvl1pPr marL="0" indent="0">
              <a:lnSpc>
                <a:spcPct val="120000"/>
              </a:lnSpc>
              <a:buNone/>
              <a:defRPr sz="2400">
                <a:solidFill>
                  <a:schemeClr val="tx2">
                    <a:alpha val="5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B3ECD5-2EEA-457B-9C93-36F8AF368E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10EDCA73-0A86-4195-A787-75037827079D}" type="datetime2">
              <a:rPr lang="en-US" smtClean="0"/>
              <a:t>Tuesday, July 28,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9A15D4-F172-4025-9290-C8F5D4197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6CD73-9984-4E1D-BD74-37115C1F4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219456"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99FAD47-5E44-4EE5-A422-A77593F8F3A3}"/>
              </a:ext>
            </a:extLst>
          </p:cNvPr>
          <p:cNvCxnSpPr>
            <a:cxnSpLocks/>
          </p:cNvCxnSpPr>
          <p:nvPr/>
        </p:nvCxnSpPr>
        <p:spPr>
          <a:xfrm>
            <a:off x="449400" y="4122000"/>
            <a:ext cx="1129320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355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74E41-AB27-418C-AA9E-8F863DDE3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9E10A-E18D-4122-A71B-0A22F695E0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8056" y="1735200"/>
            <a:ext cx="5431536" cy="4214750"/>
          </a:xfrm>
        </p:spPr>
        <p:txBody>
          <a:bodyPr/>
          <a:lstStyle>
            <a:lvl1pPr marL="450000">
              <a:defRPr/>
            </a:lvl1pPr>
            <a:lvl2pPr marL="900000">
              <a:defRPr/>
            </a:lvl2pPr>
            <a:lvl3pPr marL="1350000">
              <a:defRPr/>
            </a:lvl3pPr>
            <a:lvl4pPr marL="1800000">
              <a:defRPr/>
            </a:lvl4pPr>
            <a:lvl5pPr marL="225000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CB980D-2720-431B-88C8-4D837023BB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1735200"/>
            <a:ext cx="5431536" cy="4214750"/>
          </a:xfrm>
        </p:spPr>
        <p:txBody>
          <a:bodyPr/>
          <a:lstStyle>
            <a:lvl2pPr marL="900000">
              <a:defRPr/>
            </a:lvl2pPr>
            <a:lvl3pPr marL="1350000">
              <a:defRPr/>
            </a:lvl3pPr>
            <a:lvl4pPr marL="1800000">
              <a:defRPr/>
            </a:lvl4pPr>
            <a:lvl5pPr marL="243000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8EB211-F6F7-4C53-B25F-F1EBF7A8BF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83C75374-B296-498E-A935-80631EA9020D}" type="datetime2">
              <a:rPr lang="en-US" smtClean="0"/>
              <a:t>Tuesday, July 28,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AA830D-482E-415E-B855-D561B94BD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7FB2AC-9F49-4D35-8C5E-ECECC6B13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219456"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9260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25D59-DC0A-4295-8714-902B54B98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11311128" cy="114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7A33E2-E7AE-4E37-9DF1-69697E45D2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8056" y="1774952"/>
            <a:ext cx="5431536" cy="612648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2000" b="0" i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2E79D5-E651-4B82-AFAA-DE6E16AC3E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8056" y="2752344"/>
            <a:ext cx="5431536" cy="3200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A91196-F771-42C3-A726-A4ECF561F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9360" y="1774952"/>
            <a:ext cx="5431536" cy="612648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2000" b="0" i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76BA18-D373-4B5F-B812-5D5E4C2378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09360" y="2752344"/>
            <a:ext cx="5431536" cy="3200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95D0EB-9F99-4C95-ADA6-AC6B493CCA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B098B728-214A-4ABC-8432-5B3A5A66A987}" type="datetime2">
              <a:rPr lang="en-US" smtClean="0"/>
              <a:t>Tuesday, July 28, 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EB69A9-1E48-4683-8873-D888C39E6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7E419C-3010-4562-BA4B-ECBC2DBE6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219456"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725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58066-A255-4886-A4B0-2AC829A76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11311128" cy="5559552"/>
          </a:xfrm>
        </p:spPr>
        <p:txBody>
          <a:bodyPr wrap="square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8D80A-6560-46E3-AF30-9CEC54EA74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015F02D0-6806-43AF-9888-2359BF40C204}" type="datetime2">
              <a:rPr lang="en-US" smtClean="0"/>
              <a:t>Tuesday, July 28,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B673C2-FB1E-46F5-8CFB-93B9DB807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1E2120-410F-4382-81AB-37F161F72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219456"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375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802222-E41B-48E7-BF06-5C5509D621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8EE14D2D-B1AF-4197-82D6-FC1F8BD05681}" type="datetime2">
              <a:rPr lang="en-US" smtClean="0"/>
              <a:t>Tuesday, July 28, 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A636E3-B721-46E8-882F-C123530F0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FC1178-3E0E-449A-B799-009C04C06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653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23392-4FF4-4922-A14E-8AA23A9BD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3447288" cy="1069848"/>
          </a:xfrm>
        </p:spPr>
        <p:txBody>
          <a:bodyPr wrap="square"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FB38E-5055-4C9B-9A3B-A7B3A48879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0832" y="393192"/>
            <a:ext cx="7379208" cy="5559552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2EC2DB-2ED3-408C-BFF2-F413C9D8F9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8056" y="1733550"/>
            <a:ext cx="3447288" cy="421919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374FDF-3000-4B2C-AC88-8CE34D68059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98771CEB-9838-4245-91B8-EFBAFE2D8B44}" type="datetime2">
              <a:rPr lang="en-US" smtClean="0"/>
              <a:t>Tuesday, July 28,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A0B7F4-5B8C-49BD-9BDA-FCBD13E24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02BC00-0803-4A53-8657-91CE0DB80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633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C2A98-C272-40D9-B75A-77A3D5867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3447288" cy="1069848"/>
          </a:xfrm>
        </p:spPr>
        <p:txBody>
          <a:bodyPr wrap="square"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D50DAC-9AC3-4A9A-91B7-6C95E43625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370832" y="441324"/>
            <a:ext cx="7373112" cy="551141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721B04-C243-49A9-B5D3-4833792909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8056" y="1735200"/>
            <a:ext cx="3447288" cy="421475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8E949C-DD35-44F6-B45A-35134D7E12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51D3F6BF-A585-41F8-88DF-7E5D069F892A}" type="datetime2">
              <a:rPr lang="en-US" smtClean="0"/>
              <a:t>Tuesday, July 28,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C70102-4B8E-4FEC-9BB7-97FDC1EAB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6693AF-08A9-4388-A9B8-174D53955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669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733FC-38A1-463C-BF3D-0D99784E0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FD076A-A004-4560-A43B-028624E20D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48056" y="1956816"/>
            <a:ext cx="11301984" cy="39959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FBA60-9309-4F2A-9FA9-305C4AFBEC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53CF612A-4CB0-4F57-9A87-F049CECB184D}" type="datetime2">
              <a:rPr lang="en-US" smtClean="0"/>
              <a:t>Tuesday, July 28,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BF451-928F-4E55-8A76-111D0E211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5EC161-BA80-4E93-AEB1-B61E38C09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621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A44E3E-5EFE-4FCB-86A2-5E20CC6525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232136" y="448056"/>
            <a:ext cx="1581912" cy="55046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95005E-2E0C-4200-BF29-1135A35EE9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38912" y="438912"/>
            <a:ext cx="9436608" cy="55046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2BBBED-3B21-4271-BC0F-BBA258B59D4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8F397F40-C8F7-4897-A6B8-241042F913A9}" type="datetime2">
              <a:rPr lang="en-US" smtClean="0"/>
              <a:t>Tuesday, July 28,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89CED5-56F3-4943-8143-918F7A860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C87180-7248-4741-8E3B-9AAFB414D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149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DDBCE8-F60C-4E3A-83C0-BDE8DD2DE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11301984" cy="114120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BBC57F-72F2-48BC-B1EE-1F2C6155D7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8056" y="1733550"/>
            <a:ext cx="11293200" cy="3783013"/>
          </a:xfrm>
          <a:prstGeom prst="rect">
            <a:avLst/>
          </a:prstGeom>
        </p:spPr>
        <p:txBody>
          <a:bodyPr vert="horz" lIns="0" tIns="0" rIns="9144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0FBC45-A4BC-4EE5-82B1-8BC7912255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0832" y="6153912"/>
            <a:ext cx="5397056" cy="502920"/>
          </a:xfrm>
          <a:prstGeom prst="rect">
            <a:avLst/>
          </a:prstGeom>
        </p:spPr>
        <p:txBody>
          <a:bodyPr vert="horz" lIns="0" tIns="0" rIns="91440" bIns="0" rtlCol="0" anchor="ctr"/>
          <a:lstStyle>
            <a:lvl1pPr algn="l">
              <a:defRPr sz="900" cap="all" spc="200" baseline="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r>
              <a:rPr lang="en-US" spc="200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E1300-1995-409E-B058-59180872B6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38232" y="6153912"/>
            <a:ext cx="1510856" cy="50292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fld id="{0D309695-DEC3-40DA-9DF5-330280C9D0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639030E9-7F3B-403F-96B2-7C2C627C30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42912" y="6152968"/>
            <a:ext cx="3457576" cy="502920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>
              <a:defRPr sz="900" cap="all" spc="200" baseline="0">
                <a:solidFill>
                  <a:schemeClr val="tx1">
                    <a:alpha val="55000"/>
                  </a:schemeClr>
                </a:solidFill>
              </a:defRPr>
            </a:lvl1pPr>
          </a:lstStyle>
          <a:p>
            <a:fld id="{8256C2ED-54A4-480D-B5C8-65C0D62359B9}" type="datetime2">
              <a:rPr lang="en-US" smtClean="0"/>
              <a:pPr/>
              <a:t>Tuesday, July 28,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4277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i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450000" indent="-448056" algn="l" defTabSz="914400" rtl="0" eaLnBrk="1" latinLnBrk="0" hangingPunct="1">
        <a:lnSpc>
          <a:spcPct val="140000"/>
        </a:lnSpc>
        <a:spcBef>
          <a:spcPts val="10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1pPr>
      <a:lvl2pPr marL="900000" indent="-448056" algn="l" defTabSz="914400" rtl="0" eaLnBrk="1" latinLnBrk="0" hangingPunct="1">
        <a:lnSpc>
          <a:spcPct val="140000"/>
        </a:lnSpc>
        <a:spcBef>
          <a:spcPts val="5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2pPr>
      <a:lvl3pPr marL="1350000" indent="-448056" algn="l" defTabSz="914400" rtl="0" eaLnBrk="1" latinLnBrk="0" hangingPunct="1">
        <a:lnSpc>
          <a:spcPct val="140000"/>
        </a:lnSpc>
        <a:spcBef>
          <a:spcPts val="5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3pPr>
      <a:lvl4pPr marL="1800000" indent="-448056" algn="l" defTabSz="914400" rtl="0" eaLnBrk="1" latinLnBrk="0" hangingPunct="1">
        <a:lnSpc>
          <a:spcPct val="140000"/>
        </a:lnSpc>
        <a:spcBef>
          <a:spcPts val="5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4pPr>
      <a:lvl5pPr marL="2250000" indent="-448056" algn="l" defTabSz="914400" rtl="0" eaLnBrk="1" latinLnBrk="0" hangingPunct="1">
        <a:lnSpc>
          <a:spcPct val="140000"/>
        </a:lnSpc>
        <a:spcBef>
          <a:spcPts val="5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9483292-9A78-9ED8-6DEA-B2501BB11CF5}"/>
              </a:ext>
            </a:extLst>
          </p:cNvPr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BB1612F-822C-3412-2FA4-5E37F44054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E848EE-8511-F39C-6F5B-88F736F125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9EEEE4-1FAA-A9B2-FEE9-8C798E8A64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2076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F65EA1B-0D08-1050-023F-3F26FD8F7A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171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55D9B-297B-AAF4-0E6D-939C33432C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769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E23BC1-0ACF-EC22-1A24-B6BCDE648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4345215-AE84-CDFF-E06F-E9887929CC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023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4D3476-7C59-9A29-C0C1-A77841DBC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325BDF5-D728-40C1-38D7-FFE5C49B42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175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A79FD6-2E96-BA95-FBFF-684F81C6C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F8314EE-5C32-8329-1FD1-1C0C483C5D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8490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FEA274-5144-FEA5-23D6-506B6DEB4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B240BD8-176F-F159-B048-76A84E543E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2692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8CB838-FC4A-519B-0FDC-D2A89A569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B302C89-0D62-C173-4C2A-87C8195BEE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0183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8B528A-F377-37C7-907C-7B075A26A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8E90F69-C213-155D-0515-70AFCAB563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7572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C56103-B94A-6CFD-18B2-667B0B4A7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5B33884-9BCE-930B-A4EA-8D1D4870A3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9357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759F06-56E5-0111-BEB8-8ECF7E71F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E6B438C-BF73-4D0F-42A1-DB5751790F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752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C54E858-9493-FA35-59C9-6DE88BDC97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6614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8C50883-9DC8-7B80-A376-65BBF4768B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2752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45621E5-8E46-732B-A9CF-DF49025C0A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1981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7BF85E0-BF58-FBA6-2A78-4759AA32D8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552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6392527-5DC8-D096-EE2B-BFABFC7C40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2959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BE5E73-0ED6-2815-632C-E849F7FF7B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76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48A3184-FBCC-0ED4-79CC-A36B8AC173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20179"/>
      </p:ext>
    </p:extLst>
  </p:cSld>
  <p:clrMapOvr>
    <a:masterClrMapping/>
  </p:clrMapOvr>
</p:sld>
</file>

<file path=ppt/theme/theme1.xml><?xml version="1.0" encoding="utf-8"?>
<a:theme xmlns:a="http://schemas.openxmlformats.org/drawingml/2006/main" name="ThinLineVTI">
  <a:themeElements>
    <a:clrScheme name="ThinLines Color Schem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BAC8"/>
      </a:accent1>
      <a:accent2>
        <a:srgbClr val="794DFF"/>
      </a:accent2>
      <a:accent3>
        <a:srgbClr val="00D17D"/>
      </a:accent3>
      <a:accent4>
        <a:srgbClr val="404040"/>
      </a:accent4>
      <a:accent5>
        <a:srgbClr val="FE5D21"/>
      </a:accent5>
      <a:accent6>
        <a:srgbClr val="B3B3B3"/>
      </a:accent6>
      <a:hlink>
        <a:srgbClr val="3E8FF1"/>
      </a:hlink>
      <a:folHlink>
        <a:srgbClr val="939393"/>
      </a:folHlink>
    </a:clrScheme>
    <a:fontScheme name="Custom 3">
      <a:majorFont>
        <a:latin typeface="Sagona Book"/>
        <a:ea typeface=""/>
        <a:cs typeface=""/>
      </a:majorFont>
      <a:minorFont>
        <a:latin typeface="Univers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inLineVTI" id="{DA2A884B-D36C-4F63-9FE8-3C89F2B99A40}" vid="{62C1F77B-42AE-47B9-869B-5CE48C8ED84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51A51792A418F4A9A575028F3A039FF" ma:contentTypeVersion="13" ma:contentTypeDescription="Create a new document." ma:contentTypeScope="" ma:versionID="5cd347ea72b658dd0a2482c575c97aba">
  <xsd:schema xmlns:xsd="http://www.w3.org/2001/XMLSchema" xmlns:xs="http://www.w3.org/2001/XMLSchema" xmlns:p="http://schemas.microsoft.com/office/2006/metadata/properties" xmlns:ns3="bbf2655a-b97a-4cd5-9749-fa15d2d37c4f" xmlns:ns4="6327976d-0e7f-4f4d-9e8d-9adece0280c7" targetNamespace="http://schemas.microsoft.com/office/2006/metadata/properties" ma:root="true" ma:fieldsID="3aaad5019f95630ab79125be91e6d4b5" ns3:_="" ns4:_="">
    <xsd:import namespace="bbf2655a-b97a-4cd5-9749-fa15d2d37c4f"/>
    <xsd:import namespace="6327976d-0e7f-4f4d-9e8d-9adece0280c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f2655a-b97a-4cd5-9749-fa15d2d37c4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4" nillable="true" ma:displayName="_activity" ma:hidden="true" ma:internalName="_activity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327976d-0e7f-4f4d-9e8d-9adece0280c7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bf2655a-b97a-4cd5-9749-fa15d2d37c4f" xsi:nil="true"/>
  </documentManagement>
</p:properties>
</file>

<file path=customXml/itemProps1.xml><?xml version="1.0" encoding="utf-8"?>
<ds:datastoreItem xmlns:ds="http://schemas.openxmlformats.org/officeDocument/2006/customXml" ds:itemID="{574B26E4-8BCA-4568-A05F-027B703221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bf2655a-b97a-4cd5-9749-fa15d2d37c4f"/>
    <ds:schemaRef ds:uri="6327976d-0e7f-4f4d-9e8d-9adece0280c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8FE001C-CEE6-45CA-B1B1-E7041A6C2AE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3DBB244-4B99-4743-9647-3D18C5BA9F31}">
  <ds:schemaRefs>
    <ds:schemaRef ds:uri="http://schemas.microsoft.com/office/2006/metadata/properties"/>
    <ds:schemaRef ds:uri="bbf2655a-b97a-4cd5-9749-fa15d2d37c4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purl.org/dc/terms/"/>
    <ds:schemaRef ds:uri="http://purl.org/dc/elements/1.1/"/>
    <ds:schemaRef ds:uri="6327976d-0e7f-4f4d-9e8d-9adece0280c7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5130</TotalTime>
  <Words>1</Words>
  <Application>Microsoft Office PowerPoint</Application>
  <PresentationFormat>Widescreen</PresentationFormat>
  <Paragraphs>1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Arial</vt:lpstr>
      <vt:lpstr>Calibri Light</vt:lpstr>
      <vt:lpstr>Sagona Book</vt:lpstr>
      <vt:lpstr>Univers</vt:lpstr>
      <vt:lpstr>ThinLineVTI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Mr. PPG Dinesh Asanka</dc:creator>
  <cp:lastModifiedBy>Mr. PPG Dinesh Asanka</cp:lastModifiedBy>
  <cp:revision>6</cp:revision>
  <dcterms:created xsi:type="dcterms:W3CDTF">2026-06-21T09:38:34Z</dcterms:created>
  <dcterms:modified xsi:type="dcterms:W3CDTF">2026-07-28T18:02:44Z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0x010100F51A51792A418F4A9A575028F3A039FF</vt:lpwstr>
  </property>
</Properties>
</file>