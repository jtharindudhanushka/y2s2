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330A6-3528-404E-A2F2-E937C2D47319}" v="17" dt="2026-07-22T06:33:08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custSel addSld delSld modSld">
      <pc:chgData name="Mr. PPG Dinesh Asanka" userId="54a4306b-b9cd-436b-92bf-e616bbdb8176" providerId="ADAL" clId="{763A7EB7-061F-4CF3-9E06-47EACA773A05}" dt="2026-07-22T06:42:34.380" v="115" actId="26606"/>
      <pc:docMkLst>
        <pc:docMk/>
      </pc:docMkLst>
      <pc:sldChg chg="addSp delSp modSp mod">
        <pc:chgData name="Mr. PPG Dinesh Asanka" userId="54a4306b-b9cd-436b-92bf-e616bbdb8176" providerId="ADAL" clId="{763A7EB7-061F-4CF3-9E06-47EACA773A05}" dt="2026-07-22T04:43:10.796" v="27"/>
        <pc:sldMkLst>
          <pc:docMk/>
          <pc:sldMk cId="2601207686" sldId="256"/>
        </pc:sldMkLst>
        <pc:picChg chg="add del mod">
          <ac:chgData name="Mr. PPG Dinesh Asanka" userId="54a4306b-b9cd-436b-92bf-e616bbdb8176" providerId="ADAL" clId="{763A7EB7-061F-4CF3-9E06-47EACA773A05}" dt="2026-07-22T04:43:10.122" v="25" actId="478"/>
          <ac:picMkLst>
            <pc:docMk/>
            <pc:sldMk cId="2601207686" sldId="256"/>
            <ac:picMk id="6" creationId="{1C1731B2-25A1-096E-1DB7-DE61BE25A625}"/>
          </ac:picMkLst>
        </pc:picChg>
        <pc:picChg chg="del">
          <ac:chgData name="Mr. PPG Dinesh Asanka" userId="54a4306b-b9cd-436b-92bf-e616bbdb8176" providerId="ADAL" clId="{763A7EB7-061F-4CF3-9E06-47EACA773A05}" dt="2026-07-22T04:23:39.037" v="22" actId="478"/>
          <ac:picMkLst>
            <pc:docMk/>
            <pc:sldMk cId="2601207686" sldId="256"/>
            <ac:picMk id="8" creationId="{C25CEA26-3234-CA8D-A4A2-C8E275052655}"/>
          </ac:picMkLst>
        </pc:picChg>
        <pc:picChg chg="add mod">
          <ac:chgData name="Mr. PPG Dinesh Asanka" userId="54a4306b-b9cd-436b-92bf-e616bbdb8176" providerId="ADAL" clId="{763A7EB7-061F-4CF3-9E06-47EACA773A05}" dt="2026-07-22T04:43:10.796" v="27"/>
          <ac:picMkLst>
            <pc:docMk/>
            <pc:sldMk cId="2601207686" sldId="256"/>
            <ac:picMk id="9" creationId="{7F04B740-C069-0D92-8B35-CAA7812EFBB7}"/>
          </ac:picMkLst>
        </pc:picChg>
      </pc:sldChg>
      <pc:sldChg chg="del">
        <pc:chgData name="Mr. PPG Dinesh Asanka" userId="54a4306b-b9cd-436b-92bf-e616bbdb8176" providerId="ADAL" clId="{763A7EB7-061F-4CF3-9E06-47EACA773A05}" dt="2026-07-22T04:23:26.963" v="0" actId="47"/>
        <pc:sldMkLst>
          <pc:docMk/>
          <pc:sldMk cId="937485193" sldId="257"/>
        </pc:sldMkLst>
      </pc:sldChg>
      <pc:sldChg chg="addSp delSp modSp new mod setBg">
        <pc:chgData name="Mr. PPG Dinesh Asanka" userId="54a4306b-b9cd-436b-92bf-e616bbdb8176" providerId="ADAL" clId="{763A7EB7-061F-4CF3-9E06-47EACA773A05}" dt="2026-07-22T05:50:23.033" v="31" actId="26606"/>
        <pc:sldMkLst>
          <pc:docMk/>
          <pc:sldMk cId="4177372478" sldId="257"/>
        </pc:sldMkLst>
        <pc:spChg chg="del">
          <ac:chgData name="Mr. PPG Dinesh Asanka" userId="54a4306b-b9cd-436b-92bf-e616bbdb8176" providerId="ADAL" clId="{763A7EB7-061F-4CF3-9E06-47EACA773A05}" dt="2026-07-22T05:50:23.033" v="31" actId="26606"/>
          <ac:spMkLst>
            <pc:docMk/>
            <pc:sldMk cId="4177372478" sldId="257"/>
            <ac:spMk id="2" creationId="{918250A7-5B33-7BCB-398E-FB52C17404BB}"/>
          </ac:spMkLst>
        </pc:spChg>
        <pc:spChg chg="del">
          <ac:chgData name="Mr. PPG Dinesh Asanka" userId="54a4306b-b9cd-436b-92bf-e616bbdb8176" providerId="ADAL" clId="{763A7EB7-061F-4CF3-9E06-47EACA773A05}" dt="2026-07-22T05:50:20.693" v="30"/>
          <ac:spMkLst>
            <pc:docMk/>
            <pc:sldMk cId="4177372478" sldId="257"/>
            <ac:spMk id="3" creationId="{CEC62683-43CF-0A29-3C5B-F87871E81B74}"/>
          </ac:spMkLst>
        </pc:spChg>
        <pc:spChg chg="add">
          <ac:chgData name="Mr. PPG Dinesh Asanka" userId="54a4306b-b9cd-436b-92bf-e616bbdb8176" providerId="ADAL" clId="{763A7EB7-061F-4CF3-9E06-47EACA773A05}" dt="2026-07-22T05:50:23.033" v="31" actId="26606"/>
          <ac:spMkLst>
            <pc:docMk/>
            <pc:sldMk cId="4177372478" sldId="25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5:50:23.033" v="31" actId="26606"/>
          <ac:picMkLst>
            <pc:docMk/>
            <pc:sldMk cId="4177372478" sldId="257"/>
            <ac:picMk id="5" creationId="{7871C36F-62DC-9C1D-BA5C-D1CCE2B28A34}"/>
          </ac:picMkLst>
        </pc:picChg>
      </pc:sldChg>
      <pc:sldChg chg="del">
        <pc:chgData name="Mr. PPG Dinesh Asanka" userId="54a4306b-b9cd-436b-92bf-e616bbdb8176" providerId="ADAL" clId="{763A7EB7-061F-4CF3-9E06-47EACA773A05}" dt="2026-07-22T04:23:27.521" v="1" actId="47"/>
        <pc:sldMkLst>
          <pc:docMk/>
          <pc:sldMk cId="2311909389" sldId="258"/>
        </pc:sldMkLst>
      </pc:sldChg>
      <pc:sldChg chg="addSp delSp modSp new mod setBg">
        <pc:chgData name="Mr. PPG Dinesh Asanka" userId="54a4306b-b9cd-436b-92bf-e616bbdb8176" providerId="ADAL" clId="{763A7EB7-061F-4CF3-9E06-47EACA773A05}" dt="2026-07-22T05:52:19.155" v="35" actId="26606"/>
        <pc:sldMkLst>
          <pc:docMk/>
          <pc:sldMk cId="2342095841" sldId="258"/>
        </pc:sldMkLst>
        <pc:spChg chg="del">
          <ac:chgData name="Mr. PPG Dinesh Asanka" userId="54a4306b-b9cd-436b-92bf-e616bbdb8176" providerId="ADAL" clId="{763A7EB7-061F-4CF3-9E06-47EACA773A05}" dt="2026-07-22T05:52:19.155" v="35" actId="26606"/>
          <ac:spMkLst>
            <pc:docMk/>
            <pc:sldMk cId="2342095841" sldId="258"/>
            <ac:spMk id="2" creationId="{A0F2D181-4004-2E8D-E980-968BC5315067}"/>
          </ac:spMkLst>
        </pc:spChg>
        <pc:spChg chg="del">
          <ac:chgData name="Mr. PPG Dinesh Asanka" userId="54a4306b-b9cd-436b-92bf-e616bbdb8176" providerId="ADAL" clId="{763A7EB7-061F-4CF3-9E06-47EACA773A05}" dt="2026-07-22T05:52:17.617" v="34"/>
          <ac:spMkLst>
            <pc:docMk/>
            <pc:sldMk cId="2342095841" sldId="258"/>
            <ac:spMk id="3" creationId="{FC3BDB8B-7667-003C-38A0-684A22EBCA8D}"/>
          </ac:spMkLst>
        </pc:spChg>
        <pc:spChg chg="add">
          <ac:chgData name="Mr. PPG Dinesh Asanka" userId="54a4306b-b9cd-436b-92bf-e616bbdb8176" providerId="ADAL" clId="{763A7EB7-061F-4CF3-9E06-47EACA773A05}" dt="2026-07-22T05:52:19.155" v="35" actId="26606"/>
          <ac:spMkLst>
            <pc:docMk/>
            <pc:sldMk cId="2342095841" sldId="25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5:52:19.155" v="35" actId="26606"/>
          <ac:picMkLst>
            <pc:docMk/>
            <pc:sldMk cId="2342095841" sldId="258"/>
            <ac:picMk id="5" creationId="{C0E429AC-DBC6-8E7B-A126-74D9BF526707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22T05:55:27.105" v="43" actId="26606"/>
        <pc:sldMkLst>
          <pc:docMk/>
          <pc:sldMk cId="4073220107" sldId="259"/>
        </pc:sldMkLst>
        <pc:spChg chg="del">
          <ac:chgData name="Mr. PPG Dinesh Asanka" userId="54a4306b-b9cd-436b-92bf-e616bbdb8176" providerId="ADAL" clId="{763A7EB7-061F-4CF3-9E06-47EACA773A05}" dt="2026-07-22T05:55:27.105" v="43" actId="26606"/>
          <ac:spMkLst>
            <pc:docMk/>
            <pc:sldMk cId="4073220107" sldId="259"/>
            <ac:spMk id="2" creationId="{0E8885B5-0663-16E8-31FA-6E35E17EAC7C}"/>
          </ac:spMkLst>
        </pc:spChg>
        <pc:spChg chg="del">
          <ac:chgData name="Mr. PPG Dinesh Asanka" userId="54a4306b-b9cd-436b-92bf-e616bbdb8176" providerId="ADAL" clId="{763A7EB7-061F-4CF3-9E06-47EACA773A05}" dt="2026-07-22T05:55:25.588" v="42"/>
          <ac:spMkLst>
            <pc:docMk/>
            <pc:sldMk cId="4073220107" sldId="259"/>
            <ac:spMk id="3" creationId="{E6B53054-EA29-F3CB-F272-3C66CCC6BA0B}"/>
          </ac:spMkLst>
        </pc:spChg>
        <pc:spChg chg="add">
          <ac:chgData name="Mr. PPG Dinesh Asanka" userId="54a4306b-b9cd-436b-92bf-e616bbdb8176" providerId="ADAL" clId="{763A7EB7-061F-4CF3-9E06-47EACA773A05}" dt="2026-07-22T05:55:27.105" v="43" actId="26606"/>
          <ac:spMkLst>
            <pc:docMk/>
            <pc:sldMk cId="4073220107" sldId="25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5:55:27.105" v="43" actId="26606"/>
          <ac:picMkLst>
            <pc:docMk/>
            <pc:sldMk cId="4073220107" sldId="259"/>
            <ac:picMk id="5" creationId="{817A7EF0-E99B-4040-C849-92E10C6EE4A7}"/>
          </ac:picMkLst>
        </pc:picChg>
      </pc:sldChg>
      <pc:sldChg chg="del">
        <pc:chgData name="Mr. PPG Dinesh Asanka" userId="54a4306b-b9cd-436b-92bf-e616bbdb8176" providerId="ADAL" clId="{763A7EB7-061F-4CF3-9E06-47EACA773A05}" dt="2026-07-22T04:23:27.753" v="2" actId="47"/>
        <pc:sldMkLst>
          <pc:docMk/>
          <pc:sldMk cId="4281604709" sldId="259"/>
        </pc:sldMkLst>
      </pc:sldChg>
      <pc:sldChg chg="del">
        <pc:chgData name="Mr. PPG Dinesh Asanka" userId="54a4306b-b9cd-436b-92bf-e616bbdb8176" providerId="ADAL" clId="{763A7EB7-061F-4CF3-9E06-47EACA773A05}" dt="2026-07-22T04:23:27.970" v="3" actId="47"/>
        <pc:sldMkLst>
          <pc:docMk/>
          <pc:sldMk cId="565751895" sldId="260"/>
        </pc:sldMkLst>
      </pc:sldChg>
      <pc:sldChg chg="addSp delSp modSp add mod setBg">
        <pc:chgData name="Mr. PPG Dinesh Asanka" userId="54a4306b-b9cd-436b-92bf-e616bbdb8176" providerId="ADAL" clId="{763A7EB7-061F-4CF3-9E06-47EACA773A05}" dt="2026-07-22T05:59:05.668" v="46" actId="26606"/>
        <pc:sldMkLst>
          <pc:docMk/>
          <pc:sldMk cId="895482461" sldId="260"/>
        </pc:sldMkLst>
        <pc:spChg chg="del">
          <ac:chgData name="Mr. PPG Dinesh Asanka" userId="54a4306b-b9cd-436b-92bf-e616bbdb8176" providerId="ADAL" clId="{763A7EB7-061F-4CF3-9E06-47EACA773A05}" dt="2026-07-22T05:59:05.668" v="46" actId="26606"/>
          <ac:spMkLst>
            <pc:docMk/>
            <pc:sldMk cId="895482461" sldId="260"/>
            <ac:spMk id="2" creationId="{7F5E9EBC-23A5-BED3-A0BB-FE380404BC48}"/>
          </ac:spMkLst>
        </pc:spChg>
        <pc:spChg chg="del">
          <ac:chgData name="Mr. PPG Dinesh Asanka" userId="54a4306b-b9cd-436b-92bf-e616bbdb8176" providerId="ADAL" clId="{763A7EB7-061F-4CF3-9E06-47EACA773A05}" dt="2026-07-22T05:59:04.331" v="45"/>
          <ac:spMkLst>
            <pc:docMk/>
            <pc:sldMk cId="895482461" sldId="260"/>
            <ac:spMk id="3" creationId="{681C11A5-42EB-CC78-BF8E-236343F9275C}"/>
          </ac:spMkLst>
        </pc:spChg>
        <pc:spChg chg="add">
          <ac:chgData name="Mr. PPG Dinesh Asanka" userId="54a4306b-b9cd-436b-92bf-e616bbdb8176" providerId="ADAL" clId="{763A7EB7-061F-4CF3-9E06-47EACA773A05}" dt="2026-07-22T05:59:05.668" v="46" actId="26606"/>
          <ac:spMkLst>
            <pc:docMk/>
            <pc:sldMk cId="895482461" sldId="26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5:59:05.668" v="46" actId="26606"/>
          <ac:picMkLst>
            <pc:docMk/>
            <pc:sldMk cId="895482461" sldId="260"/>
            <ac:picMk id="5" creationId="{C5E4E2BD-8ED6-C636-2695-BCB284E65755}"/>
          </ac:picMkLst>
        </pc:picChg>
      </pc:sldChg>
      <pc:sldChg chg="del">
        <pc:chgData name="Mr. PPG Dinesh Asanka" userId="54a4306b-b9cd-436b-92bf-e616bbdb8176" providerId="ADAL" clId="{763A7EB7-061F-4CF3-9E06-47EACA773A05}" dt="2026-07-22T04:23:28.171" v="4" actId="47"/>
        <pc:sldMkLst>
          <pc:docMk/>
          <pc:sldMk cId="783483571" sldId="261"/>
        </pc:sldMkLst>
      </pc:sldChg>
      <pc:sldChg chg="addSp delSp modSp add mod setBg">
        <pc:chgData name="Mr. PPG Dinesh Asanka" userId="54a4306b-b9cd-436b-92bf-e616bbdb8176" providerId="ADAL" clId="{763A7EB7-061F-4CF3-9E06-47EACA773A05}" dt="2026-07-22T06:00:55.066" v="49" actId="26606"/>
        <pc:sldMkLst>
          <pc:docMk/>
          <pc:sldMk cId="2353296202" sldId="261"/>
        </pc:sldMkLst>
        <pc:spChg chg="del">
          <ac:chgData name="Mr. PPG Dinesh Asanka" userId="54a4306b-b9cd-436b-92bf-e616bbdb8176" providerId="ADAL" clId="{763A7EB7-061F-4CF3-9E06-47EACA773A05}" dt="2026-07-22T06:00:55.066" v="49" actId="26606"/>
          <ac:spMkLst>
            <pc:docMk/>
            <pc:sldMk cId="2353296202" sldId="261"/>
            <ac:spMk id="2" creationId="{E95D96B1-D1CD-0BA0-9EEC-B43C3648213C}"/>
          </ac:spMkLst>
        </pc:spChg>
        <pc:spChg chg="del">
          <ac:chgData name="Mr. PPG Dinesh Asanka" userId="54a4306b-b9cd-436b-92bf-e616bbdb8176" providerId="ADAL" clId="{763A7EB7-061F-4CF3-9E06-47EACA773A05}" dt="2026-07-22T06:00:53.438" v="48"/>
          <ac:spMkLst>
            <pc:docMk/>
            <pc:sldMk cId="2353296202" sldId="261"/>
            <ac:spMk id="3" creationId="{57B38FF1-7D6C-276F-91A6-60D34102DFD7}"/>
          </ac:spMkLst>
        </pc:spChg>
        <pc:spChg chg="add">
          <ac:chgData name="Mr. PPG Dinesh Asanka" userId="54a4306b-b9cd-436b-92bf-e616bbdb8176" providerId="ADAL" clId="{763A7EB7-061F-4CF3-9E06-47EACA773A05}" dt="2026-07-22T06:00:55.066" v="49" actId="26606"/>
          <ac:spMkLst>
            <pc:docMk/>
            <pc:sldMk cId="2353296202" sldId="26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00:55.066" v="49" actId="26606"/>
          <ac:picMkLst>
            <pc:docMk/>
            <pc:sldMk cId="2353296202" sldId="261"/>
            <ac:picMk id="5" creationId="{2D0C699D-5CC2-0A23-0681-C9946F358080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7-22T06:02:22.646" v="52" actId="26606"/>
        <pc:sldMkLst>
          <pc:docMk/>
          <pc:sldMk cId="2587026059" sldId="262"/>
        </pc:sldMkLst>
        <pc:spChg chg="del">
          <ac:chgData name="Mr. PPG Dinesh Asanka" userId="54a4306b-b9cd-436b-92bf-e616bbdb8176" providerId="ADAL" clId="{763A7EB7-061F-4CF3-9E06-47EACA773A05}" dt="2026-07-22T06:02:22.646" v="52" actId="26606"/>
          <ac:spMkLst>
            <pc:docMk/>
            <pc:sldMk cId="2587026059" sldId="262"/>
            <ac:spMk id="2" creationId="{F450783D-B828-913F-863A-7757392A5C7E}"/>
          </ac:spMkLst>
        </pc:spChg>
        <pc:spChg chg="del">
          <ac:chgData name="Mr. PPG Dinesh Asanka" userId="54a4306b-b9cd-436b-92bf-e616bbdb8176" providerId="ADAL" clId="{763A7EB7-061F-4CF3-9E06-47EACA773A05}" dt="2026-07-22T06:02:21.181" v="51"/>
          <ac:spMkLst>
            <pc:docMk/>
            <pc:sldMk cId="2587026059" sldId="262"/>
            <ac:spMk id="3" creationId="{FBA4D954-3795-91B7-43D6-C0B655555DEE}"/>
          </ac:spMkLst>
        </pc:spChg>
        <pc:spChg chg="add">
          <ac:chgData name="Mr. PPG Dinesh Asanka" userId="54a4306b-b9cd-436b-92bf-e616bbdb8176" providerId="ADAL" clId="{763A7EB7-061F-4CF3-9E06-47EACA773A05}" dt="2026-07-22T06:02:22.646" v="52" actId="26606"/>
          <ac:spMkLst>
            <pc:docMk/>
            <pc:sldMk cId="2587026059" sldId="26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02:22.646" v="52" actId="26606"/>
          <ac:picMkLst>
            <pc:docMk/>
            <pc:sldMk cId="2587026059" sldId="262"/>
            <ac:picMk id="5" creationId="{E145D26F-C100-213D-4C7B-9DF05D44020C}"/>
          </ac:picMkLst>
        </pc:picChg>
      </pc:sldChg>
      <pc:sldChg chg="del">
        <pc:chgData name="Mr. PPG Dinesh Asanka" userId="54a4306b-b9cd-436b-92bf-e616bbdb8176" providerId="ADAL" clId="{763A7EB7-061F-4CF3-9E06-47EACA773A05}" dt="2026-07-22T04:23:28.738" v="5" actId="47"/>
        <pc:sldMkLst>
          <pc:docMk/>
          <pc:sldMk cId="3568130417" sldId="262"/>
        </pc:sldMkLst>
      </pc:sldChg>
      <pc:sldChg chg="addSp delSp modSp add mod setBg">
        <pc:chgData name="Mr. PPG Dinesh Asanka" userId="54a4306b-b9cd-436b-92bf-e616bbdb8176" providerId="ADAL" clId="{763A7EB7-061F-4CF3-9E06-47EACA773A05}" dt="2026-07-22T06:04:08.594" v="58" actId="26606"/>
        <pc:sldMkLst>
          <pc:docMk/>
          <pc:sldMk cId="860723567" sldId="263"/>
        </pc:sldMkLst>
        <pc:spChg chg="del">
          <ac:chgData name="Mr. PPG Dinesh Asanka" userId="54a4306b-b9cd-436b-92bf-e616bbdb8176" providerId="ADAL" clId="{763A7EB7-061F-4CF3-9E06-47EACA773A05}" dt="2026-07-22T06:04:08.594" v="58" actId="26606"/>
          <ac:spMkLst>
            <pc:docMk/>
            <pc:sldMk cId="860723567" sldId="263"/>
            <ac:spMk id="2" creationId="{A12F2E0F-1CCB-99BF-F184-F696D209F815}"/>
          </ac:spMkLst>
        </pc:spChg>
        <pc:spChg chg="del">
          <ac:chgData name="Mr. PPG Dinesh Asanka" userId="54a4306b-b9cd-436b-92bf-e616bbdb8176" providerId="ADAL" clId="{763A7EB7-061F-4CF3-9E06-47EACA773A05}" dt="2026-07-22T06:04:06.138" v="57"/>
          <ac:spMkLst>
            <pc:docMk/>
            <pc:sldMk cId="860723567" sldId="263"/>
            <ac:spMk id="3" creationId="{7AB9E4FA-C28F-B246-255A-B86DEE94716F}"/>
          </ac:spMkLst>
        </pc:spChg>
        <pc:spChg chg="add">
          <ac:chgData name="Mr. PPG Dinesh Asanka" userId="54a4306b-b9cd-436b-92bf-e616bbdb8176" providerId="ADAL" clId="{763A7EB7-061F-4CF3-9E06-47EACA773A05}" dt="2026-07-22T06:04:08.594" v="58" actId="26606"/>
          <ac:spMkLst>
            <pc:docMk/>
            <pc:sldMk cId="860723567" sldId="26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04:08.594" v="58" actId="26606"/>
          <ac:picMkLst>
            <pc:docMk/>
            <pc:sldMk cId="860723567" sldId="263"/>
            <ac:picMk id="5" creationId="{F8A27623-1FDA-F22E-7A5C-34D1BEC3293F}"/>
          </ac:picMkLst>
        </pc:picChg>
      </pc:sldChg>
      <pc:sldChg chg="del">
        <pc:chgData name="Mr. PPG Dinesh Asanka" userId="54a4306b-b9cd-436b-92bf-e616bbdb8176" providerId="ADAL" clId="{763A7EB7-061F-4CF3-9E06-47EACA773A05}" dt="2026-07-22T04:23:28.913" v="6" actId="47"/>
        <pc:sldMkLst>
          <pc:docMk/>
          <pc:sldMk cId="3429900648" sldId="263"/>
        </pc:sldMkLst>
      </pc:sldChg>
      <pc:sldChg chg="addSp delSp modSp add mod setBg">
        <pc:chgData name="Mr. PPG Dinesh Asanka" userId="54a4306b-b9cd-436b-92bf-e616bbdb8176" providerId="ADAL" clId="{763A7EB7-061F-4CF3-9E06-47EACA773A05}" dt="2026-07-22T06:05:50.684" v="61" actId="26606"/>
        <pc:sldMkLst>
          <pc:docMk/>
          <pc:sldMk cId="522297690" sldId="264"/>
        </pc:sldMkLst>
        <pc:spChg chg="del">
          <ac:chgData name="Mr. PPG Dinesh Asanka" userId="54a4306b-b9cd-436b-92bf-e616bbdb8176" providerId="ADAL" clId="{763A7EB7-061F-4CF3-9E06-47EACA773A05}" dt="2026-07-22T06:05:50.684" v="61" actId="26606"/>
          <ac:spMkLst>
            <pc:docMk/>
            <pc:sldMk cId="522297690" sldId="264"/>
            <ac:spMk id="2" creationId="{0A2FA160-295E-46B2-6929-42458DEBE647}"/>
          </ac:spMkLst>
        </pc:spChg>
        <pc:spChg chg="del">
          <ac:chgData name="Mr. PPG Dinesh Asanka" userId="54a4306b-b9cd-436b-92bf-e616bbdb8176" providerId="ADAL" clId="{763A7EB7-061F-4CF3-9E06-47EACA773A05}" dt="2026-07-22T06:05:48.284" v="60"/>
          <ac:spMkLst>
            <pc:docMk/>
            <pc:sldMk cId="522297690" sldId="264"/>
            <ac:spMk id="3" creationId="{5197DCCB-A25C-1ECD-AD87-DD0CFD09577C}"/>
          </ac:spMkLst>
        </pc:spChg>
        <pc:spChg chg="add">
          <ac:chgData name="Mr. PPG Dinesh Asanka" userId="54a4306b-b9cd-436b-92bf-e616bbdb8176" providerId="ADAL" clId="{763A7EB7-061F-4CF3-9E06-47EACA773A05}" dt="2026-07-22T06:05:50.684" v="61" actId="26606"/>
          <ac:spMkLst>
            <pc:docMk/>
            <pc:sldMk cId="522297690" sldId="26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05:50.684" v="61" actId="26606"/>
          <ac:picMkLst>
            <pc:docMk/>
            <pc:sldMk cId="522297690" sldId="264"/>
            <ac:picMk id="5" creationId="{8DF76723-17E9-35E4-F91B-63F6C3C429F9}"/>
          </ac:picMkLst>
        </pc:picChg>
      </pc:sldChg>
      <pc:sldChg chg="del">
        <pc:chgData name="Mr. PPG Dinesh Asanka" userId="54a4306b-b9cd-436b-92bf-e616bbdb8176" providerId="ADAL" clId="{763A7EB7-061F-4CF3-9E06-47EACA773A05}" dt="2026-07-22T04:23:29.169" v="7" actId="47"/>
        <pc:sldMkLst>
          <pc:docMk/>
          <pc:sldMk cId="4021480102" sldId="264"/>
        </pc:sldMkLst>
      </pc:sldChg>
      <pc:sldChg chg="del">
        <pc:chgData name="Mr. PPG Dinesh Asanka" userId="54a4306b-b9cd-436b-92bf-e616bbdb8176" providerId="ADAL" clId="{763A7EB7-061F-4CF3-9E06-47EACA773A05}" dt="2026-07-22T04:23:29.345" v="8" actId="47"/>
        <pc:sldMkLst>
          <pc:docMk/>
          <pc:sldMk cId="854656966" sldId="265"/>
        </pc:sldMkLst>
      </pc:sldChg>
      <pc:sldChg chg="addSp delSp modSp add mod setBg">
        <pc:chgData name="Mr. PPG Dinesh Asanka" userId="54a4306b-b9cd-436b-92bf-e616bbdb8176" providerId="ADAL" clId="{763A7EB7-061F-4CF3-9E06-47EACA773A05}" dt="2026-07-22T06:09:53.091" v="64" actId="26606"/>
        <pc:sldMkLst>
          <pc:docMk/>
          <pc:sldMk cId="2078218982" sldId="265"/>
        </pc:sldMkLst>
        <pc:spChg chg="del">
          <ac:chgData name="Mr. PPG Dinesh Asanka" userId="54a4306b-b9cd-436b-92bf-e616bbdb8176" providerId="ADAL" clId="{763A7EB7-061F-4CF3-9E06-47EACA773A05}" dt="2026-07-22T06:09:53.091" v="64" actId="26606"/>
          <ac:spMkLst>
            <pc:docMk/>
            <pc:sldMk cId="2078218982" sldId="265"/>
            <ac:spMk id="2" creationId="{BFF0E03C-B3A7-42D0-91C7-1CA346BCD606}"/>
          </ac:spMkLst>
        </pc:spChg>
        <pc:spChg chg="del">
          <ac:chgData name="Mr. PPG Dinesh Asanka" userId="54a4306b-b9cd-436b-92bf-e616bbdb8176" providerId="ADAL" clId="{763A7EB7-061F-4CF3-9E06-47EACA773A05}" dt="2026-07-22T06:09:51.033" v="63"/>
          <ac:spMkLst>
            <pc:docMk/>
            <pc:sldMk cId="2078218982" sldId="265"/>
            <ac:spMk id="3" creationId="{AFE9ADD9-6C84-A7CE-0BC9-51E4B55A3364}"/>
          </ac:spMkLst>
        </pc:spChg>
        <pc:spChg chg="add">
          <ac:chgData name="Mr. PPG Dinesh Asanka" userId="54a4306b-b9cd-436b-92bf-e616bbdb8176" providerId="ADAL" clId="{763A7EB7-061F-4CF3-9E06-47EACA773A05}" dt="2026-07-22T06:09:53.091" v="64" actId="26606"/>
          <ac:spMkLst>
            <pc:docMk/>
            <pc:sldMk cId="2078218982" sldId="26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09:53.091" v="64" actId="26606"/>
          <ac:picMkLst>
            <pc:docMk/>
            <pc:sldMk cId="2078218982" sldId="265"/>
            <ac:picMk id="5" creationId="{D177B648-CA72-39C2-F3EE-6008F5CF123C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7-22T06:12:37.091" v="67" actId="26606"/>
        <pc:sldMkLst>
          <pc:docMk/>
          <pc:sldMk cId="1583481778" sldId="266"/>
        </pc:sldMkLst>
        <pc:spChg chg="del">
          <ac:chgData name="Mr. PPG Dinesh Asanka" userId="54a4306b-b9cd-436b-92bf-e616bbdb8176" providerId="ADAL" clId="{763A7EB7-061F-4CF3-9E06-47EACA773A05}" dt="2026-07-22T06:12:37.091" v="67" actId="26606"/>
          <ac:spMkLst>
            <pc:docMk/>
            <pc:sldMk cId="1583481778" sldId="266"/>
            <ac:spMk id="2" creationId="{6A39330A-8749-AFB8-08D2-305AD4A21B86}"/>
          </ac:spMkLst>
        </pc:spChg>
        <pc:spChg chg="del">
          <ac:chgData name="Mr. PPG Dinesh Asanka" userId="54a4306b-b9cd-436b-92bf-e616bbdb8176" providerId="ADAL" clId="{763A7EB7-061F-4CF3-9E06-47EACA773A05}" dt="2026-07-22T06:12:35.264" v="66"/>
          <ac:spMkLst>
            <pc:docMk/>
            <pc:sldMk cId="1583481778" sldId="266"/>
            <ac:spMk id="3" creationId="{D8E5CDE7-F49E-8529-D4E4-D9F908BFE588}"/>
          </ac:spMkLst>
        </pc:spChg>
        <pc:spChg chg="add">
          <ac:chgData name="Mr. PPG Dinesh Asanka" userId="54a4306b-b9cd-436b-92bf-e616bbdb8176" providerId="ADAL" clId="{763A7EB7-061F-4CF3-9E06-47EACA773A05}" dt="2026-07-22T06:12:37.091" v="67" actId="26606"/>
          <ac:spMkLst>
            <pc:docMk/>
            <pc:sldMk cId="1583481778" sldId="26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12:37.091" v="67" actId="26606"/>
          <ac:picMkLst>
            <pc:docMk/>
            <pc:sldMk cId="1583481778" sldId="266"/>
            <ac:picMk id="5" creationId="{193A4D36-D78D-6023-7CBB-90E429400534}"/>
          </ac:picMkLst>
        </pc:picChg>
      </pc:sldChg>
      <pc:sldChg chg="del">
        <pc:chgData name="Mr. PPG Dinesh Asanka" userId="54a4306b-b9cd-436b-92bf-e616bbdb8176" providerId="ADAL" clId="{763A7EB7-061F-4CF3-9E06-47EACA773A05}" dt="2026-07-22T04:23:29.537" v="9" actId="47"/>
        <pc:sldMkLst>
          <pc:docMk/>
          <pc:sldMk cId="2655300466" sldId="266"/>
        </pc:sldMkLst>
      </pc:sldChg>
      <pc:sldChg chg="del">
        <pc:chgData name="Mr. PPG Dinesh Asanka" userId="54a4306b-b9cd-436b-92bf-e616bbdb8176" providerId="ADAL" clId="{763A7EB7-061F-4CF3-9E06-47EACA773A05}" dt="2026-07-22T04:23:29.744" v="10" actId="47"/>
        <pc:sldMkLst>
          <pc:docMk/>
          <pc:sldMk cId="36008227" sldId="267"/>
        </pc:sldMkLst>
      </pc:sldChg>
      <pc:sldChg chg="addSp delSp modSp new mod setBg">
        <pc:chgData name="Mr. PPG Dinesh Asanka" userId="54a4306b-b9cd-436b-92bf-e616bbdb8176" providerId="ADAL" clId="{763A7EB7-061F-4CF3-9E06-47EACA773A05}" dt="2026-07-22T06:14:28.382" v="78" actId="26606"/>
        <pc:sldMkLst>
          <pc:docMk/>
          <pc:sldMk cId="3657498981" sldId="267"/>
        </pc:sldMkLst>
        <pc:spChg chg="del">
          <ac:chgData name="Mr. PPG Dinesh Asanka" userId="54a4306b-b9cd-436b-92bf-e616bbdb8176" providerId="ADAL" clId="{763A7EB7-061F-4CF3-9E06-47EACA773A05}" dt="2026-07-22T06:14:28.382" v="78" actId="26606"/>
          <ac:spMkLst>
            <pc:docMk/>
            <pc:sldMk cId="3657498981" sldId="267"/>
            <ac:spMk id="2" creationId="{34546E41-ACA4-F894-6FA2-2A7B92CB15B2}"/>
          </ac:spMkLst>
        </pc:spChg>
        <pc:spChg chg="del">
          <ac:chgData name="Mr. PPG Dinesh Asanka" userId="54a4306b-b9cd-436b-92bf-e616bbdb8176" providerId="ADAL" clId="{763A7EB7-061F-4CF3-9E06-47EACA773A05}" dt="2026-07-22T06:14:26.882" v="77"/>
          <ac:spMkLst>
            <pc:docMk/>
            <pc:sldMk cId="3657498981" sldId="267"/>
            <ac:spMk id="3" creationId="{F3A82B12-DBF7-892B-FCF4-073486B97666}"/>
          </ac:spMkLst>
        </pc:spChg>
        <pc:spChg chg="add">
          <ac:chgData name="Mr. PPG Dinesh Asanka" userId="54a4306b-b9cd-436b-92bf-e616bbdb8176" providerId="ADAL" clId="{763A7EB7-061F-4CF3-9E06-47EACA773A05}" dt="2026-07-22T06:14:28.382" v="78" actId="26606"/>
          <ac:spMkLst>
            <pc:docMk/>
            <pc:sldMk cId="3657498981" sldId="26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14:28.382" v="78" actId="26606"/>
          <ac:picMkLst>
            <pc:docMk/>
            <pc:sldMk cId="3657498981" sldId="267"/>
            <ac:picMk id="5" creationId="{690C4E91-ADC2-D83B-1D87-3BE5C1D4ECE2}"/>
          </ac:picMkLst>
        </pc:picChg>
      </pc:sldChg>
      <pc:sldChg chg="del">
        <pc:chgData name="Mr. PPG Dinesh Asanka" userId="54a4306b-b9cd-436b-92bf-e616bbdb8176" providerId="ADAL" clId="{763A7EB7-061F-4CF3-9E06-47EACA773A05}" dt="2026-07-22T04:23:30.241" v="11" actId="47"/>
        <pc:sldMkLst>
          <pc:docMk/>
          <pc:sldMk cId="2585216007" sldId="268"/>
        </pc:sldMkLst>
      </pc:sldChg>
      <pc:sldChg chg="addSp delSp modSp add mod setBg">
        <pc:chgData name="Mr. PPG Dinesh Asanka" userId="54a4306b-b9cd-436b-92bf-e616bbdb8176" providerId="ADAL" clId="{763A7EB7-061F-4CF3-9E06-47EACA773A05}" dt="2026-07-22T06:18:06.414" v="81" actId="26606"/>
        <pc:sldMkLst>
          <pc:docMk/>
          <pc:sldMk cId="3296906088" sldId="268"/>
        </pc:sldMkLst>
        <pc:spChg chg="del">
          <ac:chgData name="Mr. PPG Dinesh Asanka" userId="54a4306b-b9cd-436b-92bf-e616bbdb8176" providerId="ADAL" clId="{763A7EB7-061F-4CF3-9E06-47EACA773A05}" dt="2026-07-22T06:18:06.414" v="81" actId="26606"/>
          <ac:spMkLst>
            <pc:docMk/>
            <pc:sldMk cId="3296906088" sldId="268"/>
            <ac:spMk id="2" creationId="{031EE23E-AFA1-A21E-3CEF-36DB3050ECBF}"/>
          </ac:spMkLst>
        </pc:spChg>
        <pc:spChg chg="del">
          <ac:chgData name="Mr. PPG Dinesh Asanka" userId="54a4306b-b9cd-436b-92bf-e616bbdb8176" providerId="ADAL" clId="{763A7EB7-061F-4CF3-9E06-47EACA773A05}" dt="2026-07-22T06:18:04.799" v="80"/>
          <ac:spMkLst>
            <pc:docMk/>
            <pc:sldMk cId="3296906088" sldId="268"/>
            <ac:spMk id="3" creationId="{CF0CFAD8-5CEF-4402-2ECF-0B9FADAC7F8B}"/>
          </ac:spMkLst>
        </pc:spChg>
        <pc:spChg chg="add">
          <ac:chgData name="Mr. PPG Dinesh Asanka" userId="54a4306b-b9cd-436b-92bf-e616bbdb8176" providerId="ADAL" clId="{763A7EB7-061F-4CF3-9E06-47EACA773A05}" dt="2026-07-22T06:18:06.414" v="81" actId="26606"/>
          <ac:spMkLst>
            <pc:docMk/>
            <pc:sldMk cId="3296906088" sldId="26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18:06.414" v="81" actId="26606"/>
          <ac:picMkLst>
            <pc:docMk/>
            <pc:sldMk cId="3296906088" sldId="268"/>
            <ac:picMk id="5" creationId="{E2580C51-EDCC-B08C-69F9-3140C11BF3AB}"/>
          </ac:picMkLst>
        </pc:picChg>
      </pc:sldChg>
      <pc:sldChg chg="del">
        <pc:chgData name="Mr. PPG Dinesh Asanka" userId="54a4306b-b9cd-436b-92bf-e616bbdb8176" providerId="ADAL" clId="{763A7EB7-061F-4CF3-9E06-47EACA773A05}" dt="2026-07-22T04:23:30.447" v="12" actId="47"/>
        <pc:sldMkLst>
          <pc:docMk/>
          <pc:sldMk cId="1245022727" sldId="269"/>
        </pc:sldMkLst>
      </pc:sldChg>
      <pc:sldChg chg="addSp delSp modSp add mod setBg">
        <pc:chgData name="Mr. PPG Dinesh Asanka" userId="54a4306b-b9cd-436b-92bf-e616bbdb8176" providerId="ADAL" clId="{763A7EB7-061F-4CF3-9E06-47EACA773A05}" dt="2026-07-22T06:20:17.494" v="84" actId="26606"/>
        <pc:sldMkLst>
          <pc:docMk/>
          <pc:sldMk cId="3786240804" sldId="269"/>
        </pc:sldMkLst>
        <pc:spChg chg="del">
          <ac:chgData name="Mr. PPG Dinesh Asanka" userId="54a4306b-b9cd-436b-92bf-e616bbdb8176" providerId="ADAL" clId="{763A7EB7-061F-4CF3-9E06-47EACA773A05}" dt="2026-07-22T06:20:17.494" v="84" actId="26606"/>
          <ac:spMkLst>
            <pc:docMk/>
            <pc:sldMk cId="3786240804" sldId="269"/>
            <ac:spMk id="2" creationId="{FCF375E4-0282-C3D8-C328-6F413A3D59FA}"/>
          </ac:spMkLst>
        </pc:spChg>
        <pc:spChg chg="del">
          <ac:chgData name="Mr. PPG Dinesh Asanka" userId="54a4306b-b9cd-436b-92bf-e616bbdb8176" providerId="ADAL" clId="{763A7EB7-061F-4CF3-9E06-47EACA773A05}" dt="2026-07-22T06:20:15.693" v="83"/>
          <ac:spMkLst>
            <pc:docMk/>
            <pc:sldMk cId="3786240804" sldId="269"/>
            <ac:spMk id="3" creationId="{1065595A-6734-5D2C-0908-066BF44F949C}"/>
          </ac:spMkLst>
        </pc:spChg>
        <pc:spChg chg="add">
          <ac:chgData name="Mr. PPG Dinesh Asanka" userId="54a4306b-b9cd-436b-92bf-e616bbdb8176" providerId="ADAL" clId="{763A7EB7-061F-4CF3-9E06-47EACA773A05}" dt="2026-07-22T06:20:17.494" v="84" actId="26606"/>
          <ac:spMkLst>
            <pc:docMk/>
            <pc:sldMk cId="3786240804" sldId="26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20:17.494" v="84" actId="26606"/>
          <ac:picMkLst>
            <pc:docMk/>
            <pc:sldMk cId="3786240804" sldId="269"/>
            <ac:picMk id="5" creationId="{FD645375-29FF-7E6C-3329-8584692FD8FC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7-22T06:26:45.160" v="87" actId="26606"/>
        <pc:sldMkLst>
          <pc:docMk/>
          <pc:sldMk cId="2843478229" sldId="270"/>
        </pc:sldMkLst>
        <pc:spChg chg="del">
          <ac:chgData name="Mr. PPG Dinesh Asanka" userId="54a4306b-b9cd-436b-92bf-e616bbdb8176" providerId="ADAL" clId="{763A7EB7-061F-4CF3-9E06-47EACA773A05}" dt="2026-07-22T06:26:45.160" v="87" actId="26606"/>
          <ac:spMkLst>
            <pc:docMk/>
            <pc:sldMk cId="2843478229" sldId="270"/>
            <ac:spMk id="2" creationId="{8B6859D2-CA00-5171-F593-530ADC0749FF}"/>
          </ac:spMkLst>
        </pc:spChg>
        <pc:spChg chg="del">
          <ac:chgData name="Mr. PPG Dinesh Asanka" userId="54a4306b-b9cd-436b-92bf-e616bbdb8176" providerId="ADAL" clId="{763A7EB7-061F-4CF3-9E06-47EACA773A05}" dt="2026-07-22T06:26:43.759" v="86"/>
          <ac:spMkLst>
            <pc:docMk/>
            <pc:sldMk cId="2843478229" sldId="270"/>
            <ac:spMk id="3" creationId="{685C3EFD-B2E3-862E-88CE-3C9439170B14}"/>
          </ac:spMkLst>
        </pc:spChg>
        <pc:spChg chg="add">
          <ac:chgData name="Mr. PPG Dinesh Asanka" userId="54a4306b-b9cd-436b-92bf-e616bbdb8176" providerId="ADAL" clId="{763A7EB7-061F-4CF3-9E06-47EACA773A05}" dt="2026-07-22T06:26:45.160" v="87" actId="26606"/>
          <ac:spMkLst>
            <pc:docMk/>
            <pc:sldMk cId="2843478229" sldId="27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26:45.160" v="87" actId="26606"/>
          <ac:picMkLst>
            <pc:docMk/>
            <pc:sldMk cId="2843478229" sldId="270"/>
            <ac:picMk id="5" creationId="{7DEA58F6-22AA-AC7F-2AA2-3F6686398334}"/>
          </ac:picMkLst>
        </pc:picChg>
      </pc:sldChg>
      <pc:sldChg chg="del">
        <pc:chgData name="Mr. PPG Dinesh Asanka" userId="54a4306b-b9cd-436b-92bf-e616bbdb8176" providerId="ADAL" clId="{763A7EB7-061F-4CF3-9E06-47EACA773A05}" dt="2026-07-22T04:23:30.869" v="13" actId="47"/>
        <pc:sldMkLst>
          <pc:docMk/>
          <pc:sldMk cId="4076872109" sldId="270"/>
        </pc:sldMkLst>
      </pc:sldChg>
      <pc:sldChg chg="addSp delSp modSp add mod setBg">
        <pc:chgData name="Mr. PPG Dinesh Asanka" userId="54a4306b-b9cd-436b-92bf-e616bbdb8176" providerId="ADAL" clId="{763A7EB7-061F-4CF3-9E06-47EACA773A05}" dt="2026-07-22T06:29:23.340" v="90" actId="26606"/>
        <pc:sldMkLst>
          <pc:docMk/>
          <pc:sldMk cId="2015551063" sldId="271"/>
        </pc:sldMkLst>
        <pc:spChg chg="del">
          <ac:chgData name="Mr. PPG Dinesh Asanka" userId="54a4306b-b9cd-436b-92bf-e616bbdb8176" providerId="ADAL" clId="{763A7EB7-061F-4CF3-9E06-47EACA773A05}" dt="2026-07-22T06:29:23.340" v="90" actId="26606"/>
          <ac:spMkLst>
            <pc:docMk/>
            <pc:sldMk cId="2015551063" sldId="271"/>
            <ac:spMk id="2" creationId="{EE08EAA5-04A1-6E88-C6BB-8F0F3DBAAEE2}"/>
          </ac:spMkLst>
        </pc:spChg>
        <pc:spChg chg="del">
          <ac:chgData name="Mr. PPG Dinesh Asanka" userId="54a4306b-b9cd-436b-92bf-e616bbdb8176" providerId="ADAL" clId="{763A7EB7-061F-4CF3-9E06-47EACA773A05}" dt="2026-07-22T06:29:21.331" v="89"/>
          <ac:spMkLst>
            <pc:docMk/>
            <pc:sldMk cId="2015551063" sldId="271"/>
            <ac:spMk id="3" creationId="{F0A7B6CD-EAF0-C98A-8925-DCFAF80E1E6C}"/>
          </ac:spMkLst>
        </pc:spChg>
        <pc:spChg chg="add">
          <ac:chgData name="Mr. PPG Dinesh Asanka" userId="54a4306b-b9cd-436b-92bf-e616bbdb8176" providerId="ADAL" clId="{763A7EB7-061F-4CF3-9E06-47EACA773A05}" dt="2026-07-22T06:29:23.340" v="90" actId="26606"/>
          <ac:spMkLst>
            <pc:docMk/>
            <pc:sldMk cId="2015551063" sldId="27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29:23.340" v="90" actId="26606"/>
          <ac:picMkLst>
            <pc:docMk/>
            <pc:sldMk cId="2015551063" sldId="271"/>
            <ac:picMk id="5" creationId="{25606CED-C81A-8D0A-03E9-60AC8D833C9A}"/>
          </ac:picMkLst>
        </pc:picChg>
      </pc:sldChg>
      <pc:sldChg chg="del">
        <pc:chgData name="Mr. PPG Dinesh Asanka" userId="54a4306b-b9cd-436b-92bf-e616bbdb8176" providerId="ADAL" clId="{763A7EB7-061F-4CF3-9E06-47EACA773A05}" dt="2026-07-22T04:23:31.212" v="14" actId="47"/>
        <pc:sldMkLst>
          <pc:docMk/>
          <pc:sldMk cId="3104368655" sldId="271"/>
        </pc:sldMkLst>
      </pc:sldChg>
      <pc:sldChg chg="addSp delSp modSp add mod setBg">
        <pc:chgData name="Mr. PPG Dinesh Asanka" userId="54a4306b-b9cd-436b-92bf-e616bbdb8176" providerId="ADAL" clId="{763A7EB7-061F-4CF3-9E06-47EACA773A05}" dt="2026-07-22T06:30:55.634" v="93" actId="26606"/>
        <pc:sldMkLst>
          <pc:docMk/>
          <pc:sldMk cId="1397796432" sldId="272"/>
        </pc:sldMkLst>
        <pc:spChg chg="del">
          <ac:chgData name="Mr. PPG Dinesh Asanka" userId="54a4306b-b9cd-436b-92bf-e616bbdb8176" providerId="ADAL" clId="{763A7EB7-061F-4CF3-9E06-47EACA773A05}" dt="2026-07-22T06:30:55.634" v="93" actId="26606"/>
          <ac:spMkLst>
            <pc:docMk/>
            <pc:sldMk cId="1397796432" sldId="272"/>
            <ac:spMk id="2" creationId="{0C0221EA-7CAB-1604-8C7C-DA1817F0D5EC}"/>
          </ac:spMkLst>
        </pc:spChg>
        <pc:spChg chg="del">
          <ac:chgData name="Mr. PPG Dinesh Asanka" userId="54a4306b-b9cd-436b-92bf-e616bbdb8176" providerId="ADAL" clId="{763A7EB7-061F-4CF3-9E06-47EACA773A05}" dt="2026-07-22T06:30:54.286" v="92"/>
          <ac:spMkLst>
            <pc:docMk/>
            <pc:sldMk cId="1397796432" sldId="272"/>
            <ac:spMk id="3" creationId="{1AC43E29-B766-D35F-1D22-8EF3AC5F88F2}"/>
          </ac:spMkLst>
        </pc:spChg>
        <pc:spChg chg="add">
          <ac:chgData name="Mr. PPG Dinesh Asanka" userId="54a4306b-b9cd-436b-92bf-e616bbdb8176" providerId="ADAL" clId="{763A7EB7-061F-4CF3-9E06-47EACA773A05}" dt="2026-07-22T06:30:55.634" v="93" actId="26606"/>
          <ac:spMkLst>
            <pc:docMk/>
            <pc:sldMk cId="1397796432" sldId="27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0:55.634" v="93" actId="26606"/>
          <ac:picMkLst>
            <pc:docMk/>
            <pc:sldMk cId="1397796432" sldId="272"/>
            <ac:picMk id="5" creationId="{D10AA9B7-DD84-C526-3D89-E2CDF2CEC752}"/>
          </ac:picMkLst>
        </pc:picChg>
      </pc:sldChg>
      <pc:sldChg chg="del">
        <pc:chgData name="Mr. PPG Dinesh Asanka" userId="54a4306b-b9cd-436b-92bf-e616bbdb8176" providerId="ADAL" clId="{763A7EB7-061F-4CF3-9E06-47EACA773A05}" dt="2026-07-22T04:23:31.616" v="15" actId="47"/>
        <pc:sldMkLst>
          <pc:docMk/>
          <pc:sldMk cId="2692251018" sldId="272"/>
        </pc:sldMkLst>
      </pc:sldChg>
      <pc:sldChg chg="addSp delSp modSp add mod setBg">
        <pc:chgData name="Mr. PPG Dinesh Asanka" userId="54a4306b-b9cd-436b-92bf-e616bbdb8176" providerId="ADAL" clId="{763A7EB7-061F-4CF3-9E06-47EACA773A05}" dt="2026-07-22T06:32:45.164" v="96" actId="26606"/>
        <pc:sldMkLst>
          <pc:docMk/>
          <pc:sldMk cId="118480544" sldId="273"/>
        </pc:sldMkLst>
        <pc:spChg chg="del">
          <ac:chgData name="Mr. PPG Dinesh Asanka" userId="54a4306b-b9cd-436b-92bf-e616bbdb8176" providerId="ADAL" clId="{763A7EB7-061F-4CF3-9E06-47EACA773A05}" dt="2026-07-22T06:32:45.164" v="96" actId="26606"/>
          <ac:spMkLst>
            <pc:docMk/>
            <pc:sldMk cId="118480544" sldId="273"/>
            <ac:spMk id="2" creationId="{E5F25416-32FC-01EF-F8A7-9ED6A9F2EE71}"/>
          </ac:spMkLst>
        </pc:spChg>
        <pc:spChg chg="del">
          <ac:chgData name="Mr. PPG Dinesh Asanka" userId="54a4306b-b9cd-436b-92bf-e616bbdb8176" providerId="ADAL" clId="{763A7EB7-061F-4CF3-9E06-47EACA773A05}" dt="2026-07-22T06:32:43.735" v="95"/>
          <ac:spMkLst>
            <pc:docMk/>
            <pc:sldMk cId="118480544" sldId="273"/>
            <ac:spMk id="3" creationId="{56CCE8AA-5535-0264-C39B-C2FF9B540428}"/>
          </ac:spMkLst>
        </pc:spChg>
        <pc:spChg chg="add">
          <ac:chgData name="Mr. PPG Dinesh Asanka" userId="54a4306b-b9cd-436b-92bf-e616bbdb8176" providerId="ADAL" clId="{763A7EB7-061F-4CF3-9E06-47EACA773A05}" dt="2026-07-22T06:32:45.164" v="96" actId="26606"/>
          <ac:spMkLst>
            <pc:docMk/>
            <pc:sldMk cId="118480544" sldId="27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2:45.164" v="96" actId="26606"/>
          <ac:picMkLst>
            <pc:docMk/>
            <pc:sldMk cId="118480544" sldId="273"/>
            <ac:picMk id="5" creationId="{1C19560C-D0FC-5403-37D0-591D4278C68D}"/>
          </ac:picMkLst>
        </pc:picChg>
      </pc:sldChg>
      <pc:sldChg chg="del">
        <pc:chgData name="Mr. PPG Dinesh Asanka" userId="54a4306b-b9cd-436b-92bf-e616bbdb8176" providerId="ADAL" clId="{763A7EB7-061F-4CF3-9E06-47EACA773A05}" dt="2026-07-22T04:23:32.030" v="16" actId="47"/>
        <pc:sldMkLst>
          <pc:docMk/>
          <pc:sldMk cId="3841476714" sldId="273"/>
        </pc:sldMkLst>
      </pc:sldChg>
      <pc:sldChg chg="del">
        <pc:chgData name="Mr. PPG Dinesh Asanka" userId="54a4306b-b9cd-436b-92bf-e616bbdb8176" providerId="ADAL" clId="{763A7EB7-061F-4CF3-9E06-47EACA773A05}" dt="2026-07-22T04:23:32.500" v="17" actId="47"/>
        <pc:sldMkLst>
          <pc:docMk/>
          <pc:sldMk cId="1713700181" sldId="274"/>
        </pc:sldMkLst>
      </pc:sldChg>
      <pc:sldChg chg="addSp delSp modSp add mod setBg">
        <pc:chgData name="Mr. PPG Dinesh Asanka" userId="54a4306b-b9cd-436b-92bf-e616bbdb8176" providerId="ADAL" clId="{763A7EB7-061F-4CF3-9E06-47EACA773A05}" dt="2026-07-22T06:33:03.858" v="99" actId="26606"/>
        <pc:sldMkLst>
          <pc:docMk/>
          <pc:sldMk cId="1818388450" sldId="274"/>
        </pc:sldMkLst>
        <pc:spChg chg="del">
          <ac:chgData name="Mr. PPG Dinesh Asanka" userId="54a4306b-b9cd-436b-92bf-e616bbdb8176" providerId="ADAL" clId="{763A7EB7-061F-4CF3-9E06-47EACA773A05}" dt="2026-07-22T06:33:03.858" v="99" actId="26606"/>
          <ac:spMkLst>
            <pc:docMk/>
            <pc:sldMk cId="1818388450" sldId="274"/>
            <ac:spMk id="2" creationId="{F2ED0011-02BF-D11A-833C-8237D8C51155}"/>
          </ac:spMkLst>
        </pc:spChg>
        <pc:spChg chg="del">
          <ac:chgData name="Mr. PPG Dinesh Asanka" userId="54a4306b-b9cd-436b-92bf-e616bbdb8176" providerId="ADAL" clId="{763A7EB7-061F-4CF3-9E06-47EACA773A05}" dt="2026-07-22T06:33:01.684" v="98"/>
          <ac:spMkLst>
            <pc:docMk/>
            <pc:sldMk cId="1818388450" sldId="274"/>
            <ac:spMk id="3" creationId="{BABB1007-2E24-1D39-CB67-A4EC0599B242}"/>
          </ac:spMkLst>
        </pc:spChg>
        <pc:spChg chg="add">
          <ac:chgData name="Mr. PPG Dinesh Asanka" userId="54a4306b-b9cd-436b-92bf-e616bbdb8176" providerId="ADAL" clId="{763A7EB7-061F-4CF3-9E06-47EACA773A05}" dt="2026-07-22T06:33:03.858" v="99" actId="26606"/>
          <ac:spMkLst>
            <pc:docMk/>
            <pc:sldMk cId="1818388450" sldId="27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3:03.858" v="99" actId="26606"/>
          <ac:picMkLst>
            <pc:docMk/>
            <pc:sldMk cId="1818388450" sldId="274"/>
            <ac:picMk id="5" creationId="{93BE32E7-BA91-9924-568B-AAE9D26140BB}"/>
          </ac:picMkLst>
        </pc:picChg>
      </pc:sldChg>
      <pc:sldChg chg="del">
        <pc:chgData name="Mr. PPG Dinesh Asanka" userId="54a4306b-b9cd-436b-92bf-e616bbdb8176" providerId="ADAL" clId="{763A7EB7-061F-4CF3-9E06-47EACA773A05}" dt="2026-07-22T04:23:32.901" v="18" actId="47"/>
        <pc:sldMkLst>
          <pc:docMk/>
          <pc:sldMk cId="2093006088" sldId="275"/>
        </pc:sldMkLst>
      </pc:sldChg>
      <pc:sldChg chg="addSp delSp modSp new mod setBg">
        <pc:chgData name="Mr. PPG Dinesh Asanka" userId="54a4306b-b9cd-436b-92bf-e616bbdb8176" providerId="ADAL" clId="{763A7EB7-061F-4CF3-9E06-47EACA773A05}" dt="2026-07-22T06:35:12.057" v="106" actId="26606"/>
        <pc:sldMkLst>
          <pc:docMk/>
          <pc:sldMk cId="2196891018" sldId="275"/>
        </pc:sldMkLst>
        <pc:spChg chg="del">
          <ac:chgData name="Mr. PPG Dinesh Asanka" userId="54a4306b-b9cd-436b-92bf-e616bbdb8176" providerId="ADAL" clId="{763A7EB7-061F-4CF3-9E06-47EACA773A05}" dt="2026-07-22T06:35:12.057" v="106" actId="26606"/>
          <ac:spMkLst>
            <pc:docMk/>
            <pc:sldMk cId="2196891018" sldId="275"/>
            <ac:spMk id="2" creationId="{D024796D-3384-EFA5-9BDE-4CB7BE1B0415}"/>
          </ac:spMkLst>
        </pc:spChg>
        <pc:spChg chg="del">
          <ac:chgData name="Mr. PPG Dinesh Asanka" userId="54a4306b-b9cd-436b-92bf-e616bbdb8176" providerId="ADAL" clId="{763A7EB7-061F-4CF3-9E06-47EACA773A05}" dt="2026-07-22T06:35:10.487" v="105"/>
          <ac:spMkLst>
            <pc:docMk/>
            <pc:sldMk cId="2196891018" sldId="275"/>
            <ac:spMk id="3" creationId="{1900020F-0F10-A878-92C0-6BFE1E700D30}"/>
          </ac:spMkLst>
        </pc:spChg>
        <pc:spChg chg="add">
          <ac:chgData name="Mr. PPG Dinesh Asanka" userId="54a4306b-b9cd-436b-92bf-e616bbdb8176" providerId="ADAL" clId="{763A7EB7-061F-4CF3-9E06-47EACA773A05}" dt="2026-07-22T06:35:12.057" v="106" actId="26606"/>
          <ac:spMkLst>
            <pc:docMk/>
            <pc:sldMk cId="2196891018" sldId="27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5:12.057" v="106" actId="26606"/>
          <ac:picMkLst>
            <pc:docMk/>
            <pc:sldMk cId="2196891018" sldId="275"/>
            <ac:picMk id="5" creationId="{3FD229C2-B876-B981-A899-C2779FD0AAEA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7-22T06:36:34.372" v="109" actId="26606"/>
        <pc:sldMkLst>
          <pc:docMk/>
          <pc:sldMk cId="1718123505" sldId="276"/>
        </pc:sldMkLst>
        <pc:spChg chg="del">
          <ac:chgData name="Mr. PPG Dinesh Asanka" userId="54a4306b-b9cd-436b-92bf-e616bbdb8176" providerId="ADAL" clId="{763A7EB7-061F-4CF3-9E06-47EACA773A05}" dt="2026-07-22T06:36:34.372" v="109" actId="26606"/>
          <ac:spMkLst>
            <pc:docMk/>
            <pc:sldMk cId="1718123505" sldId="276"/>
            <ac:spMk id="2" creationId="{8BC735B2-5726-4EA6-EAF2-431703DB185D}"/>
          </ac:spMkLst>
        </pc:spChg>
        <pc:spChg chg="del">
          <ac:chgData name="Mr. PPG Dinesh Asanka" userId="54a4306b-b9cd-436b-92bf-e616bbdb8176" providerId="ADAL" clId="{763A7EB7-061F-4CF3-9E06-47EACA773A05}" dt="2026-07-22T06:36:31.893" v="108"/>
          <ac:spMkLst>
            <pc:docMk/>
            <pc:sldMk cId="1718123505" sldId="276"/>
            <ac:spMk id="3" creationId="{75DCD4AD-EC21-B83D-CC63-4C6ED89D8F48}"/>
          </ac:spMkLst>
        </pc:spChg>
        <pc:spChg chg="add">
          <ac:chgData name="Mr. PPG Dinesh Asanka" userId="54a4306b-b9cd-436b-92bf-e616bbdb8176" providerId="ADAL" clId="{763A7EB7-061F-4CF3-9E06-47EACA773A05}" dt="2026-07-22T06:36:34.372" v="109" actId="26606"/>
          <ac:spMkLst>
            <pc:docMk/>
            <pc:sldMk cId="1718123505" sldId="27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6:34.372" v="109" actId="26606"/>
          <ac:picMkLst>
            <pc:docMk/>
            <pc:sldMk cId="1718123505" sldId="276"/>
            <ac:picMk id="5" creationId="{8BDB6DB3-F3C6-BF84-B866-A60055AA9687}"/>
          </ac:picMkLst>
        </pc:picChg>
      </pc:sldChg>
      <pc:sldChg chg="del">
        <pc:chgData name="Mr. PPG Dinesh Asanka" userId="54a4306b-b9cd-436b-92bf-e616bbdb8176" providerId="ADAL" clId="{763A7EB7-061F-4CF3-9E06-47EACA773A05}" dt="2026-07-22T04:23:33.534" v="19" actId="47"/>
        <pc:sldMkLst>
          <pc:docMk/>
          <pc:sldMk cId="3491733007" sldId="276"/>
        </pc:sldMkLst>
      </pc:sldChg>
      <pc:sldChg chg="addSp delSp modSp add mod setBg">
        <pc:chgData name="Mr. PPG Dinesh Asanka" userId="54a4306b-b9cd-436b-92bf-e616bbdb8176" providerId="ADAL" clId="{763A7EB7-061F-4CF3-9E06-47EACA773A05}" dt="2026-07-22T06:38:52.967" v="112" actId="26606"/>
        <pc:sldMkLst>
          <pc:docMk/>
          <pc:sldMk cId="3315614335" sldId="277"/>
        </pc:sldMkLst>
        <pc:spChg chg="del">
          <ac:chgData name="Mr. PPG Dinesh Asanka" userId="54a4306b-b9cd-436b-92bf-e616bbdb8176" providerId="ADAL" clId="{763A7EB7-061F-4CF3-9E06-47EACA773A05}" dt="2026-07-22T06:38:52.967" v="112" actId="26606"/>
          <ac:spMkLst>
            <pc:docMk/>
            <pc:sldMk cId="3315614335" sldId="277"/>
            <ac:spMk id="2" creationId="{15F86CC5-0D5F-7AD3-C2EE-16BA879DA776}"/>
          </ac:spMkLst>
        </pc:spChg>
        <pc:spChg chg="del">
          <ac:chgData name="Mr. PPG Dinesh Asanka" userId="54a4306b-b9cd-436b-92bf-e616bbdb8176" providerId="ADAL" clId="{763A7EB7-061F-4CF3-9E06-47EACA773A05}" dt="2026-07-22T06:38:51.238" v="111"/>
          <ac:spMkLst>
            <pc:docMk/>
            <pc:sldMk cId="3315614335" sldId="277"/>
            <ac:spMk id="3" creationId="{E631D8C4-F93F-6E5C-1D9A-BED93B74A02C}"/>
          </ac:spMkLst>
        </pc:spChg>
        <pc:spChg chg="add">
          <ac:chgData name="Mr. PPG Dinesh Asanka" userId="54a4306b-b9cd-436b-92bf-e616bbdb8176" providerId="ADAL" clId="{763A7EB7-061F-4CF3-9E06-47EACA773A05}" dt="2026-07-22T06:38:52.967" v="112" actId="26606"/>
          <ac:spMkLst>
            <pc:docMk/>
            <pc:sldMk cId="3315614335" sldId="27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38:52.967" v="112" actId="26606"/>
          <ac:picMkLst>
            <pc:docMk/>
            <pc:sldMk cId="3315614335" sldId="277"/>
            <ac:picMk id="5" creationId="{0FC76057-4E6F-63EC-9F1C-CBC8C4B0230E}"/>
          </ac:picMkLst>
        </pc:picChg>
      </pc:sldChg>
      <pc:sldChg chg="del">
        <pc:chgData name="Mr. PPG Dinesh Asanka" userId="54a4306b-b9cd-436b-92bf-e616bbdb8176" providerId="ADAL" clId="{763A7EB7-061F-4CF3-9E06-47EACA773A05}" dt="2026-07-22T04:23:34.120" v="20" actId="47"/>
        <pc:sldMkLst>
          <pc:docMk/>
          <pc:sldMk cId="3579528606" sldId="277"/>
        </pc:sldMkLst>
      </pc:sldChg>
      <pc:sldChg chg="addSp delSp modSp add mod setBg">
        <pc:chgData name="Mr. PPG Dinesh Asanka" userId="54a4306b-b9cd-436b-92bf-e616bbdb8176" providerId="ADAL" clId="{763A7EB7-061F-4CF3-9E06-47EACA773A05}" dt="2026-07-22T06:42:34.380" v="115" actId="26606"/>
        <pc:sldMkLst>
          <pc:docMk/>
          <pc:sldMk cId="31840393" sldId="278"/>
        </pc:sldMkLst>
        <pc:spChg chg="del">
          <ac:chgData name="Mr. PPG Dinesh Asanka" userId="54a4306b-b9cd-436b-92bf-e616bbdb8176" providerId="ADAL" clId="{763A7EB7-061F-4CF3-9E06-47EACA773A05}" dt="2026-07-22T06:42:34.380" v="115" actId="26606"/>
          <ac:spMkLst>
            <pc:docMk/>
            <pc:sldMk cId="31840393" sldId="278"/>
            <ac:spMk id="2" creationId="{07B8C595-EF8F-F3D0-BA9B-0FB9291F4F1B}"/>
          </ac:spMkLst>
        </pc:spChg>
        <pc:spChg chg="del">
          <ac:chgData name="Mr. PPG Dinesh Asanka" userId="54a4306b-b9cd-436b-92bf-e616bbdb8176" providerId="ADAL" clId="{763A7EB7-061F-4CF3-9E06-47EACA773A05}" dt="2026-07-22T06:42:32.578" v="114"/>
          <ac:spMkLst>
            <pc:docMk/>
            <pc:sldMk cId="31840393" sldId="278"/>
            <ac:spMk id="3" creationId="{CEDAF54A-6FB1-F224-BB5F-3BE2860A9C86}"/>
          </ac:spMkLst>
        </pc:spChg>
        <pc:spChg chg="add">
          <ac:chgData name="Mr. PPG Dinesh Asanka" userId="54a4306b-b9cd-436b-92bf-e616bbdb8176" providerId="ADAL" clId="{763A7EB7-061F-4CF3-9E06-47EACA773A05}" dt="2026-07-22T06:42:34.380" v="115" actId="26606"/>
          <ac:spMkLst>
            <pc:docMk/>
            <pc:sldMk cId="31840393" sldId="27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22T06:42:34.380" v="115" actId="26606"/>
          <ac:picMkLst>
            <pc:docMk/>
            <pc:sldMk cId="31840393" sldId="278"/>
            <ac:picMk id="5" creationId="{3141C1FF-8354-D1D0-ED5B-16EFA0AC79E8}"/>
          </ac:picMkLst>
        </pc:picChg>
      </pc:sldChg>
      <pc:sldChg chg="del">
        <pc:chgData name="Mr. PPG Dinesh Asanka" userId="54a4306b-b9cd-436b-92bf-e616bbdb8176" providerId="ADAL" clId="{763A7EB7-061F-4CF3-9E06-47EACA773A05}" dt="2026-07-22T04:23:34.783" v="21" actId="47"/>
        <pc:sldMkLst>
          <pc:docMk/>
          <pc:sldMk cId="2547998932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9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22,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22,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Wednesday, July 22,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Wednesday, July 22,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22,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483292-9A78-9ED8-6DEA-B2501BB11CF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B1612F-822C-3412-2FA4-5E37F4405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848EE-8511-F39C-6F5B-88F736F12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04B740-C069-0D92-8B35-CAA7812EF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71C36F-62DC-9C1D-BA5C-D1CCE2B28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7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429AC-DBC6-8E7B-A126-74D9BF526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9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7A7EF0-E99B-4040-C849-92E10C6EE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2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27269-E9C3-8E51-17D7-4AF2E387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E4E2BD-8ED6-C636-2695-BCB284E65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8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7FC97-B1FE-590B-8C2B-92D06BEB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0C699D-5CC2-0A23-0681-C9946F358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9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9FCBE-B09E-1070-196B-7BC12A350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45D26F-C100-213D-4C7B-9DF05D440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2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1ED00-21A9-E825-905F-B9A56819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27623-1FDA-F22E-7A5C-34D1BEC32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2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5461D-DE94-6C04-3A48-B64735A8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F76723-17E9-35E4-F91B-63F6C3C42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41"/>
          <a:stretch>
            <a:fillRect/>
          </a:stretch>
        </p:blipFill>
        <p:spPr>
          <a:xfrm>
            <a:off x="20" y="1"/>
            <a:ext cx="12191980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9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0D85F-962D-2DA2-FF3F-B8AFBAD0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7B648-CA72-39C2-F3EE-6008F5CF1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18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11C11-5090-46D0-314F-270730E0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3A4D36-D78D-6023-7CBB-90E429400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8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0C4E91-ADC2-D83B-1D87-3BE5C1D4E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98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0E6FA-59E5-756B-E5F6-07529334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80C51-EDCC-B08C-69F9-3140C11BF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06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557D3-0802-F3DA-1072-E905F26B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45375-29FF-7E6C-3329-8584692FD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40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B8E8D-DE25-CC46-62D5-9AEB1477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A58F6-22AA-AC7F-2AA2-3F6686398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78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5C6B6-7466-32F6-BEA2-0F1B01AF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606CED-C81A-8D0A-03E9-60AC8D833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51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AD3F3-56D4-56DF-D626-EAF619F3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AA9B7-DD84-C526-3D89-E2CDF2CEC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9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AD6F6-34FD-2ADC-FD0A-A892B1BD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19560C-D0FC-5403-37D0-591D4278C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4F998-1C1E-FCBB-12E2-330DB6A5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BE32E7-BA91-9924-568B-AAE9D2614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8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229C2-B876-B981-A899-C2779FD0A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9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7E52E-15D4-FEFE-14C3-F811297B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DB6DB3-F3C6-BF84-B866-A60055AA9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23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7A40B-5165-20FB-B50A-11CF3042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76057-4E6F-63EC-9F1C-CBC8C4B02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" b="13697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14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B9A8C-D36C-1DD3-39B3-B7A8B430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41C1FF-8354-D1D0-ED5B-16EFA0AC7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393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www.w3.org/XML/1998/namespace"/>
    <ds:schemaRef ds:uri="http://purl.org/dc/terms/"/>
    <ds:schemaRef ds:uri="http://schemas.microsoft.com/office/infopath/2007/PartnerControls"/>
    <ds:schemaRef ds:uri="bbf2655a-b97a-4cd5-9749-fa15d2d37c4f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6327976d-0e7f-4f4d-9e8d-9adece0280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5062</TotalTime>
  <Words>1</Words>
  <Application>Microsoft Office PowerPoint</Application>
  <PresentationFormat>Widescreen</PresentationFormat>
  <Paragraphs>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6</cp:revision>
  <dcterms:created xsi:type="dcterms:W3CDTF">2026-06-21T09:38:34Z</dcterms:created>
  <dcterms:modified xsi:type="dcterms:W3CDTF">2026-07-22T06:42:41Z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