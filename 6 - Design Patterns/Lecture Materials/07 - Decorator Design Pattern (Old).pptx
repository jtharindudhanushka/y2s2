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4"/>
  </p:sldMasterIdLst>
  <p:notesMasterIdLst>
    <p:notesMasterId r:id="rId28"/>
  </p:notesMasterIdLst>
  <p:sldIdLst>
    <p:sldId id="256" r:id="rId5"/>
    <p:sldId id="281" r:id="rId6"/>
    <p:sldId id="287" r:id="rId7"/>
    <p:sldId id="258" r:id="rId8"/>
    <p:sldId id="260" r:id="rId9"/>
    <p:sldId id="261" r:id="rId10"/>
    <p:sldId id="288" r:id="rId11"/>
    <p:sldId id="290" r:id="rId12"/>
    <p:sldId id="289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4" r:id="rId24"/>
    <p:sldId id="275" r:id="rId25"/>
    <p:sldId id="276" r:id="rId26"/>
    <p:sldId id="291" r:id="rId2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aa232db2-7a78-4414-a529-33db9124cba7::" providerId="AD" clId="Web-{29C10A5D-6C4A-0356-F95E-6AD20544AFE3}"/>
    <pc:docChg chg="modSld">
      <pc:chgData name="Guest User" userId="S::urn:spo:tenantanon#aa232db2-7a78-4414-a529-33db9124cba7::" providerId="AD" clId="Web-{29C10A5D-6C4A-0356-F95E-6AD20544AFE3}" dt="2026-08-10T00:54:25.177" v="9"/>
      <pc:docMkLst>
        <pc:docMk/>
      </pc:docMkLst>
      <pc:sldChg chg="modSp">
        <pc:chgData name="Guest User" userId="S::urn:spo:tenantanon#aa232db2-7a78-4414-a529-33db9124cba7::" providerId="AD" clId="Web-{29C10A5D-6C4A-0356-F95E-6AD20544AFE3}" dt="2026-08-10T00:32:25.645" v="1" actId="1076"/>
        <pc:sldMkLst>
          <pc:docMk/>
          <pc:sldMk cId="0" sldId="263"/>
        </pc:sldMkLst>
        <pc:picChg chg="mod">
          <ac:chgData name="Guest User" userId="S::urn:spo:tenantanon#aa232db2-7a78-4414-a529-33db9124cba7::" providerId="AD" clId="Web-{29C10A5D-6C4A-0356-F95E-6AD20544AFE3}" dt="2026-08-10T00:32:25.645" v="1" actId="1076"/>
          <ac:picMkLst>
            <pc:docMk/>
            <pc:sldMk cId="0" sldId="263"/>
            <ac:picMk id="111" creationId="{00000000-0000-0000-0000-000000000000}"/>
          </ac:picMkLst>
        </pc:picChg>
      </pc:sldChg>
      <pc:sldChg chg="addSp delSp modSp">
        <pc:chgData name="Guest User" userId="S::urn:spo:tenantanon#aa232db2-7a78-4414-a529-33db9124cba7::" providerId="AD" clId="Web-{29C10A5D-6C4A-0356-F95E-6AD20544AFE3}" dt="2026-08-10T00:51:24.842" v="6"/>
        <pc:sldMkLst>
          <pc:docMk/>
          <pc:sldMk cId="0" sldId="264"/>
        </pc:sldMkLst>
        <pc:picChg chg="mod">
          <ac:chgData name="Guest User" userId="S::urn:spo:tenantanon#aa232db2-7a78-4414-a529-33db9124cba7::" providerId="AD" clId="Web-{29C10A5D-6C4A-0356-F95E-6AD20544AFE3}" dt="2026-08-10T00:34:04.101" v="2" actId="1076"/>
          <ac:picMkLst>
            <pc:docMk/>
            <pc:sldMk cId="0" sldId="264"/>
            <ac:picMk id="118" creationId="{00000000-0000-0000-0000-000000000000}"/>
          </ac:picMkLst>
        </pc:picChg>
      </pc:sldChg>
      <pc:sldChg chg="addSp delSp modSp">
        <pc:chgData name="Guest User" userId="S::urn:spo:tenantanon#aa232db2-7a78-4414-a529-33db9124cba7::" providerId="AD" clId="Web-{29C10A5D-6C4A-0356-F95E-6AD20544AFE3}" dt="2026-08-10T00:54:25.177" v="9"/>
        <pc:sldMkLst>
          <pc:docMk/>
          <pc:sldMk cId="0" sldId="270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ixabay.com/en/check-correct-tick-mark-symbol-303401/" TargetMode="External"/><Relationship Id="rId1" Type="http://schemas.openxmlformats.org/officeDocument/2006/relationships/image" Target="../media/image2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image" Target="../media/image1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image" Target="../media/image33.svg"/><Relationship Id="rId1" Type="http://schemas.openxmlformats.org/officeDocument/2006/relationships/image" Target="../media/image32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image" Target="../media/image3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2#1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BC285D-7C90-45EC-919F-95B8ED8A0C28}" type="doc">
      <dgm:prSet loTypeId="urn:microsoft.com/office/officeart/2008/layout/PictureAccentList" loCatId="list" qsTypeId="urn:microsoft.com/office/officeart/2005/8/quickstyle/simple1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00B67E32-E6BD-4983-9653-5C720FF5C9AC}">
      <dgm:prSet phldrT="[Text]" custT="1"/>
      <dgm:spPr/>
      <dgm:t>
        <a:bodyPr/>
        <a:lstStyle/>
        <a:p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gm:t>
    </dgm:pt>
    <dgm:pt modelId="{B68382FD-FCD8-48AC-880B-F2BD8AC3B529}" type="parTrans" cxnId="{22882534-2790-41E0-92AE-8362E66D5214}">
      <dgm:prSet/>
      <dgm:spPr/>
      <dgm:t>
        <a:bodyPr/>
        <a:lstStyle/>
        <a:p>
          <a:endParaRPr lang="en-US"/>
        </a:p>
      </dgm:t>
    </dgm:pt>
    <dgm:pt modelId="{33370808-742A-410A-9059-EEB54400542E}" type="sibTrans" cxnId="{22882534-2790-41E0-92AE-8362E66D5214}">
      <dgm:prSet/>
      <dgm:spPr/>
      <dgm:t>
        <a:bodyPr/>
        <a:lstStyle/>
        <a:p>
          <a:endParaRPr lang="en-US"/>
        </a:p>
      </dgm:t>
    </dgm:pt>
    <dgm:pt modelId="{1CC591C8-C948-45EE-867F-895B7CBBB002}">
      <dgm:prSet phldrT="[Text]"/>
      <dgm:spPr/>
      <dgm:t>
        <a:bodyPr/>
        <a:lstStyle/>
        <a:p>
          <a:pPr>
            <a:buNone/>
          </a:pPr>
          <a:r>
            <a:rPr lang="en-US"/>
            <a:t>Factory</a:t>
          </a:r>
        </a:p>
      </dgm:t>
    </dgm:pt>
    <dgm:pt modelId="{7FE73F14-D9A5-4858-A7DF-D2C46AFBF238}" type="parTrans" cxnId="{A4DEB4F5-060F-416B-978E-D01D324F86C3}">
      <dgm:prSet/>
      <dgm:spPr/>
      <dgm:t>
        <a:bodyPr/>
        <a:lstStyle/>
        <a:p>
          <a:endParaRPr lang="en-US"/>
        </a:p>
      </dgm:t>
    </dgm:pt>
    <dgm:pt modelId="{EA925A09-6AA5-4185-9E26-54802AAEBCC0}" type="sibTrans" cxnId="{A4DEB4F5-060F-416B-978E-D01D324F86C3}">
      <dgm:prSet/>
      <dgm:spPr/>
      <dgm:t>
        <a:bodyPr/>
        <a:lstStyle/>
        <a:p>
          <a:endParaRPr lang="en-US"/>
        </a:p>
      </dgm:t>
    </dgm:pt>
    <dgm:pt modelId="{DDBB3C66-D5E4-4FC0-91BC-C61300BC37FA}">
      <dgm:prSet phldrT="[Text]"/>
      <dgm:spPr/>
      <dgm:t>
        <a:bodyPr/>
        <a:lstStyle/>
        <a:p>
          <a:r>
            <a:rPr lang="en-US" b="1"/>
            <a:t>Structural (7)</a:t>
          </a:r>
          <a:endParaRPr lang="en-US"/>
        </a:p>
      </dgm:t>
    </dgm:pt>
    <dgm:pt modelId="{8048B7FF-CAC6-410A-B397-445FF483B94B}" type="parTrans" cxnId="{1657EFE0-2A26-4DE8-9B3D-CAD70A5B058F}">
      <dgm:prSet/>
      <dgm:spPr/>
      <dgm:t>
        <a:bodyPr/>
        <a:lstStyle/>
        <a:p>
          <a:endParaRPr lang="en-US"/>
        </a:p>
      </dgm:t>
    </dgm:pt>
    <dgm:pt modelId="{D41F61FF-4452-4981-9F84-CF1EDCB01EE5}" type="sibTrans" cxnId="{1657EFE0-2A26-4DE8-9B3D-CAD70A5B058F}">
      <dgm:prSet/>
      <dgm:spPr/>
      <dgm:t>
        <a:bodyPr/>
        <a:lstStyle/>
        <a:p>
          <a:endParaRPr lang="en-US"/>
        </a:p>
      </dgm:t>
    </dgm:pt>
    <dgm:pt modelId="{2B657BF5-4A26-4CD9-B902-E0676D265266}">
      <dgm:prSet phldrT="[Text]"/>
      <dgm:spPr/>
      <dgm:t>
        <a:bodyPr/>
        <a:lstStyle/>
        <a:p>
          <a:pPr>
            <a:buNone/>
          </a:pPr>
          <a:r>
            <a:rPr lang="en-US"/>
            <a:t>Adapter</a:t>
          </a:r>
        </a:p>
      </dgm:t>
    </dgm:pt>
    <dgm:pt modelId="{AD2F32A6-90CE-40CD-8475-A244527A9B19}" type="parTrans" cxnId="{169A3ED5-5052-43A0-82D4-8E4B3A319F13}">
      <dgm:prSet/>
      <dgm:spPr/>
      <dgm:t>
        <a:bodyPr/>
        <a:lstStyle/>
        <a:p>
          <a:endParaRPr lang="en-US"/>
        </a:p>
      </dgm:t>
    </dgm:pt>
    <dgm:pt modelId="{DDB011C5-727F-4AA9-8D3F-4766D235E191}" type="sibTrans" cxnId="{169A3ED5-5052-43A0-82D4-8E4B3A319F13}">
      <dgm:prSet/>
      <dgm:spPr/>
      <dgm:t>
        <a:bodyPr/>
        <a:lstStyle/>
        <a:p>
          <a:endParaRPr lang="en-US"/>
        </a:p>
      </dgm:t>
    </dgm:pt>
    <dgm:pt modelId="{435E0EAF-C8D9-4EA8-BA75-E6227BC64A76}">
      <dgm:prSet phldrT="[Text]"/>
      <dgm:spPr/>
      <dgm:t>
        <a:bodyPr/>
        <a:lstStyle/>
        <a:p>
          <a:r>
            <a:rPr lang="en-US" b="1"/>
            <a:t>Behavioral (11)</a:t>
          </a:r>
          <a:endParaRPr lang="en-US"/>
        </a:p>
      </dgm:t>
    </dgm:pt>
    <dgm:pt modelId="{D12C3D16-34C0-4F23-9339-C8E1307B2628}" type="parTrans" cxnId="{8B733144-9B60-4310-A6E8-4DBA91DF05EF}">
      <dgm:prSet/>
      <dgm:spPr/>
      <dgm:t>
        <a:bodyPr/>
        <a:lstStyle/>
        <a:p>
          <a:endParaRPr lang="en-US"/>
        </a:p>
      </dgm:t>
    </dgm:pt>
    <dgm:pt modelId="{5A3E3F88-25FD-4B91-9416-5FFE41347D4C}" type="sibTrans" cxnId="{8B733144-9B60-4310-A6E8-4DBA91DF05EF}">
      <dgm:prSet/>
      <dgm:spPr/>
      <dgm:t>
        <a:bodyPr/>
        <a:lstStyle/>
        <a:p>
          <a:endParaRPr lang="en-US"/>
        </a:p>
      </dgm:t>
    </dgm:pt>
    <dgm:pt modelId="{518A4EE0-101F-44E6-991F-C21F5D23D07B}">
      <dgm:prSet phldrT="[Text]"/>
      <dgm:spPr/>
      <dgm:t>
        <a:bodyPr/>
        <a:lstStyle/>
        <a:p>
          <a:pPr>
            <a:buNone/>
          </a:pPr>
          <a:r>
            <a:rPr lang="en-US"/>
            <a:t>Chain Of Responsibility</a:t>
          </a:r>
        </a:p>
      </dgm:t>
    </dgm:pt>
    <dgm:pt modelId="{B568E182-4317-46C3-AF4D-3D1F55BAA12A}" type="parTrans" cxnId="{E12F90BE-AFA1-4A6D-BE07-03C33995C4DF}">
      <dgm:prSet/>
      <dgm:spPr/>
      <dgm:t>
        <a:bodyPr/>
        <a:lstStyle/>
        <a:p>
          <a:endParaRPr lang="en-US"/>
        </a:p>
      </dgm:t>
    </dgm:pt>
    <dgm:pt modelId="{70FD0B30-9EA2-4660-B21E-A06A2E6E4FA8}" type="sibTrans" cxnId="{E12F90BE-AFA1-4A6D-BE07-03C33995C4DF}">
      <dgm:prSet/>
      <dgm:spPr/>
      <dgm:t>
        <a:bodyPr/>
        <a:lstStyle/>
        <a:p>
          <a:endParaRPr lang="en-US"/>
        </a:p>
      </dgm:t>
    </dgm:pt>
    <dgm:pt modelId="{9FC16266-A3AA-4006-AC28-6A1678432771}">
      <dgm:prSet/>
      <dgm:spPr/>
      <dgm:t>
        <a:bodyPr/>
        <a:lstStyle/>
        <a:p>
          <a:pPr>
            <a:buNone/>
          </a:pPr>
          <a:r>
            <a:rPr lang="en-US"/>
            <a:t>Abstract Factory</a:t>
          </a:r>
        </a:p>
      </dgm:t>
    </dgm:pt>
    <dgm:pt modelId="{BE0196EE-5E3E-401E-BACB-F03B93060EC4}" type="parTrans" cxnId="{E2966B05-27BF-4A87-83D2-96954AC255DD}">
      <dgm:prSet/>
      <dgm:spPr/>
      <dgm:t>
        <a:bodyPr/>
        <a:lstStyle/>
        <a:p>
          <a:endParaRPr lang="en-US"/>
        </a:p>
      </dgm:t>
    </dgm:pt>
    <dgm:pt modelId="{001EA975-2D26-444D-AE7E-AABAB071BCDE}" type="sibTrans" cxnId="{E2966B05-27BF-4A87-83D2-96954AC255DD}">
      <dgm:prSet/>
      <dgm:spPr/>
      <dgm:t>
        <a:bodyPr/>
        <a:lstStyle/>
        <a:p>
          <a:endParaRPr lang="en-US"/>
        </a:p>
      </dgm:t>
    </dgm:pt>
    <dgm:pt modelId="{F9DF6F99-84D7-480E-8CB8-F8A20F1E0D1F}">
      <dgm:prSet/>
      <dgm:spPr/>
      <dgm:t>
        <a:bodyPr/>
        <a:lstStyle/>
        <a:p>
          <a:pPr>
            <a:buNone/>
          </a:pPr>
          <a:r>
            <a:rPr lang="en-US"/>
            <a:t>Singleton</a:t>
          </a:r>
        </a:p>
      </dgm:t>
    </dgm:pt>
    <dgm:pt modelId="{7ECA580C-D664-4A37-8F26-24C5067218E0}" type="parTrans" cxnId="{20F134B8-79FB-4B23-9BD4-9B63BE13AF7F}">
      <dgm:prSet/>
      <dgm:spPr/>
      <dgm:t>
        <a:bodyPr/>
        <a:lstStyle/>
        <a:p>
          <a:endParaRPr lang="en-US"/>
        </a:p>
      </dgm:t>
    </dgm:pt>
    <dgm:pt modelId="{6D7AEB61-BADC-4244-B351-402FCB861B47}" type="sibTrans" cxnId="{20F134B8-79FB-4B23-9BD4-9B63BE13AF7F}">
      <dgm:prSet/>
      <dgm:spPr/>
      <dgm:t>
        <a:bodyPr/>
        <a:lstStyle/>
        <a:p>
          <a:endParaRPr lang="en-US"/>
        </a:p>
      </dgm:t>
    </dgm:pt>
    <dgm:pt modelId="{DC603C3D-2F0D-4E4A-BECB-D8F7204D360E}">
      <dgm:prSet/>
      <dgm:spPr/>
      <dgm:t>
        <a:bodyPr/>
        <a:lstStyle/>
        <a:p>
          <a:pPr>
            <a:buNone/>
          </a:pPr>
          <a:r>
            <a:rPr lang="en-US"/>
            <a:t>Prototype</a:t>
          </a:r>
        </a:p>
      </dgm:t>
    </dgm:pt>
    <dgm:pt modelId="{A4A24C9D-E7A5-4F26-8673-CBE836464CE3}" type="parTrans" cxnId="{32918213-176B-48F2-8652-A011D7D5FAB5}">
      <dgm:prSet/>
      <dgm:spPr/>
      <dgm:t>
        <a:bodyPr/>
        <a:lstStyle/>
        <a:p>
          <a:endParaRPr lang="en-US"/>
        </a:p>
      </dgm:t>
    </dgm:pt>
    <dgm:pt modelId="{90C20434-8BE4-4795-B82E-AB3BDCCB4AF2}" type="sibTrans" cxnId="{32918213-176B-48F2-8652-A011D7D5FAB5}">
      <dgm:prSet/>
      <dgm:spPr/>
      <dgm:t>
        <a:bodyPr/>
        <a:lstStyle/>
        <a:p>
          <a:endParaRPr lang="en-US"/>
        </a:p>
      </dgm:t>
    </dgm:pt>
    <dgm:pt modelId="{C3605881-D93E-4CFF-B6EA-86A7364DB81C}">
      <dgm:prSet/>
      <dgm:spPr/>
      <dgm:t>
        <a:bodyPr/>
        <a:lstStyle/>
        <a:p>
          <a:pPr>
            <a:buNone/>
          </a:pPr>
          <a:r>
            <a:rPr lang="en-US"/>
            <a:t>Builder</a:t>
          </a:r>
        </a:p>
      </dgm:t>
    </dgm:pt>
    <dgm:pt modelId="{695E3AF8-0E64-43A8-8D8A-97F41BA6ACA8}" type="parTrans" cxnId="{A250B4AE-6502-4D80-8F80-C7F726E0C869}">
      <dgm:prSet/>
      <dgm:spPr/>
      <dgm:t>
        <a:bodyPr/>
        <a:lstStyle/>
        <a:p>
          <a:endParaRPr lang="en-US"/>
        </a:p>
      </dgm:t>
    </dgm:pt>
    <dgm:pt modelId="{E77B7C0D-D5EE-4956-8154-486FD6109B6F}" type="sibTrans" cxnId="{A250B4AE-6502-4D80-8F80-C7F726E0C869}">
      <dgm:prSet/>
      <dgm:spPr/>
      <dgm:t>
        <a:bodyPr/>
        <a:lstStyle/>
        <a:p>
          <a:endParaRPr lang="en-US"/>
        </a:p>
      </dgm:t>
    </dgm:pt>
    <dgm:pt modelId="{82F0C38A-EC2F-4D67-BAAD-D7B855C1D441}">
      <dgm:prSet/>
      <dgm:spPr/>
      <dgm:t>
        <a:bodyPr/>
        <a:lstStyle/>
        <a:p>
          <a:pPr>
            <a:buNone/>
          </a:pPr>
          <a:r>
            <a:rPr lang="en-US"/>
            <a:t>Bridge</a:t>
          </a:r>
        </a:p>
      </dgm:t>
    </dgm:pt>
    <dgm:pt modelId="{00F2F01F-1A72-4E07-AB55-DE41748EBCAD}" type="parTrans" cxnId="{53654585-08E8-415C-B5F4-9463E6D6E423}">
      <dgm:prSet/>
      <dgm:spPr/>
      <dgm:t>
        <a:bodyPr/>
        <a:lstStyle/>
        <a:p>
          <a:endParaRPr lang="en-US"/>
        </a:p>
      </dgm:t>
    </dgm:pt>
    <dgm:pt modelId="{22ED902E-568C-480E-97DE-B5056D89D754}" type="sibTrans" cxnId="{53654585-08E8-415C-B5F4-9463E6D6E423}">
      <dgm:prSet/>
      <dgm:spPr/>
      <dgm:t>
        <a:bodyPr/>
        <a:lstStyle/>
        <a:p>
          <a:endParaRPr lang="en-US"/>
        </a:p>
      </dgm:t>
    </dgm:pt>
    <dgm:pt modelId="{D7C1C573-0399-4C46-8690-32E6A99B632E}">
      <dgm:prSet/>
      <dgm:spPr/>
      <dgm:t>
        <a:bodyPr/>
        <a:lstStyle/>
        <a:p>
          <a:pPr>
            <a:buNone/>
          </a:pPr>
          <a:r>
            <a:rPr lang="en-US"/>
            <a:t>Composite</a:t>
          </a:r>
        </a:p>
      </dgm:t>
    </dgm:pt>
    <dgm:pt modelId="{6E530B3A-ACE0-416E-AA20-30F27882CC42}" type="parTrans" cxnId="{D401D52F-C216-49A6-9405-379948C0B45A}">
      <dgm:prSet/>
      <dgm:spPr/>
      <dgm:t>
        <a:bodyPr/>
        <a:lstStyle/>
        <a:p>
          <a:endParaRPr lang="en-US"/>
        </a:p>
      </dgm:t>
    </dgm:pt>
    <dgm:pt modelId="{E8C01554-DC97-4C53-8844-2AE1D6F51951}" type="sibTrans" cxnId="{D401D52F-C216-49A6-9405-379948C0B45A}">
      <dgm:prSet/>
      <dgm:spPr/>
      <dgm:t>
        <a:bodyPr/>
        <a:lstStyle/>
        <a:p>
          <a:endParaRPr lang="en-US"/>
        </a:p>
      </dgm:t>
    </dgm:pt>
    <dgm:pt modelId="{669F23B4-CCA2-4C27-8EEE-FC2C05F7097F}">
      <dgm:prSet/>
      <dgm:spPr/>
      <dgm:t>
        <a:bodyPr/>
        <a:lstStyle/>
        <a:p>
          <a:pPr>
            <a:buNone/>
          </a:pPr>
          <a:r>
            <a:rPr lang="en-US"/>
            <a:t>Decorator</a:t>
          </a:r>
        </a:p>
      </dgm:t>
    </dgm:pt>
    <dgm:pt modelId="{F27C7280-C792-45B5-9626-8EDE9A29266E}" type="parTrans" cxnId="{2698E440-9C8F-4E10-B56C-985CA50D7DFB}">
      <dgm:prSet/>
      <dgm:spPr/>
      <dgm:t>
        <a:bodyPr/>
        <a:lstStyle/>
        <a:p>
          <a:endParaRPr lang="en-US"/>
        </a:p>
      </dgm:t>
    </dgm:pt>
    <dgm:pt modelId="{034E4DD3-30AB-40C4-94D6-70CBB0E3CF50}" type="sibTrans" cxnId="{2698E440-9C8F-4E10-B56C-985CA50D7DFB}">
      <dgm:prSet/>
      <dgm:spPr/>
      <dgm:t>
        <a:bodyPr/>
        <a:lstStyle/>
        <a:p>
          <a:endParaRPr lang="en-US"/>
        </a:p>
      </dgm:t>
    </dgm:pt>
    <dgm:pt modelId="{39EBDA15-7A47-4D7F-A097-53C6F6520B13}">
      <dgm:prSet/>
      <dgm:spPr/>
      <dgm:t>
        <a:bodyPr/>
        <a:lstStyle/>
        <a:p>
          <a:pPr>
            <a:buNone/>
          </a:pPr>
          <a:r>
            <a:rPr lang="en-US"/>
            <a:t>Facade</a:t>
          </a:r>
        </a:p>
      </dgm:t>
    </dgm:pt>
    <dgm:pt modelId="{ED526A3E-13D2-4E98-A1EA-CD84CF223654}" type="parTrans" cxnId="{D28356E7-51DE-434D-9B0A-BE4CBF744C61}">
      <dgm:prSet/>
      <dgm:spPr/>
      <dgm:t>
        <a:bodyPr/>
        <a:lstStyle/>
        <a:p>
          <a:endParaRPr lang="en-US"/>
        </a:p>
      </dgm:t>
    </dgm:pt>
    <dgm:pt modelId="{ADBFF251-E5A0-4A50-A13D-A09C1A8F04A8}" type="sibTrans" cxnId="{D28356E7-51DE-434D-9B0A-BE4CBF744C61}">
      <dgm:prSet/>
      <dgm:spPr/>
      <dgm:t>
        <a:bodyPr/>
        <a:lstStyle/>
        <a:p>
          <a:endParaRPr lang="en-US"/>
        </a:p>
      </dgm:t>
    </dgm:pt>
    <dgm:pt modelId="{CCB4E9EE-D863-4BEF-96B5-C77840A3901D}">
      <dgm:prSet/>
      <dgm:spPr/>
      <dgm:t>
        <a:bodyPr/>
        <a:lstStyle/>
        <a:p>
          <a:pPr>
            <a:buNone/>
          </a:pPr>
          <a:r>
            <a:rPr lang="en-US"/>
            <a:t>Flyweight</a:t>
          </a:r>
        </a:p>
      </dgm:t>
    </dgm:pt>
    <dgm:pt modelId="{E81EF071-A62B-45B8-A526-9A81C705C004}" type="parTrans" cxnId="{1D0D69ED-9C69-4094-A47F-60C8E957D94E}">
      <dgm:prSet/>
      <dgm:spPr/>
      <dgm:t>
        <a:bodyPr/>
        <a:lstStyle/>
        <a:p>
          <a:endParaRPr lang="en-US"/>
        </a:p>
      </dgm:t>
    </dgm:pt>
    <dgm:pt modelId="{50C2F9F6-6754-4BF6-B967-350B36808AB7}" type="sibTrans" cxnId="{1D0D69ED-9C69-4094-A47F-60C8E957D94E}">
      <dgm:prSet/>
      <dgm:spPr/>
      <dgm:t>
        <a:bodyPr/>
        <a:lstStyle/>
        <a:p>
          <a:endParaRPr lang="en-US"/>
        </a:p>
      </dgm:t>
    </dgm:pt>
    <dgm:pt modelId="{265774D4-7499-4C9D-9005-739A780AACC3}">
      <dgm:prSet/>
      <dgm:spPr/>
      <dgm:t>
        <a:bodyPr/>
        <a:lstStyle/>
        <a:p>
          <a:pPr>
            <a:buNone/>
          </a:pPr>
          <a:r>
            <a:rPr lang="en-US"/>
            <a:t>Proxy</a:t>
          </a:r>
        </a:p>
      </dgm:t>
    </dgm:pt>
    <dgm:pt modelId="{28629E04-4ADE-41D8-B8A0-5BFD1F389EDA}" type="parTrans" cxnId="{3F96FEF8-EAF1-4DA7-9FCE-3CBFAB435ED3}">
      <dgm:prSet/>
      <dgm:spPr/>
      <dgm:t>
        <a:bodyPr/>
        <a:lstStyle/>
        <a:p>
          <a:endParaRPr lang="en-US"/>
        </a:p>
      </dgm:t>
    </dgm:pt>
    <dgm:pt modelId="{74356159-1D49-4FA0-AE20-7905C1C0D525}" type="sibTrans" cxnId="{3F96FEF8-EAF1-4DA7-9FCE-3CBFAB435ED3}">
      <dgm:prSet/>
      <dgm:spPr/>
      <dgm:t>
        <a:bodyPr/>
        <a:lstStyle/>
        <a:p>
          <a:endParaRPr lang="en-US"/>
        </a:p>
      </dgm:t>
    </dgm:pt>
    <dgm:pt modelId="{CA16B275-0732-4E58-9C3E-37EFEA069689}">
      <dgm:prSet/>
      <dgm:spPr/>
      <dgm:t>
        <a:bodyPr/>
        <a:lstStyle/>
        <a:p>
          <a:pPr>
            <a:buNone/>
          </a:pPr>
          <a:r>
            <a:rPr lang="en-US"/>
            <a:t>Command</a:t>
          </a:r>
        </a:p>
      </dgm:t>
    </dgm:pt>
    <dgm:pt modelId="{91BB24FE-87C5-4A31-A391-57EC41F3BFA6}" type="parTrans" cxnId="{497ECE6E-3D27-4DB1-B1F4-D8A32A0303AF}">
      <dgm:prSet/>
      <dgm:spPr/>
      <dgm:t>
        <a:bodyPr/>
        <a:lstStyle/>
        <a:p>
          <a:endParaRPr lang="en-US"/>
        </a:p>
      </dgm:t>
    </dgm:pt>
    <dgm:pt modelId="{2E16D0E8-C933-4ABC-B6A3-4344EB32779D}" type="sibTrans" cxnId="{497ECE6E-3D27-4DB1-B1F4-D8A32A0303AF}">
      <dgm:prSet/>
      <dgm:spPr/>
      <dgm:t>
        <a:bodyPr/>
        <a:lstStyle/>
        <a:p>
          <a:endParaRPr lang="en-US"/>
        </a:p>
      </dgm:t>
    </dgm:pt>
    <dgm:pt modelId="{6A3372AB-A568-4FFF-85D4-80965BB08930}">
      <dgm:prSet/>
      <dgm:spPr/>
      <dgm:t>
        <a:bodyPr/>
        <a:lstStyle/>
        <a:p>
          <a:pPr>
            <a:buNone/>
          </a:pPr>
          <a:r>
            <a:rPr lang="en-US"/>
            <a:t>Interpreter</a:t>
          </a:r>
        </a:p>
      </dgm:t>
    </dgm:pt>
    <dgm:pt modelId="{356DE15D-824B-4508-87F3-8EB280FFC20E}" type="parTrans" cxnId="{59774101-5E7B-4D97-9864-A549CE9EFF86}">
      <dgm:prSet/>
      <dgm:spPr/>
      <dgm:t>
        <a:bodyPr/>
        <a:lstStyle/>
        <a:p>
          <a:endParaRPr lang="en-US"/>
        </a:p>
      </dgm:t>
    </dgm:pt>
    <dgm:pt modelId="{86099820-350A-420C-9846-547691F1F63C}" type="sibTrans" cxnId="{59774101-5E7B-4D97-9864-A549CE9EFF86}">
      <dgm:prSet/>
      <dgm:spPr/>
      <dgm:t>
        <a:bodyPr/>
        <a:lstStyle/>
        <a:p>
          <a:endParaRPr lang="en-US"/>
        </a:p>
      </dgm:t>
    </dgm:pt>
    <dgm:pt modelId="{EEFF46E0-E6FA-4831-B1DC-00C8E406704C}">
      <dgm:prSet/>
      <dgm:spPr/>
      <dgm:t>
        <a:bodyPr/>
        <a:lstStyle/>
        <a:p>
          <a:pPr>
            <a:buNone/>
          </a:pPr>
          <a:r>
            <a:rPr lang="en-US"/>
            <a:t>Iterator</a:t>
          </a:r>
        </a:p>
      </dgm:t>
    </dgm:pt>
    <dgm:pt modelId="{3F890DFC-F025-464B-9D0C-83A15CAC76EA}" type="parTrans" cxnId="{C9746F6D-E43C-410D-91F8-166640A76F4A}">
      <dgm:prSet/>
      <dgm:spPr/>
      <dgm:t>
        <a:bodyPr/>
        <a:lstStyle/>
        <a:p>
          <a:endParaRPr lang="en-US"/>
        </a:p>
      </dgm:t>
    </dgm:pt>
    <dgm:pt modelId="{D1615101-46C0-4E6D-AC10-A0234D60888A}" type="sibTrans" cxnId="{C9746F6D-E43C-410D-91F8-166640A76F4A}">
      <dgm:prSet/>
      <dgm:spPr/>
      <dgm:t>
        <a:bodyPr/>
        <a:lstStyle/>
        <a:p>
          <a:endParaRPr lang="en-US"/>
        </a:p>
      </dgm:t>
    </dgm:pt>
    <dgm:pt modelId="{87A40218-308D-4A3F-A3A0-CF713ABC4BE8}">
      <dgm:prSet/>
      <dgm:spPr/>
      <dgm:t>
        <a:bodyPr/>
        <a:lstStyle/>
        <a:p>
          <a:pPr>
            <a:buNone/>
          </a:pPr>
          <a:r>
            <a:rPr lang="en-US"/>
            <a:t>Mediator</a:t>
          </a:r>
        </a:p>
      </dgm:t>
    </dgm:pt>
    <dgm:pt modelId="{C389F307-C7A2-4520-940A-00B70F6D1095}" type="parTrans" cxnId="{B575A5DD-C864-4072-93ED-A77128400134}">
      <dgm:prSet/>
      <dgm:spPr/>
      <dgm:t>
        <a:bodyPr/>
        <a:lstStyle/>
        <a:p>
          <a:endParaRPr lang="en-US"/>
        </a:p>
      </dgm:t>
    </dgm:pt>
    <dgm:pt modelId="{5FBFB786-19B1-4D40-8FF0-29103C6AE401}" type="sibTrans" cxnId="{B575A5DD-C864-4072-93ED-A77128400134}">
      <dgm:prSet/>
      <dgm:spPr/>
      <dgm:t>
        <a:bodyPr/>
        <a:lstStyle/>
        <a:p>
          <a:endParaRPr lang="en-US"/>
        </a:p>
      </dgm:t>
    </dgm:pt>
    <dgm:pt modelId="{C7F4C38C-8F7E-47EC-8029-CF9E9C4C6B48}">
      <dgm:prSet/>
      <dgm:spPr/>
      <dgm:t>
        <a:bodyPr/>
        <a:lstStyle/>
        <a:p>
          <a:pPr>
            <a:buNone/>
          </a:pPr>
          <a:r>
            <a:rPr lang="en-US"/>
            <a:t>Memento</a:t>
          </a:r>
        </a:p>
      </dgm:t>
    </dgm:pt>
    <dgm:pt modelId="{4732F3F3-A9B3-444F-AD05-409FDCD10D3C}" type="parTrans" cxnId="{31F97289-8FC4-4047-AF6C-4CB782EFD1DF}">
      <dgm:prSet/>
      <dgm:spPr/>
      <dgm:t>
        <a:bodyPr/>
        <a:lstStyle/>
        <a:p>
          <a:endParaRPr lang="en-US"/>
        </a:p>
      </dgm:t>
    </dgm:pt>
    <dgm:pt modelId="{70661CD3-5BDB-49D5-AD66-86041FCF0606}" type="sibTrans" cxnId="{31F97289-8FC4-4047-AF6C-4CB782EFD1DF}">
      <dgm:prSet/>
      <dgm:spPr/>
      <dgm:t>
        <a:bodyPr/>
        <a:lstStyle/>
        <a:p>
          <a:endParaRPr lang="en-US"/>
        </a:p>
      </dgm:t>
    </dgm:pt>
    <dgm:pt modelId="{425888E5-CB37-44AE-81D5-E3D0666F2D3D}">
      <dgm:prSet/>
      <dgm:spPr/>
      <dgm:t>
        <a:bodyPr/>
        <a:lstStyle/>
        <a:p>
          <a:pPr>
            <a:buNone/>
          </a:pPr>
          <a:r>
            <a:rPr lang="en-US"/>
            <a:t>Observer</a:t>
          </a:r>
        </a:p>
      </dgm:t>
    </dgm:pt>
    <dgm:pt modelId="{560B05E8-A453-4498-AE82-AD05F89644B0}" type="parTrans" cxnId="{A5F7A6AC-BA74-4BC6-8185-FE34C3CADFB1}">
      <dgm:prSet/>
      <dgm:spPr/>
      <dgm:t>
        <a:bodyPr/>
        <a:lstStyle/>
        <a:p>
          <a:endParaRPr lang="en-US"/>
        </a:p>
      </dgm:t>
    </dgm:pt>
    <dgm:pt modelId="{11957A35-8A8A-4AF9-9ED0-F06F0B18C14F}" type="sibTrans" cxnId="{A5F7A6AC-BA74-4BC6-8185-FE34C3CADFB1}">
      <dgm:prSet/>
      <dgm:spPr/>
      <dgm:t>
        <a:bodyPr/>
        <a:lstStyle/>
        <a:p>
          <a:endParaRPr lang="en-US"/>
        </a:p>
      </dgm:t>
    </dgm:pt>
    <dgm:pt modelId="{D6BB2AC8-D6AB-4F17-91D6-73B46B57B8AC}">
      <dgm:prSet/>
      <dgm:spPr/>
      <dgm:t>
        <a:bodyPr/>
        <a:lstStyle/>
        <a:p>
          <a:pPr>
            <a:buNone/>
          </a:pPr>
          <a:r>
            <a:rPr lang="en-US"/>
            <a:t>State</a:t>
          </a:r>
        </a:p>
      </dgm:t>
    </dgm:pt>
    <dgm:pt modelId="{04B26705-C14D-49E3-A5D9-C550576B93A1}" type="parTrans" cxnId="{8E1F73BF-EE1B-46B8-83C7-0CAFB9920F5B}">
      <dgm:prSet/>
      <dgm:spPr/>
      <dgm:t>
        <a:bodyPr/>
        <a:lstStyle/>
        <a:p>
          <a:endParaRPr lang="en-US"/>
        </a:p>
      </dgm:t>
    </dgm:pt>
    <dgm:pt modelId="{C3B4E574-3DC8-4243-B277-4829317EC681}" type="sibTrans" cxnId="{8E1F73BF-EE1B-46B8-83C7-0CAFB9920F5B}">
      <dgm:prSet/>
      <dgm:spPr/>
      <dgm:t>
        <a:bodyPr/>
        <a:lstStyle/>
        <a:p>
          <a:endParaRPr lang="en-US"/>
        </a:p>
      </dgm:t>
    </dgm:pt>
    <dgm:pt modelId="{611D6A56-F7BF-46EA-9C40-B4E208E6A98B}">
      <dgm:prSet/>
      <dgm:spPr/>
      <dgm:t>
        <a:bodyPr/>
        <a:lstStyle/>
        <a:p>
          <a:pPr>
            <a:buNone/>
          </a:pPr>
          <a:r>
            <a:rPr lang="en-US"/>
            <a:t>Strategy</a:t>
          </a:r>
        </a:p>
      </dgm:t>
    </dgm:pt>
    <dgm:pt modelId="{CDA2FA00-B958-4F3C-97A4-BC059C6C675B}" type="parTrans" cxnId="{654A4F5C-520E-4F9D-B1A7-CCB6D7936D2C}">
      <dgm:prSet/>
      <dgm:spPr/>
      <dgm:t>
        <a:bodyPr/>
        <a:lstStyle/>
        <a:p>
          <a:endParaRPr lang="en-US"/>
        </a:p>
      </dgm:t>
    </dgm:pt>
    <dgm:pt modelId="{D45904F2-DE9A-432F-BAC6-A95CA1ED484F}" type="sibTrans" cxnId="{654A4F5C-520E-4F9D-B1A7-CCB6D7936D2C}">
      <dgm:prSet/>
      <dgm:spPr/>
      <dgm:t>
        <a:bodyPr/>
        <a:lstStyle/>
        <a:p>
          <a:endParaRPr lang="en-US"/>
        </a:p>
      </dgm:t>
    </dgm:pt>
    <dgm:pt modelId="{7E60FE7A-2ABB-4727-86E0-109DD24C069B}">
      <dgm:prSet/>
      <dgm:spPr/>
      <dgm:t>
        <a:bodyPr/>
        <a:lstStyle/>
        <a:p>
          <a:pPr>
            <a:buNone/>
          </a:pPr>
          <a:r>
            <a:rPr lang="en-US"/>
            <a:t>Template</a:t>
          </a:r>
        </a:p>
      </dgm:t>
    </dgm:pt>
    <dgm:pt modelId="{7A46F42A-C22E-4D69-A7B3-3F82FE37F394}" type="parTrans" cxnId="{A4A76D08-11ED-4414-A812-A9D026C55198}">
      <dgm:prSet/>
      <dgm:spPr/>
      <dgm:t>
        <a:bodyPr/>
        <a:lstStyle/>
        <a:p>
          <a:endParaRPr lang="en-US"/>
        </a:p>
      </dgm:t>
    </dgm:pt>
    <dgm:pt modelId="{5A698701-715E-4727-AA86-47F5F27EB7BC}" type="sibTrans" cxnId="{A4A76D08-11ED-4414-A812-A9D026C55198}">
      <dgm:prSet/>
      <dgm:spPr/>
      <dgm:t>
        <a:bodyPr/>
        <a:lstStyle/>
        <a:p>
          <a:endParaRPr lang="en-US"/>
        </a:p>
      </dgm:t>
    </dgm:pt>
    <dgm:pt modelId="{2DEE88D0-B3C5-4AA4-B1BA-92A00E82C15C}">
      <dgm:prSet/>
      <dgm:spPr/>
      <dgm:t>
        <a:bodyPr/>
        <a:lstStyle/>
        <a:p>
          <a:r>
            <a:rPr lang="en-US"/>
            <a:t>Visitor</a:t>
          </a:r>
        </a:p>
      </dgm:t>
    </dgm:pt>
    <dgm:pt modelId="{192EDCD3-686E-4C24-8936-D0EA7444B4B8}" type="parTrans" cxnId="{273FA72A-EAC2-47BC-8B0A-837CF77B6FFD}">
      <dgm:prSet/>
      <dgm:spPr/>
      <dgm:t>
        <a:bodyPr/>
        <a:lstStyle/>
        <a:p>
          <a:endParaRPr lang="en-US"/>
        </a:p>
      </dgm:t>
    </dgm:pt>
    <dgm:pt modelId="{C3DF1EE8-EB94-416A-93E9-603933324492}" type="sibTrans" cxnId="{273FA72A-EAC2-47BC-8B0A-837CF77B6FFD}">
      <dgm:prSet/>
      <dgm:spPr/>
      <dgm:t>
        <a:bodyPr/>
        <a:lstStyle/>
        <a:p>
          <a:endParaRPr lang="en-US"/>
        </a:p>
      </dgm:t>
    </dgm:pt>
    <dgm:pt modelId="{2FE9878E-8CAD-4AB7-89C5-CAE9529326B4}" type="pres">
      <dgm:prSet presAssocID="{3ABC285D-7C90-45EC-919F-95B8ED8A0C28}" presName="layout" presStyleCnt="0">
        <dgm:presLayoutVars>
          <dgm:chMax/>
          <dgm:chPref/>
          <dgm:dir/>
          <dgm:animOne val="branch"/>
          <dgm:animLvl val="lvl"/>
          <dgm:resizeHandles/>
        </dgm:presLayoutVars>
      </dgm:prSet>
      <dgm:spPr/>
    </dgm:pt>
    <dgm:pt modelId="{E8055A6C-2FF6-4CC7-9E1B-174EA89B1612}" type="pres">
      <dgm:prSet presAssocID="{00B67E32-E6BD-4983-9653-5C720FF5C9AC}" presName="root" presStyleCnt="0">
        <dgm:presLayoutVars>
          <dgm:chMax/>
          <dgm:chPref val="4"/>
        </dgm:presLayoutVars>
      </dgm:prSet>
      <dgm:spPr/>
    </dgm:pt>
    <dgm:pt modelId="{B7EA0A2C-AB4D-4E0F-8729-15FA33E7412C}" type="pres">
      <dgm:prSet presAssocID="{00B67E32-E6BD-4983-9653-5C720FF5C9AC}" presName="rootComposite" presStyleCnt="0">
        <dgm:presLayoutVars/>
      </dgm:prSet>
      <dgm:spPr/>
    </dgm:pt>
    <dgm:pt modelId="{7F9C100C-E150-4380-AA70-7990A8A1A21F}" type="pres">
      <dgm:prSet presAssocID="{00B67E32-E6BD-4983-9653-5C720FF5C9AC}" presName="rootText" presStyleLbl="node0" presStyleIdx="0" presStyleCnt="3" custLinFactNeighborX="2059" custLinFactNeighborY="-281">
        <dgm:presLayoutVars>
          <dgm:chMax/>
          <dgm:chPref val="4"/>
        </dgm:presLayoutVars>
      </dgm:prSet>
      <dgm:spPr/>
    </dgm:pt>
    <dgm:pt modelId="{B5E2BECF-3B49-4C1C-B3FE-1DD08699B424}" type="pres">
      <dgm:prSet presAssocID="{00B67E32-E6BD-4983-9653-5C720FF5C9AC}" presName="childShape" presStyleCnt="0">
        <dgm:presLayoutVars>
          <dgm:chMax val="0"/>
          <dgm:chPref val="0"/>
        </dgm:presLayoutVars>
      </dgm:prSet>
      <dgm:spPr/>
    </dgm:pt>
    <dgm:pt modelId="{B6C637CA-AFB6-4412-B11F-8ADB246BF8C6}" type="pres">
      <dgm:prSet presAssocID="{1CC591C8-C948-45EE-867F-895B7CBBB002}" presName="childComposite" presStyleCnt="0">
        <dgm:presLayoutVars>
          <dgm:chMax val="0"/>
          <dgm:chPref val="0"/>
        </dgm:presLayoutVars>
      </dgm:prSet>
      <dgm:spPr/>
    </dgm:pt>
    <dgm:pt modelId="{2345C84C-55F9-4323-BCFB-15982D922E90}" type="pres">
      <dgm:prSet presAssocID="{1CC591C8-C948-45EE-867F-895B7CBBB002}" presName="Image" presStyleLbl="node1" presStyleIdx="0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D01F2E92-ECAF-4744-B20C-3B1B8FB0B0E2}" type="pres">
      <dgm:prSet presAssocID="{1CC591C8-C948-45EE-867F-895B7CBBB002}" presName="childText" presStyleLbl="lnNode1" presStyleIdx="0" presStyleCnt="23">
        <dgm:presLayoutVars>
          <dgm:chMax val="0"/>
          <dgm:chPref val="0"/>
          <dgm:bulletEnabled val="1"/>
        </dgm:presLayoutVars>
      </dgm:prSet>
      <dgm:spPr/>
    </dgm:pt>
    <dgm:pt modelId="{165F3019-0E77-4304-B5F4-BD6197DFC814}" type="pres">
      <dgm:prSet presAssocID="{9FC16266-A3AA-4006-AC28-6A1678432771}" presName="childComposite" presStyleCnt="0">
        <dgm:presLayoutVars>
          <dgm:chMax val="0"/>
          <dgm:chPref val="0"/>
        </dgm:presLayoutVars>
      </dgm:prSet>
      <dgm:spPr/>
    </dgm:pt>
    <dgm:pt modelId="{D0D168E3-1E55-4E4B-8795-EEF0CD8A1856}" type="pres">
      <dgm:prSet presAssocID="{9FC16266-A3AA-4006-AC28-6A1678432771}" presName="Image" presStyleLbl="node1" presStyleIdx="1" presStyleCnt="23"/>
      <dgm:spPr/>
    </dgm:pt>
    <dgm:pt modelId="{3A722E23-6447-4473-B5C0-58683C5C0AF1}" type="pres">
      <dgm:prSet presAssocID="{9FC16266-A3AA-4006-AC28-6A1678432771}" presName="childText" presStyleLbl="lnNode1" presStyleIdx="1" presStyleCnt="23">
        <dgm:presLayoutVars>
          <dgm:chMax val="0"/>
          <dgm:chPref val="0"/>
          <dgm:bulletEnabled val="1"/>
        </dgm:presLayoutVars>
      </dgm:prSet>
      <dgm:spPr/>
    </dgm:pt>
    <dgm:pt modelId="{5A2E885C-2611-4E85-B7FD-69F48E74D5FD}" type="pres">
      <dgm:prSet presAssocID="{F9DF6F99-84D7-480E-8CB8-F8A20F1E0D1F}" presName="childComposite" presStyleCnt="0">
        <dgm:presLayoutVars>
          <dgm:chMax val="0"/>
          <dgm:chPref val="0"/>
        </dgm:presLayoutVars>
      </dgm:prSet>
      <dgm:spPr/>
    </dgm:pt>
    <dgm:pt modelId="{F46AB5A2-873D-4B13-B13A-496FE8CDCDCD}" type="pres">
      <dgm:prSet presAssocID="{F9DF6F99-84D7-480E-8CB8-F8A20F1E0D1F}" presName="Image" presStyleLbl="node1" presStyleIdx="2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DB289B-ED83-47B2-AE0B-9D0FA9B3FB77}" type="pres">
      <dgm:prSet presAssocID="{F9DF6F99-84D7-480E-8CB8-F8A20F1E0D1F}" presName="childText" presStyleLbl="lnNode1" presStyleIdx="2" presStyleCnt="23">
        <dgm:presLayoutVars>
          <dgm:chMax val="0"/>
          <dgm:chPref val="0"/>
          <dgm:bulletEnabled val="1"/>
        </dgm:presLayoutVars>
      </dgm:prSet>
      <dgm:spPr/>
    </dgm:pt>
    <dgm:pt modelId="{D2D8DBFF-0F88-4B51-9B7F-D506BB1E600C}" type="pres">
      <dgm:prSet presAssocID="{DC603C3D-2F0D-4E4A-BECB-D8F7204D360E}" presName="childComposite" presStyleCnt="0">
        <dgm:presLayoutVars>
          <dgm:chMax val="0"/>
          <dgm:chPref val="0"/>
        </dgm:presLayoutVars>
      </dgm:prSet>
      <dgm:spPr/>
    </dgm:pt>
    <dgm:pt modelId="{BF4D439D-DD97-4AF3-81AF-A3C89FA119D4}" type="pres">
      <dgm:prSet presAssocID="{DC603C3D-2F0D-4E4A-BECB-D8F7204D360E}" presName="Image" presStyleLbl="node1" presStyleIdx="3" presStyleCnt="23"/>
      <dgm:spPr/>
    </dgm:pt>
    <dgm:pt modelId="{A6AB8507-F1ED-4615-8612-83685BBED448}" type="pres">
      <dgm:prSet presAssocID="{DC603C3D-2F0D-4E4A-BECB-D8F7204D360E}" presName="childText" presStyleLbl="lnNode1" presStyleIdx="3" presStyleCnt="23">
        <dgm:presLayoutVars>
          <dgm:chMax val="0"/>
          <dgm:chPref val="0"/>
          <dgm:bulletEnabled val="1"/>
        </dgm:presLayoutVars>
      </dgm:prSet>
      <dgm:spPr/>
    </dgm:pt>
    <dgm:pt modelId="{EB980DFE-903C-4E00-9F2B-A66162A7A334}" type="pres">
      <dgm:prSet presAssocID="{C3605881-D93E-4CFF-B6EA-86A7364DB81C}" presName="childComposite" presStyleCnt="0">
        <dgm:presLayoutVars>
          <dgm:chMax val="0"/>
          <dgm:chPref val="0"/>
        </dgm:presLayoutVars>
      </dgm:prSet>
      <dgm:spPr/>
    </dgm:pt>
    <dgm:pt modelId="{E050190B-98CC-46A6-BF44-5A0777207822}" type="pres">
      <dgm:prSet presAssocID="{C3605881-D93E-4CFF-B6EA-86A7364DB81C}" presName="Image" presStyleLbl="node1" presStyleIdx="4" presStyleCnt="23"/>
      <dgm:spPr/>
    </dgm:pt>
    <dgm:pt modelId="{8F9F6772-553F-4464-971E-4D6EC3811E40}" type="pres">
      <dgm:prSet presAssocID="{C3605881-D93E-4CFF-B6EA-86A7364DB81C}" presName="childText" presStyleLbl="lnNode1" presStyleIdx="4" presStyleCnt="23">
        <dgm:presLayoutVars>
          <dgm:chMax val="0"/>
          <dgm:chPref val="0"/>
          <dgm:bulletEnabled val="1"/>
        </dgm:presLayoutVars>
      </dgm:prSet>
      <dgm:spPr/>
    </dgm:pt>
    <dgm:pt modelId="{DE0C2747-4C6D-4726-94D5-277EBEAEE0BA}" type="pres">
      <dgm:prSet presAssocID="{DDBB3C66-D5E4-4FC0-91BC-C61300BC37FA}" presName="root" presStyleCnt="0">
        <dgm:presLayoutVars>
          <dgm:chMax/>
          <dgm:chPref val="4"/>
        </dgm:presLayoutVars>
      </dgm:prSet>
      <dgm:spPr/>
    </dgm:pt>
    <dgm:pt modelId="{3139C078-D01C-4E38-9829-DAF6FBC7B06B}" type="pres">
      <dgm:prSet presAssocID="{DDBB3C66-D5E4-4FC0-91BC-C61300BC37FA}" presName="rootComposite" presStyleCnt="0">
        <dgm:presLayoutVars/>
      </dgm:prSet>
      <dgm:spPr/>
    </dgm:pt>
    <dgm:pt modelId="{A724DE05-5801-48B6-B620-AD479B725240}" type="pres">
      <dgm:prSet presAssocID="{DDBB3C66-D5E4-4FC0-91BC-C61300BC37FA}" presName="rootText" presStyleLbl="node0" presStyleIdx="1" presStyleCnt="3">
        <dgm:presLayoutVars>
          <dgm:chMax/>
          <dgm:chPref val="4"/>
        </dgm:presLayoutVars>
      </dgm:prSet>
      <dgm:spPr/>
    </dgm:pt>
    <dgm:pt modelId="{5711A8AF-7FEE-45AC-BC7F-423D9F2B05E2}" type="pres">
      <dgm:prSet presAssocID="{DDBB3C66-D5E4-4FC0-91BC-C61300BC37FA}" presName="childShape" presStyleCnt="0">
        <dgm:presLayoutVars>
          <dgm:chMax val="0"/>
          <dgm:chPref val="0"/>
        </dgm:presLayoutVars>
      </dgm:prSet>
      <dgm:spPr/>
    </dgm:pt>
    <dgm:pt modelId="{F6299DF4-01F2-45FB-830B-843E2DB91664}" type="pres">
      <dgm:prSet presAssocID="{2B657BF5-4A26-4CD9-B902-E0676D265266}" presName="childComposite" presStyleCnt="0">
        <dgm:presLayoutVars>
          <dgm:chMax val="0"/>
          <dgm:chPref val="0"/>
        </dgm:presLayoutVars>
      </dgm:prSet>
      <dgm:spPr/>
    </dgm:pt>
    <dgm:pt modelId="{497DCF19-8D53-422B-922F-049BEE4D63EB}" type="pres">
      <dgm:prSet presAssocID="{2B657BF5-4A26-4CD9-B902-E0676D265266}" presName="Image" presStyleLbl="node1" presStyleIdx="5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03F550E2-AF53-4F0D-97D6-0CB4FB98BD14}" type="pres">
      <dgm:prSet presAssocID="{2B657BF5-4A26-4CD9-B902-E0676D265266}" presName="childText" presStyleLbl="lnNode1" presStyleIdx="5" presStyleCnt="23">
        <dgm:presLayoutVars>
          <dgm:chMax val="0"/>
          <dgm:chPref val="0"/>
          <dgm:bulletEnabled val="1"/>
        </dgm:presLayoutVars>
      </dgm:prSet>
      <dgm:spPr/>
    </dgm:pt>
    <dgm:pt modelId="{849CB70B-3AEA-4887-B796-7846A06D2D46}" type="pres">
      <dgm:prSet presAssocID="{82F0C38A-EC2F-4D67-BAAD-D7B855C1D441}" presName="childComposite" presStyleCnt="0">
        <dgm:presLayoutVars>
          <dgm:chMax val="0"/>
          <dgm:chPref val="0"/>
        </dgm:presLayoutVars>
      </dgm:prSet>
      <dgm:spPr/>
    </dgm:pt>
    <dgm:pt modelId="{A913864A-4C21-4370-8497-A818BD170A8C}" type="pres">
      <dgm:prSet presAssocID="{82F0C38A-EC2F-4D67-BAAD-D7B855C1D441}" presName="Image" presStyleLbl="node1" presStyleIdx="6" presStyleCnt="23"/>
      <dgm:spPr/>
    </dgm:pt>
    <dgm:pt modelId="{C93C715B-3942-405E-9B40-48EE24955C90}" type="pres">
      <dgm:prSet presAssocID="{82F0C38A-EC2F-4D67-BAAD-D7B855C1D441}" presName="childText" presStyleLbl="lnNode1" presStyleIdx="6" presStyleCnt="23">
        <dgm:presLayoutVars>
          <dgm:chMax val="0"/>
          <dgm:chPref val="0"/>
          <dgm:bulletEnabled val="1"/>
        </dgm:presLayoutVars>
      </dgm:prSet>
      <dgm:spPr/>
    </dgm:pt>
    <dgm:pt modelId="{A907EC29-A9BF-4C5E-AC10-E5175552A615}" type="pres">
      <dgm:prSet presAssocID="{D7C1C573-0399-4C46-8690-32E6A99B632E}" presName="childComposite" presStyleCnt="0">
        <dgm:presLayoutVars>
          <dgm:chMax val="0"/>
          <dgm:chPref val="0"/>
        </dgm:presLayoutVars>
      </dgm:prSet>
      <dgm:spPr/>
    </dgm:pt>
    <dgm:pt modelId="{5FBD51F4-9665-4409-BB24-104F93CC76F4}" type="pres">
      <dgm:prSet presAssocID="{D7C1C573-0399-4C46-8690-32E6A99B632E}" presName="Image" presStyleLbl="node1" presStyleIdx="7" presStyleCnt="23"/>
      <dgm:spPr/>
    </dgm:pt>
    <dgm:pt modelId="{A130DA05-85B9-4111-AE25-F10BEDD17D53}" type="pres">
      <dgm:prSet presAssocID="{D7C1C573-0399-4C46-8690-32E6A99B632E}" presName="childText" presStyleLbl="lnNode1" presStyleIdx="7" presStyleCnt="23">
        <dgm:presLayoutVars>
          <dgm:chMax val="0"/>
          <dgm:chPref val="0"/>
          <dgm:bulletEnabled val="1"/>
        </dgm:presLayoutVars>
      </dgm:prSet>
      <dgm:spPr/>
    </dgm:pt>
    <dgm:pt modelId="{96789FD7-2A79-4D2F-849A-973A80B346E1}" type="pres">
      <dgm:prSet presAssocID="{669F23B4-CCA2-4C27-8EEE-FC2C05F7097F}" presName="childComposite" presStyleCnt="0">
        <dgm:presLayoutVars>
          <dgm:chMax val="0"/>
          <dgm:chPref val="0"/>
        </dgm:presLayoutVars>
      </dgm:prSet>
      <dgm:spPr/>
    </dgm:pt>
    <dgm:pt modelId="{CFAB9D68-0FFD-4703-8B03-C95501F159AE}" type="pres">
      <dgm:prSet presAssocID="{669F23B4-CCA2-4C27-8EEE-FC2C05F7097F}" presName="Image" presStyleLbl="node1" presStyleIdx="8" presStyleCnt="23"/>
      <dgm:spPr>
        <a:blipFill>
          <a:blip xmlns:r="http://schemas.openxmlformats.org/officeDocument/2006/relationships" r:embed="rId3"/>
          <a:srcRect/>
          <a:stretch>
            <a:fillRect l="-7000" r="-7000"/>
          </a:stretch>
        </a:blipFill>
      </dgm:spPr>
    </dgm:pt>
    <dgm:pt modelId="{4CC93FDD-C574-4EE8-B98A-6203A9F1C55C}" type="pres">
      <dgm:prSet presAssocID="{669F23B4-CCA2-4C27-8EEE-FC2C05F7097F}" presName="childText" presStyleLbl="lnNode1" presStyleIdx="8" presStyleCnt="23">
        <dgm:presLayoutVars>
          <dgm:chMax val="0"/>
          <dgm:chPref val="0"/>
          <dgm:bulletEnabled val="1"/>
        </dgm:presLayoutVars>
      </dgm:prSet>
      <dgm:spPr/>
    </dgm:pt>
    <dgm:pt modelId="{EF521CCC-450A-4AB4-8FEC-1C738C732350}" type="pres">
      <dgm:prSet presAssocID="{39EBDA15-7A47-4D7F-A097-53C6F6520B13}" presName="childComposite" presStyleCnt="0">
        <dgm:presLayoutVars>
          <dgm:chMax val="0"/>
          <dgm:chPref val="0"/>
        </dgm:presLayoutVars>
      </dgm:prSet>
      <dgm:spPr/>
    </dgm:pt>
    <dgm:pt modelId="{50A16B23-398D-42A3-A812-C0B022B6E6FF}" type="pres">
      <dgm:prSet presAssocID="{39EBDA15-7A47-4D7F-A097-53C6F6520B13}" presName="Image" presStyleLbl="node1" presStyleIdx="9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CE4BC17D-3F94-4113-A212-9BF8D6AA416C}" type="pres">
      <dgm:prSet presAssocID="{39EBDA15-7A47-4D7F-A097-53C6F6520B13}" presName="childText" presStyleLbl="lnNode1" presStyleIdx="9" presStyleCnt="23">
        <dgm:presLayoutVars>
          <dgm:chMax val="0"/>
          <dgm:chPref val="0"/>
          <dgm:bulletEnabled val="1"/>
        </dgm:presLayoutVars>
      </dgm:prSet>
      <dgm:spPr/>
    </dgm:pt>
    <dgm:pt modelId="{3BF34300-69B6-400C-A248-AECE1F7BB955}" type="pres">
      <dgm:prSet presAssocID="{CCB4E9EE-D863-4BEF-96B5-C77840A3901D}" presName="childComposite" presStyleCnt="0">
        <dgm:presLayoutVars>
          <dgm:chMax val="0"/>
          <dgm:chPref val="0"/>
        </dgm:presLayoutVars>
      </dgm:prSet>
      <dgm:spPr/>
    </dgm:pt>
    <dgm:pt modelId="{FFC86059-D624-40FC-9764-7169490CE198}" type="pres">
      <dgm:prSet presAssocID="{CCB4E9EE-D863-4BEF-96B5-C77840A3901D}" presName="Image" presStyleLbl="node1" presStyleIdx="10" presStyleCnt="23"/>
      <dgm:spPr/>
    </dgm:pt>
    <dgm:pt modelId="{D355510D-29A6-4A95-A7C6-259A149A787E}" type="pres">
      <dgm:prSet presAssocID="{CCB4E9EE-D863-4BEF-96B5-C77840A3901D}" presName="childText" presStyleLbl="lnNode1" presStyleIdx="10" presStyleCnt="23">
        <dgm:presLayoutVars>
          <dgm:chMax val="0"/>
          <dgm:chPref val="0"/>
          <dgm:bulletEnabled val="1"/>
        </dgm:presLayoutVars>
      </dgm:prSet>
      <dgm:spPr/>
    </dgm:pt>
    <dgm:pt modelId="{96341ECF-DE80-47AD-9DE4-56084ED700E2}" type="pres">
      <dgm:prSet presAssocID="{265774D4-7499-4C9D-9005-739A780AACC3}" presName="childComposite" presStyleCnt="0">
        <dgm:presLayoutVars>
          <dgm:chMax val="0"/>
          <dgm:chPref val="0"/>
        </dgm:presLayoutVars>
      </dgm:prSet>
      <dgm:spPr/>
    </dgm:pt>
    <dgm:pt modelId="{D504AA15-27E5-41D8-8629-A6ECB151CDB0}" type="pres">
      <dgm:prSet presAssocID="{265774D4-7499-4C9D-9005-739A780AACC3}" presName="Image" presStyleLbl="node1" presStyleIdx="11" presStyleCnt="23"/>
      <dgm:spPr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</dgm:spPr>
    </dgm:pt>
    <dgm:pt modelId="{90042E1F-45D6-4DE1-BD0B-45E38C20E5C9}" type="pres">
      <dgm:prSet presAssocID="{265774D4-7499-4C9D-9005-739A780AACC3}" presName="childText" presStyleLbl="lnNode1" presStyleIdx="11" presStyleCnt="23">
        <dgm:presLayoutVars>
          <dgm:chMax val="0"/>
          <dgm:chPref val="0"/>
          <dgm:bulletEnabled val="1"/>
        </dgm:presLayoutVars>
      </dgm:prSet>
      <dgm:spPr/>
    </dgm:pt>
    <dgm:pt modelId="{5AF9AABC-D353-48D7-9E45-08643319AD10}" type="pres">
      <dgm:prSet presAssocID="{435E0EAF-C8D9-4EA8-BA75-E6227BC64A76}" presName="root" presStyleCnt="0">
        <dgm:presLayoutVars>
          <dgm:chMax/>
          <dgm:chPref val="4"/>
        </dgm:presLayoutVars>
      </dgm:prSet>
      <dgm:spPr/>
    </dgm:pt>
    <dgm:pt modelId="{FC8FD02C-327F-447B-97E9-E7115835C1C5}" type="pres">
      <dgm:prSet presAssocID="{435E0EAF-C8D9-4EA8-BA75-E6227BC64A76}" presName="rootComposite" presStyleCnt="0">
        <dgm:presLayoutVars/>
      </dgm:prSet>
      <dgm:spPr/>
    </dgm:pt>
    <dgm:pt modelId="{4D3154D6-B60F-4022-9AFC-B9D0CC58C21F}" type="pres">
      <dgm:prSet presAssocID="{435E0EAF-C8D9-4EA8-BA75-E6227BC64A76}" presName="rootText" presStyleLbl="node0" presStyleIdx="2" presStyleCnt="3">
        <dgm:presLayoutVars>
          <dgm:chMax/>
          <dgm:chPref val="4"/>
        </dgm:presLayoutVars>
      </dgm:prSet>
      <dgm:spPr/>
    </dgm:pt>
    <dgm:pt modelId="{122E4907-328A-460C-8691-1E043BEA7461}" type="pres">
      <dgm:prSet presAssocID="{435E0EAF-C8D9-4EA8-BA75-E6227BC64A76}" presName="childShape" presStyleCnt="0">
        <dgm:presLayoutVars>
          <dgm:chMax val="0"/>
          <dgm:chPref val="0"/>
        </dgm:presLayoutVars>
      </dgm:prSet>
      <dgm:spPr/>
    </dgm:pt>
    <dgm:pt modelId="{DD2D93A5-F865-4BB8-A4FB-DD55A81B67D7}" type="pres">
      <dgm:prSet presAssocID="{518A4EE0-101F-44E6-991F-C21F5D23D07B}" presName="childComposite" presStyleCnt="0">
        <dgm:presLayoutVars>
          <dgm:chMax val="0"/>
          <dgm:chPref val="0"/>
        </dgm:presLayoutVars>
      </dgm:prSet>
      <dgm:spPr/>
    </dgm:pt>
    <dgm:pt modelId="{B9B055B9-C3CD-48B7-B982-D475ACFCD0E7}" type="pres">
      <dgm:prSet presAssocID="{518A4EE0-101F-44E6-991F-C21F5D23D07B}" presName="Image" presStyleLbl="node1" presStyleIdx="12" presStyleCnt="23"/>
      <dgm:spPr/>
    </dgm:pt>
    <dgm:pt modelId="{70DF5B22-9739-4875-8F2A-14FA0D289BE9}" type="pres">
      <dgm:prSet presAssocID="{518A4EE0-101F-44E6-991F-C21F5D23D07B}" presName="childText" presStyleLbl="lnNode1" presStyleIdx="12" presStyleCnt="23">
        <dgm:presLayoutVars>
          <dgm:chMax val="0"/>
          <dgm:chPref val="0"/>
          <dgm:bulletEnabled val="1"/>
        </dgm:presLayoutVars>
      </dgm:prSet>
      <dgm:spPr/>
    </dgm:pt>
    <dgm:pt modelId="{342E0E7B-0EBB-4CBF-9565-45BC6CB0BA48}" type="pres">
      <dgm:prSet presAssocID="{CA16B275-0732-4E58-9C3E-37EFEA069689}" presName="childComposite" presStyleCnt="0">
        <dgm:presLayoutVars>
          <dgm:chMax val="0"/>
          <dgm:chPref val="0"/>
        </dgm:presLayoutVars>
      </dgm:prSet>
      <dgm:spPr/>
    </dgm:pt>
    <dgm:pt modelId="{5D5442EE-7BC0-45BF-BF5D-9AE81721EA0F}" type="pres">
      <dgm:prSet presAssocID="{CA16B275-0732-4E58-9C3E-37EFEA069689}" presName="Image" presStyleLbl="node1" presStyleIdx="13" presStyleCnt="23"/>
      <dgm:spPr/>
    </dgm:pt>
    <dgm:pt modelId="{FA6FB898-050E-4138-B88D-B75B5CEB2255}" type="pres">
      <dgm:prSet presAssocID="{CA16B275-0732-4E58-9C3E-37EFEA069689}" presName="childText" presStyleLbl="lnNode1" presStyleIdx="13" presStyleCnt="23">
        <dgm:presLayoutVars>
          <dgm:chMax val="0"/>
          <dgm:chPref val="0"/>
          <dgm:bulletEnabled val="1"/>
        </dgm:presLayoutVars>
      </dgm:prSet>
      <dgm:spPr/>
    </dgm:pt>
    <dgm:pt modelId="{CDDFDCEA-EA74-40B7-9868-D8EAB8D60DD7}" type="pres">
      <dgm:prSet presAssocID="{6A3372AB-A568-4FFF-85D4-80965BB08930}" presName="childComposite" presStyleCnt="0">
        <dgm:presLayoutVars>
          <dgm:chMax val="0"/>
          <dgm:chPref val="0"/>
        </dgm:presLayoutVars>
      </dgm:prSet>
      <dgm:spPr/>
    </dgm:pt>
    <dgm:pt modelId="{88D5AF92-C238-42D8-8770-67DBBF923132}" type="pres">
      <dgm:prSet presAssocID="{6A3372AB-A568-4FFF-85D4-80965BB08930}" presName="Image" presStyleLbl="node1" presStyleIdx="14" presStyleCnt="23"/>
      <dgm:spPr/>
    </dgm:pt>
    <dgm:pt modelId="{1AF425D0-DE52-4B8D-AC4F-9BE04CC87064}" type="pres">
      <dgm:prSet presAssocID="{6A3372AB-A568-4FFF-85D4-80965BB08930}" presName="childText" presStyleLbl="lnNode1" presStyleIdx="14" presStyleCnt="23">
        <dgm:presLayoutVars>
          <dgm:chMax val="0"/>
          <dgm:chPref val="0"/>
          <dgm:bulletEnabled val="1"/>
        </dgm:presLayoutVars>
      </dgm:prSet>
      <dgm:spPr/>
    </dgm:pt>
    <dgm:pt modelId="{D5A2801D-5768-4E7A-BB04-96225913265D}" type="pres">
      <dgm:prSet presAssocID="{EEFF46E0-E6FA-4831-B1DC-00C8E406704C}" presName="childComposite" presStyleCnt="0">
        <dgm:presLayoutVars>
          <dgm:chMax val="0"/>
          <dgm:chPref val="0"/>
        </dgm:presLayoutVars>
      </dgm:prSet>
      <dgm:spPr/>
    </dgm:pt>
    <dgm:pt modelId="{9C39108E-435B-4162-8581-48791C073AA9}" type="pres">
      <dgm:prSet presAssocID="{EEFF46E0-E6FA-4831-B1DC-00C8E406704C}" presName="Image" presStyleLbl="node1" presStyleIdx="15" presStyleCnt="23"/>
      <dgm:spPr/>
    </dgm:pt>
    <dgm:pt modelId="{BF4CC417-1186-4230-AD5B-6D91D113EF0C}" type="pres">
      <dgm:prSet presAssocID="{EEFF46E0-E6FA-4831-B1DC-00C8E406704C}" presName="childText" presStyleLbl="lnNode1" presStyleIdx="15" presStyleCnt="23">
        <dgm:presLayoutVars>
          <dgm:chMax val="0"/>
          <dgm:chPref val="0"/>
          <dgm:bulletEnabled val="1"/>
        </dgm:presLayoutVars>
      </dgm:prSet>
      <dgm:spPr/>
    </dgm:pt>
    <dgm:pt modelId="{CA67950C-6F0F-444C-AB60-7578C338503A}" type="pres">
      <dgm:prSet presAssocID="{87A40218-308D-4A3F-A3A0-CF713ABC4BE8}" presName="childComposite" presStyleCnt="0">
        <dgm:presLayoutVars>
          <dgm:chMax val="0"/>
          <dgm:chPref val="0"/>
        </dgm:presLayoutVars>
      </dgm:prSet>
      <dgm:spPr/>
    </dgm:pt>
    <dgm:pt modelId="{3B215195-5F87-4FEF-BD94-13AA26E875F2}" type="pres">
      <dgm:prSet presAssocID="{87A40218-308D-4A3F-A3A0-CF713ABC4BE8}" presName="Image" presStyleLbl="node1" presStyleIdx="16" presStyleCnt="23"/>
      <dgm:spPr/>
    </dgm:pt>
    <dgm:pt modelId="{0DB3C14E-245F-4F4B-A0DE-399F2F631D0F}" type="pres">
      <dgm:prSet presAssocID="{87A40218-308D-4A3F-A3A0-CF713ABC4BE8}" presName="childText" presStyleLbl="lnNode1" presStyleIdx="16" presStyleCnt="23">
        <dgm:presLayoutVars>
          <dgm:chMax val="0"/>
          <dgm:chPref val="0"/>
          <dgm:bulletEnabled val="1"/>
        </dgm:presLayoutVars>
      </dgm:prSet>
      <dgm:spPr/>
    </dgm:pt>
    <dgm:pt modelId="{E36936B9-EB40-4FFB-AA2F-92BAD93DA57A}" type="pres">
      <dgm:prSet presAssocID="{C7F4C38C-8F7E-47EC-8029-CF9E9C4C6B48}" presName="childComposite" presStyleCnt="0">
        <dgm:presLayoutVars>
          <dgm:chMax val="0"/>
          <dgm:chPref val="0"/>
        </dgm:presLayoutVars>
      </dgm:prSet>
      <dgm:spPr/>
    </dgm:pt>
    <dgm:pt modelId="{E100C3B7-2558-4803-9D91-8B820ED963D1}" type="pres">
      <dgm:prSet presAssocID="{C7F4C38C-8F7E-47EC-8029-CF9E9C4C6B48}" presName="Image" presStyleLbl="node1" presStyleIdx="17" presStyleCnt="23"/>
      <dgm:spPr/>
    </dgm:pt>
    <dgm:pt modelId="{457638FC-A3FB-4A3D-88A3-C0CDD0967E72}" type="pres">
      <dgm:prSet presAssocID="{C7F4C38C-8F7E-47EC-8029-CF9E9C4C6B48}" presName="childText" presStyleLbl="lnNode1" presStyleIdx="17" presStyleCnt="23">
        <dgm:presLayoutVars>
          <dgm:chMax val="0"/>
          <dgm:chPref val="0"/>
          <dgm:bulletEnabled val="1"/>
        </dgm:presLayoutVars>
      </dgm:prSet>
      <dgm:spPr/>
    </dgm:pt>
    <dgm:pt modelId="{58923C34-47A6-42CE-B8BF-D4EB3D5C10AD}" type="pres">
      <dgm:prSet presAssocID="{425888E5-CB37-44AE-81D5-E3D0666F2D3D}" presName="childComposite" presStyleCnt="0">
        <dgm:presLayoutVars>
          <dgm:chMax val="0"/>
          <dgm:chPref val="0"/>
        </dgm:presLayoutVars>
      </dgm:prSet>
      <dgm:spPr/>
    </dgm:pt>
    <dgm:pt modelId="{A34491CD-89CF-497C-82D5-2DD271105377}" type="pres">
      <dgm:prSet presAssocID="{425888E5-CB37-44AE-81D5-E3D0666F2D3D}" presName="Image" presStyleLbl="node1" presStyleIdx="18" presStyleCnt="23"/>
      <dgm:spPr/>
    </dgm:pt>
    <dgm:pt modelId="{448DA641-69E2-4809-A5D5-A91757C8D4FA}" type="pres">
      <dgm:prSet presAssocID="{425888E5-CB37-44AE-81D5-E3D0666F2D3D}" presName="childText" presStyleLbl="lnNode1" presStyleIdx="18" presStyleCnt="23">
        <dgm:presLayoutVars>
          <dgm:chMax val="0"/>
          <dgm:chPref val="0"/>
          <dgm:bulletEnabled val="1"/>
        </dgm:presLayoutVars>
      </dgm:prSet>
      <dgm:spPr/>
    </dgm:pt>
    <dgm:pt modelId="{610581AC-44C8-42AF-ABDD-AF56C61A0A20}" type="pres">
      <dgm:prSet presAssocID="{D6BB2AC8-D6AB-4F17-91D6-73B46B57B8AC}" presName="childComposite" presStyleCnt="0">
        <dgm:presLayoutVars>
          <dgm:chMax val="0"/>
          <dgm:chPref val="0"/>
        </dgm:presLayoutVars>
      </dgm:prSet>
      <dgm:spPr/>
    </dgm:pt>
    <dgm:pt modelId="{3F4B38C7-0136-419B-B716-232B61B33FCB}" type="pres">
      <dgm:prSet presAssocID="{D6BB2AC8-D6AB-4F17-91D6-73B46B57B8AC}" presName="Image" presStyleLbl="node1" presStyleIdx="19" presStyleCnt="23"/>
      <dgm:spPr/>
    </dgm:pt>
    <dgm:pt modelId="{3D2A943A-717C-4943-BB94-BA88234539BB}" type="pres">
      <dgm:prSet presAssocID="{D6BB2AC8-D6AB-4F17-91D6-73B46B57B8AC}" presName="childText" presStyleLbl="lnNode1" presStyleIdx="19" presStyleCnt="23">
        <dgm:presLayoutVars>
          <dgm:chMax val="0"/>
          <dgm:chPref val="0"/>
          <dgm:bulletEnabled val="1"/>
        </dgm:presLayoutVars>
      </dgm:prSet>
      <dgm:spPr/>
    </dgm:pt>
    <dgm:pt modelId="{141930BC-2FB1-44E0-B21E-0378B677A75E}" type="pres">
      <dgm:prSet presAssocID="{611D6A56-F7BF-46EA-9C40-B4E208E6A98B}" presName="childComposite" presStyleCnt="0">
        <dgm:presLayoutVars>
          <dgm:chMax val="0"/>
          <dgm:chPref val="0"/>
        </dgm:presLayoutVars>
      </dgm:prSet>
      <dgm:spPr/>
    </dgm:pt>
    <dgm:pt modelId="{A6ABA017-0D10-44C5-BCEE-CD0DF141B535}" type="pres">
      <dgm:prSet presAssocID="{611D6A56-F7BF-46EA-9C40-B4E208E6A98B}" presName="Image" presStyleLbl="node1" presStyleIdx="20" presStyleCnt="23"/>
      <dgm:spPr/>
    </dgm:pt>
    <dgm:pt modelId="{54FE1128-ED55-446C-BE19-3C8A7A92491F}" type="pres">
      <dgm:prSet presAssocID="{611D6A56-F7BF-46EA-9C40-B4E208E6A98B}" presName="childText" presStyleLbl="lnNode1" presStyleIdx="20" presStyleCnt="23">
        <dgm:presLayoutVars>
          <dgm:chMax val="0"/>
          <dgm:chPref val="0"/>
          <dgm:bulletEnabled val="1"/>
        </dgm:presLayoutVars>
      </dgm:prSet>
      <dgm:spPr/>
    </dgm:pt>
    <dgm:pt modelId="{BD357CA2-B460-4713-96EC-BC9C6BB90150}" type="pres">
      <dgm:prSet presAssocID="{7E60FE7A-2ABB-4727-86E0-109DD24C069B}" presName="childComposite" presStyleCnt="0">
        <dgm:presLayoutVars>
          <dgm:chMax val="0"/>
          <dgm:chPref val="0"/>
        </dgm:presLayoutVars>
      </dgm:prSet>
      <dgm:spPr/>
    </dgm:pt>
    <dgm:pt modelId="{6AD8CABF-9F91-442C-87AD-408B65C5EF05}" type="pres">
      <dgm:prSet presAssocID="{7E60FE7A-2ABB-4727-86E0-109DD24C069B}" presName="Image" presStyleLbl="node1" presStyleIdx="21" presStyleCnt="23"/>
      <dgm:spPr/>
    </dgm:pt>
    <dgm:pt modelId="{376DA73C-3FD8-486A-9E82-DB3EEDBC6509}" type="pres">
      <dgm:prSet presAssocID="{7E60FE7A-2ABB-4727-86E0-109DD24C069B}" presName="childText" presStyleLbl="lnNode1" presStyleIdx="21" presStyleCnt="23">
        <dgm:presLayoutVars>
          <dgm:chMax val="0"/>
          <dgm:chPref val="0"/>
          <dgm:bulletEnabled val="1"/>
        </dgm:presLayoutVars>
      </dgm:prSet>
      <dgm:spPr/>
    </dgm:pt>
    <dgm:pt modelId="{8F9B82AB-35AD-418C-B4FA-98DD2645CE60}" type="pres">
      <dgm:prSet presAssocID="{2DEE88D0-B3C5-4AA4-B1BA-92A00E82C15C}" presName="childComposite" presStyleCnt="0">
        <dgm:presLayoutVars>
          <dgm:chMax val="0"/>
          <dgm:chPref val="0"/>
        </dgm:presLayoutVars>
      </dgm:prSet>
      <dgm:spPr/>
    </dgm:pt>
    <dgm:pt modelId="{D01E2590-24C4-4460-B40B-73221582E909}" type="pres">
      <dgm:prSet presAssocID="{2DEE88D0-B3C5-4AA4-B1BA-92A00E82C15C}" presName="Image" presStyleLbl="node1" presStyleIdx="22" presStyleCnt="23"/>
      <dgm:spPr/>
    </dgm:pt>
    <dgm:pt modelId="{A9AE038C-6B1B-4DF3-9D08-E54B336EF153}" type="pres">
      <dgm:prSet presAssocID="{2DEE88D0-B3C5-4AA4-B1BA-92A00E82C15C}" presName="childText" presStyleLbl="lnNode1" presStyleIdx="22" presStyleCnt="23">
        <dgm:presLayoutVars>
          <dgm:chMax val="0"/>
          <dgm:chPref val="0"/>
          <dgm:bulletEnabled val="1"/>
        </dgm:presLayoutVars>
      </dgm:prSet>
      <dgm:spPr/>
    </dgm:pt>
  </dgm:ptLst>
  <dgm:cxnLst>
    <dgm:cxn modelId="{59774101-5E7B-4D97-9864-A549CE9EFF86}" srcId="{435E0EAF-C8D9-4EA8-BA75-E6227BC64A76}" destId="{6A3372AB-A568-4FFF-85D4-80965BB08930}" srcOrd="2" destOrd="0" parTransId="{356DE15D-824B-4508-87F3-8EB280FFC20E}" sibTransId="{86099820-350A-420C-9846-547691F1F63C}"/>
    <dgm:cxn modelId="{23103204-7DB7-4F83-BA16-88F1503F595E}" type="presOf" srcId="{9FC16266-A3AA-4006-AC28-6A1678432771}" destId="{3A722E23-6447-4473-B5C0-58683C5C0AF1}" srcOrd="0" destOrd="0" presId="urn:microsoft.com/office/officeart/2008/layout/PictureAccentList"/>
    <dgm:cxn modelId="{E2966B05-27BF-4A87-83D2-96954AC255DD}" srcId="{00B67E32-E6BD-4983-9653-5C720FF5C9AC}" destId="{9FC16266-A3AA-4006-AC28-6A1678432771}" srcOrd="1" destOrd="0" parTransId="{BE0196EE-5E3E-401E-BACB-F03B93060EC4}" sibTransId="{001EA975-2D26-444D-AE7E-AABAB071BCDE}"/>
    <dgm:cxn modelId="{A660CE05-5FD3-413D-84F8-6C1DE5708CB5}" type="presOf" srcId="{C3605881-D93E-4CFF-B6EA-86A7364DB81C}" destId="{8F9F6772-553F-4464-971E-4D6EC3811E40}" srcOrd="0" destOrd="0" presId="urn:microsoft.com/office/officeart/2008/layout/PictureAccentList"/>
    <dgm:cxn modelId="{A4A76D08-11ED-4414-A812-A9D026C55198}" srcId="{435E0EAF-C8D9-4EA8-BA75-E6227BC64A76}" destId="{7E60FE7A-2ABB-4727-86E0-109DD24C069B}" srcOrd="9" destOrd="0" parTransId="{7A46F42A-C22E-4D69-A7B3-3F82FE37F394}" sibTransId="{5A698701-715E-4727-AA86-47F5F27EB7BC}"/>
    <dgm:cxn modelId="{D902B20B-63F1-4377-A856-E8797F587BAC}" type="presOf" srcId="{CA16B275-0732-4E58-9C3E-37EFEA069689}" destId="{FA6FB898-050E-4138-B88D-B75B5CEB2255}" srcOrd="0" destOrd="0" presId="urn:microsoft.com/office/officeart/2008/layout/PictureAccentList"/>
    <dgm:cxn modelId="{32918213-176B-48F2-8652-A011D7D5FAB5}" srcId="{00B67E32-E6BD-4983-9653-5C720FF5C9AC}" destId="{DC603C3D-2F0D-4E4A-BECB-D8F7204D360E}" srcOrd="3" destOrd="0" parTransId="{A4A24C9D-E7A5-4F26-8673-CBE836464CE3}" sibTransId="{90C20434-8BE4-4795-B82E-AB3BDCCB4AF2}"/>
    <dgm:cxn modelId="{273FA72A-EAC2-47BC-8B0A-837CF77B6FFD}" srcId="{435E0EAF-C8D9-4EA8-BA75-E6227BC64A76}" destId="{2DEE88D0-B3C5-4AA4-B1BA-92A00E82C15C}" srcOrd="10" destOrd="0" parTransId="{192EDCD3-686E-4C24-8936-D0EA7444B4B8}" sibTransId="{C3DF1EE8-EB94-416A-93E9-603933324492}"/>
    <dgm:cxn modelId="{D401D52F-C216-49A6-9405-379948C0B45A}" srcId="{DDBB3C66-D5E4-4FC0-91BC-C61300BC37FA}" destId="{D7C1C573-0399-4C46-8690-32E6A99B632E}" srcOrd="2" destOrd="0" parTransId="{6E530B3A-ACE0-416E-AA20-30F27882CC42}" sibTransId="{E8C01554-DC97-4C53-8844-2AE1D6F51951}"/>
    <dgm:cxn modelId="{22882534-2790-41E0-92AE-8362E66D5214}" srcId="{3ABC285D-7C90-45EC-919F-95B8ED8A0C28}" destId="{00B67E32-E6BD-4983-9653-5C720FF5C9AC}" srcOrd="0" destOrd="0" parTransId="{B68382FD-FCD8-48AC-880B-F2BD8AC3B529}" sibTransId="{33370808-742A-410A-9059-EEB54400542E}"/>
    <dgm:cxn modelId="{2698E440-9C8F-4E10-B56C-985CA50D7DFB}" srcId="{DDBB3C66-D5E4-4FC0-91BC-C61300BC37FA}" destId="{669F23B4-CCA2-4C27-8EEE-FC2C05F7097F}" srcOrd="3" destOrd="0" parTransId="{F27C7280-C792-45B5-9626-8EDE9A29266E}" sibTransId="{034E4DD3-30AB-40C4-94D6-70CBB0E3CF50}"/>
    <dgm:cxn modelId="{8951E940-5482-4A24-A1AB-A79038B14992}" type="presOf" srcId="{EEFF46E0-E6FA-4831-B1DC-00C8E406704C}" destId="{BF4CC417-1186-4230-AD5B-6D91D113EF0C}" srcOrd="0" destOrd="0" presId="urn:microsoft.com/office/officeart/2008/layout/PictureAccentList"/>
    <dgm:cxn modelId="{654A4F5C-520E-4F9D-B1A7-CCB6D7936D2C}" srcId="{435E0EAF-C8D9-4EA8-BA75-E6227BC64A76}" destId="{611D6A56-F7BF-46EA-9C40-B4E208E6A98B}" srcOrd="8" destOrd="0" parTransId="{CDA2FA00-B958-4F3C-97A4-BC059C6C675B}" sibTransId="{D45904F2-DE9A-432F-BAC6-A95CA1ED484F}"/>
    <dgm:cxn modelId="{34598C5F-570B-494C-851A-2EFA24E795E1}" type="presOf" srcId="{7E60FE7A-2ABB-4727-86E0-109DD24C069B}" destId="{376DA73C-3FD8-486A-9E82-DB3EEDBC6509}" srcOrd="0" destOrd="0" presId="urn:microsoft.com/office/officeart/2008/layout/PictureAccentList"/>
    <dgm:cxn modelId="{47D2DE61-ABF6-4ECD-B0B2-BF846787A9D4}" type="presOf" srcId="{00B67E32-E6BD-4983-9653-5C720FF5C9AC}" destId="{7F9C100C-E150-4380-AA70-7990A8A1A21F}" srcOrd="0" destOrd="0" presId="urn:microsoft.com/office/officeart/2008/layout/PictureAccentList"/>
    <dgm:cxn modelId="{8B733144-9B60-4310-A6E8-4DBA91DF05EF}" srcId="{3ABC285D-7C90-45EC-919F-95B8ED8A0C28}" destId="{435E0EAF-C8D9-4EA8-BA75-E6227BC64A76}" srcOrd="2" destOrd="0" parTransId="{D12C3D16-34C0-4F23-9339-C8E1307B2628}" sibTransId="{5A3E3F88-25FD-4B91-9416-5FFE41347D4C}"/>
    <dgm:cxn modelId="{4F17C265-2B11-4013-8F38-93813FCB6812}" type="presOf" srcId="{CCB4E9EE-D863-4BEF-96B5-C77840A3901D}" destId="{D355510D-29A6-4A95-A7C6-259A149A787E}" srcOrd="0" destOrd="0" presId="urn:microsoft.com/office/officeart/2008/layout/PictureAccentList"/>
    <dgm:cxn modelId="{EFA93268-5D55-433A-B6B0-8D5855B436D7}" type="presOf" srcId="{1CC591C8-C948-45EE-867F-895B7CBBB002}" destId="{D01F2E92-ECAF-4744-B20C-3B1B8FB0B0E2}" srcOrd="0" destOrd="0" presId="urn:microsoft.com/office/officeart/2008/layout/PictureAccentList"/>
    <dgm:cxn modelId="{C9746F6D-E43C-410D-91F8-166640A76F4A}" srcId="{435E0EAF-C8D9-4EA8-BA75-E6227BC64A76}" destId="{EEFF46E0-E6FA-4831-B1DC-00C8E406704C}" srcOrd="3" destOrd="0" parTransId="{3F890DFC-F025-464B-9D0C-83A15CAC76EA}" sibTransId="{D1615101-46C0-4E6D-AC10-A0234D60888A}"/>
    <dgm:cxn modelId="{497ECE6E-3D27-4DB1-B1F4-D8A32A0303AF}" srcId="{435E0EAF-C8D9-4EA8-BA75-E6227BC64A76}" destId="{CA16B275-0732-4E58-9C3E-37EFEA069689}" srcOrd="1" destOrd="0" parTransId="{91BB24FE-87C5-4A31-A391-57EC41F3BFA6}" sibTransId="{2E16D0E8-C933-4ABC-B6A3-4344EB32779D}"/>
    <dgm:cxn modelId="{6F02A37A-F4AD-4B8F-A1A8-619328BC0BA3}" type="presOf" srcId="{82F0C38A-EC2F-4D67-BAAD-D7B855C1D441}" destId="{C93C715B-3942-405E-9B40-48EE24955C90}" srcOrd="0" destOrd="0" presId="urn:microsoft.com/office/officeart/2008/layout/PictureAccentList"/>
    <dgm:cxn modelId="{53654585-08E8-415C-B5F4-9463E6D6E423}" srcId="{DDBB3C66-D5E4-4FC0-91BC-C61300BC37FA}" destId="{82F0C38A-EC2F-4D67-BAAD-D7B855C1D441}" srcOrd="1" destOrd="0" parTransId="{00F2F01F-1A72-4E07-AB55-DE41748EBCAD}" sibTransId="{22ED902E-568C-480E-97DE-B5056D89D754}"/>
    <dgm:cxn modelId="{E5689386-0966-4B25-90A1-6E7041E64218}" type="presOf" srcId="{39EBDA15-7A47-4D7F-A097-53C6F6520B13}" destId="{CE4BC17D-3F94-4113-A212-9BF8D6AA416C}" srcOrd="0" destOrd="0" presId="urn:microsoft.com/office/officeart/2008/layout/PictureAccentList"/>
    <dgm:cxn modelId="{0621D886-9019-4385-9A35-6D229A449208}" type="presOf" srcId="{265774D4-7499-4C9D-9005-739A780AACC3}" destId="{90042E1F-45D6-4DE1-BD0B-45E38C20E5C9}" srcOrd="0" destOrd="0" presId="urn:microsoft.com/office/officeart/2008/layout/PictureAccentList"/>
    <dgm:cxn modelId="{4821CE88-83E5-4D14-92ED-7F170AEA9B47}" type="presOf" srcId="{2DEE88D0-B3C5-4AA4-B1BA-92A00E82C15C}" destId="{A9AE038C-6B1B-4DF3-9D08-E54B336EF153}" srcOrd="0" destOrd="0" presId="urn:microsoft.com/office/officeart/2008/layout/PictureAccentList"/>
    <dgm:cxn modelId="{31F97289-8FC4-4047-AF6C-4CB782EFD1DF}" srcId="{435E0EAF-C8D9-4EA8-BA75-E6227BC64A76}" destId="{C7F4C38C-8F7E-47EC-8029-CF9E9C4C6B48}" srcOrd="5" destOrd="0" parTransId="{4732F3F3-A9B3-444F-AD05-409FDCD10D3C}" sibTransId="{70661CD3-5BDB-49D5-AD66-86041FCF0606}"/>
    <dgm:cxn modelId="{D56B6C8A-C6C3-4CC5-B4ED-2AF6A8E9958F}" type="presOf" srcId="{D6BB2AC8-D6AB-4F17-91D6-73B46B57B8AC}" destId="{3D2A943A-717C-4943-BB94-BA88234539BB}" srcOrd="0" destOrd="0" presId="urn:microsoft.com/office/officeart/2008/layout/PictureAccentList"/>
    <dgm:cxn modelId="{8CC00C91-66A0-4E7E-ABC2-535C34B0D2C0}" type="presOf" srcId="{518A4EE0-101F-44E6-991F-C21F5D23D07B}" destId="{70DF5B22-9739-4875-8F2A-14FA0D289BE9}" srcOrd="0" destOrd="0" presId="urn:microsoft.com/office/officeart/2008/layout/PictureAccentList"/>
    <dgm:cxn modelId="{D1292496-8924-494D-A4FF-50B024435627}" type="presOf" srcId="{6A3372AB-A568-4FFF-85D4-80965BB08930}" destId="{1AF425D0-DE52-4B8D-AC4F-9BE04CC87064}" srcOrd="0" destOrd="0" presId="urn:microsoft.com/office/officeart/2008/layout/PictureAccentList"/>
    <dgm:cxn modelId="{8F998A96-0323-4033-85B2-986DF3AF1378}" type="presOf" srcId="{C7F4C38C-8F7E-47EC-8029-CF9E9C4C6B48}" destId="{457638FC-A3FB-4A3D-88A3-C0CDD0967E72}" srcOrd="0" destOrd="0" presId="urn:microsoft.com/office/officeart/2008/layout/PictureAccentList"/>
    <dgm:cxn modelId="{1A07A099-1158-4F64-A67E-BCCC6D6F0E74}" type="presOf" srcId="{669F23B4-CCA2-4C27-8EEE-FC2C05F7097F}" destId="{4CC93FDD-C574-4EE8-B98A-6203A9F1C55C}" srcOrd="0" destOrd="0" presId="urn:microsoft.com/office/officeart/2008/layout/PictureAccentList"/>
    <dgm:cxn modelId="{10DF85A2-C6C8-4675-9493-E46CAD4DA278}" type="presOf" srcId="{425888E5-CB37-44AE-81D5-E3D0666F2D3D}" destId="{448DA641-69E2-4809-A5D5-A91757C8D4FA}" srcOrd="0" destOrd="0" presId="urn:microsoft.com/office/officeart/2008/layout/PictureAccentList"/>
    <dgm:cxn modelId="{A5F7A6AC-BA74-4BC6-8185-FE34C3CADFB1}" srcId="{435E0EAF-C8D9-4EA8-BA75-E6227BC64A76}" destId="{425888E5-CB37-44AE-81D5-E3D0666F2D3D}" srcOrd="6" destOrd="0" parTransId="{560B05E8-A453-4498-AE82-AD05F89644B0}" sibTransId="{11957A35-8A8A-4AF9-9ED0-F06F0B18C14F}"/>
    <dgm:cxn modelId="{A250B4AE-6502-4D80-8F80-C7F726E0C869}" srcId="{00B67E32-E6BD-4983-9653-5C720FF5C9AC}" destId="{C3605881-D93E-4CFF-B6EA-86A7364DB81C}" srcOrd="4" destOrd="0" parTransId="{695E3AF8-0E64-43A8-8D8A-97F41BA6ACA8}" sibTransId="{E77B7C0D-D5EE-4956-8154-486FD6109B6F}"/>
    <dgm:cxn modelId="{6BED00AF-93E6-4E95-A59F-2F2467CD61E9}" type="presOf" srcId="{611D6A56-F7BF-46EA-9C40-B4E208E6A98B}" destId="{54FE1128-ED55-446C-BE19-3C8A7A92491F}" srcOrd="0" destOrd="0" presId="urn:microsoft.com/office/officeart/2008/layout/PictureAccentList"/>
    <dgm:cxn modelId="{20F134B8-79FB-4B23-9BD4-9B63BE13AF7F}" srcId="{00B67E32-E6BD-4983-9653-5C720FF5C9AC}" destId="{F9DF6F99-84D7-480E-8CB8-F8A20F1E0D1F}" srcOrd="2" destOrd="0" parTransId="{7ECA580C-D664-4A37-8F26-24C5067218E0}" sibTransId="{6D7AEB61-BADC-4244-B351-402FCB861B47}"/>
    <dgm:cxn modelId="{E12F90BE-AFA1-4A6D-BE07-03C33995C4DF}" srcId="{435E0EAF-C8D9-4EA8-BA75-E6227BC64A76}" destId="{518A4EE0-101F-44E6-991F-C21F5D23D07B}" srcOrd="0" destOrd="0" parTransId="{B568E182-4317-46C3-AF4D-3D1F55BAA12A}" sibTransId="{70FD0B30-9EA2-4660-B21E-A06A2E6E4FA8}"/>
    <dgm:cxn modelId="{8E1F73BF-EE1B-46B8-83C7-0CAFB9920F5B}" srcId="{435E0EAF-C8D9-4EA8-BA75-E6227BC64A76}" destId="{D6BB2AC8-D6AB-4F17-91D6-73B46B57B8AC}" srcOrd="7" destOrd="0" parTransId="{04B26705-C14D-49E3-A5D9-C550576B93A1}" sibTransId="{C3B4E574-3DC8-4243-B277-4829317EC681}"/>
    <dgm:cxn modelId="{D52353C3-CD2B-483F-B689-C9596D3BF8BE}" type="presOf" srcId="{87A40218-308D-4A3F-A3A0-CF713ABC4BE8}" destId="{0DB3C14E-245F-4F4B-A0DE-399F2F631D0F}" srcOrd="0" destOrd="0" presId="urn:microsoft.com/office/officeart/2008/layout/PictureAccentList"/>
    <dgm:cxn modelId="{DC342AC5-46A8-4FC1-8390-B0AC399C2F34}" type="presOf" srcId="{DC603C3D-2F0D-4E4A-BECB-D8F7204D360E}" destId="{A6AB8507-F1ED-4615-8612-83685BBED448}" srcOrd="0" destOrd="0" presId="urn:microsoft.com/office/officeart/2008/layout/PictureAccentList"/>
    <dgm:cxn modelId="{169A3ED5-5052-43A0-82D4-8E4B3A319F13}" srcId="{DDBB3C66-D5E4-4FC0-91BC-C61300BC37FA}" destId="{2B657BF5-4A26-4CD9-B902-E0676D265266}" srcOrd="0" destOrd="0" parTransId="{AD2F32A6-90CE-40CD-8475-A244527A9B19}" sibTransId="{DDB011C5-727F-4AA9-8D3F-4766D235E191}"/>
    <dgm:cxn modelId="{B575A5DD-C864-4072-93ED-A77128400134}" srcId="{435E0EAF-C8D9-4EA8-BA75-E6227BC64A76}" destId="{87A40218-308D-4A3F-A3A0-CF713ABC4BE8}" srcOrd="4" destOrd="0" parTransId="{C389F307-C7A2-4520-940A-00B70F6D1095}" sibTransId="{5FBFB786-19B1-4D40-8FF0-29103C6AE401}"/>
    <dgm:cxn modelId="{C27141E0-C987-486B-A822-3936F1CB3395}" type="presOf" srcId="{DDBB3C66-D5E4-4FC0-91BC-C61300BC37FA}" destId="{A724DE05-5801-48B6-B620-AD479B725240}" srcOrd="0" destOrd="0" presId="urn:microsoft.com/office/officeart/2008/layout/PictureAccentList"/>
    <dgm:cxn modelId="{1657EFE0-2A26-4DE8-9B3D-CAD70A5B058F}" srcId="{3ABC285D-7C90-45EC-919F-95B8ED8A0C28}" destId="{DDBB3C66-D5E4-4FC0-91BC-C61300BC37FA}" srcOrd="1" destOrd="0" parTransId="{8048B7FF-CAC6-410A-B397-445FF483B94B}" sibTransId="{D41F61FF-4452-4981-9F84-CF1EDCB01EE5}"/>
    <dgm:cxn modelId="{88CF90E3-940C-4C93-98A8-7A096321893A}" type="presOf" srcId="{435E0EAF-C8D9-4EA8-BA75-E6227BC64A76}" destId="{4D3154D6-B60F-4022-9AFC-B9D0CC58C21F}" srcOrd="0" destOrd="0" presId="urn:microsoft.com/office/officeart/2008/layout/PictureAccentList"/>
    <dgm:cxn modelId="{D28356E7-51DE-434D-9B0A-BE4CBF744C61}" srcId="{DDBB3C66-D5E4-4FC0-91BC-C61300BC37FA}" destId="{39EBDA15-7A47-4D7F-A097-53C6F6520B13}" srcOrd="4" destOrd="0" parTransId="{ED526A3E-13D2-4E98-A1EA-CD84CF223654}" sibTransId="{ADBFF251-E5A0-4A50-A13D-A09C1A8F04A8}"/>
    <dgm:cxn modelId="{1D0D69ED-9C69-4094-A47F-60C8E957D94E}" srcId="{DDBB3C66-D5E4-4FC0-91BC-C61300BC37FA}" destId="{CCB4E9EE-D863-4BEF-96B5-C77840A3901D}" srcOrd="5" destOrd="0" parTransId="{E81EF071-A62B-45B8-A526-9A81C705C004}" sibTransId="{50C2F9F6-6754-4BF6-B967-350B36808AB7}"/>
    <dgm:cxn modelId="{88C3ABF0-3802-4216-9F5C-ECF856786577}" type="presOf" srcId="{3ABC285D-7C90-45EC-919F-95B8ED8A0C28}" destId="{2FE9878E-8CAD-4AB7-89C5-CAE9529326B4}" srcOrd="0" destOrd="0" presId="urn:microsoft.com/office/officeart/2008/layout/PictureAccentList"/>
    <dgm:cxn modelId="{A4DEB4F5-060F-416B-978E-D01D324F86C3}" srcId="{00B67E32-E6BD-4983-9653-5C720FF5C9AC}" destId="{1CC591C8-C948-45EE-867F-895B7CBBB002}" srcOrd="0" destOrd="0" parTransId="{7FE73F14-D9A5-4858-A7DF-D2C46AFBF238}" sibTransId="{EA925A09-6AA5-4185-9E26-54802AAEBCC0}"/>
    <dgm:cxn modelId="{3F96FEF8-EAF1-4DA7-9FCE-3CBFAB435ED3}" srcId="{DDBB3C66-D5E4-4FC0-91BC-C61300BC37FA}" destId="{265774D4-7499-4C9D-9005-739A780AACC3}" srcOrd="6" destOrd="0" parTransId="{28629E04-4ADE-41D8-B8A0-5BFD1F389EDA}" sibTransId="{74356159-1D49-4FA0-AE20-7905C1C0D525}"/>
    <dgm:cxn modelId="{A13013F9-940A-4711-ADCF-75214A23C5D9}" type="presOf" srcId="{2B657BF5-4A26-4CD9-B902-E0676D265266}" destId="{03F550E2-AF53-4F0D-97D6-0CB4FB98BD14}" srcOrd="0" destOrd="0" presId="urn:microsoft.com/office/officeart/2008/layout/PictureAccentList"/>
    <dgm:cxn modelId="{AEFEB5FC-3B8A-4C79-96A8-AC6B735D76E6}" type="presOf" srcId="{D7C1C573-0399-4C46-8690-32E6A99B632E}" destId="{A130DA05-85B9-4111-AE25-F10BEDD17D53}" srcOrd="0" destOrd="0" presId="urn:microsoft.com/office/officeart/2008/layout/PictureAccentList"/>
    <dgm:cxn modelId="{E0C96AFD-A34A-4291-B3EC-404F7A93DC2B}" type="presOf" srcId="{F9DF6F99-84D7-480E-8CB8-F8A20F1E0D1F}" destId="{03DB289B-ED83-47B2-AE0B-9D0FA9B3FB77}" srcOrd="0" destOrd="0" presId="urn:microsoft.com/office/officeart/2008/layout/PictureAccentList"/>
    <dgm:cxn modelId="{E7217C5B-F17D-4BE4-9368-9B14E9EA7F4C}" type="presParOf" srcId="{2FE9878E-8CAD-4AB7-89C5-CAE9529326B4}" destId="{E8055A6C-2FF6-4CC7-9E1B-174EA89B1612}" srcOrd="0" destOrd="0" presId="urn:microsoft.com/office/officeart/2008/layout/PictureAccentList"/>
    <dgm:cxn modelId="{E7034699-19D7-4328-8832-3FD95622E9B2}" type="presParOf" srcId="{E8055A6C-2FF6-4CC7-9E1B-174EA89B1612}" destId="{B7EA0A2C-AB4D-4E0F-8729-15FA33E7412C}" srcOrd="0" destOrd="0" presId="urn:microsoft.com/office/officeart/2008/layout/PictureAccentList"/>
    <dgm:cxn modelId="{4AB86C7B-E2D3-4770-8BE7-15D608CF2D89}" type="presParOf" srcId="{B7EA0A2C-AB4D-4E0F-8729-15FA33E7412C}" destId="{7F9C100C-E150-4380-AA70-7990A8A1A21F}" srcOrd="0" destOrd="0" presId="urn:microsoft.com/office/officeart/2008/layout/PictureAccentList"/>
    <dgm:cxn modelId="{A4FD5B47-0334-4DE9-83D8-2CCBA964C40D}" type="presParOf" srcId="{E8055A6C-2FF6-4CC7-9E1B-174EA89B1612}" destId="{B5E2BECF-3B49-4C1C-B3FE-1DD08699B424}" srcOrd="1" destOrd="0" presId="urn:microsoft.com/office/officeart/2008/layout/PictureAccentList"/>
    <dgm:cxn modelId="{BFB27DEC-A9C7-4FA2-8841-A47EBEE604FA}" type="presParOf" srcId="{B5E2BECF-3B49-4C1C-B3FE-1DD08699B424}" destId="{B6C637CA-AFB6-4412-B11F-8ADB246BF8C6}" srcOrd="0" destOrd="0" presId="urn:microsoft.com/office/officeart/2008/layout/PictureAccentList"/>
    <dgm:cxn modelId="{F9BB74A6-90AB-44F9-BCAB-D87B43F4F8B7}" type="presParOf" srcId="{B6C637CA-AFB6-4412-B11F-8ADB246BF8C6}" destId="{2345C84C-55F9-4323-BCFB-15982D922E90}" srcOrd="0" destOrd="0" presId="urn:microsoft.com/office/officeart/2008/layout/PictureAccentList"/>
    <dgm:cxn modelId="{C05AD0FA-F2BB-4AB3-BD83-615C8A97D7B2}" type="presParOf" srcId="{B6C637CA-AFB6-4412-B11F-8ADB246BF8C6}" destId="{D01F2E92-ECAF-4744-B20C-3B1B8FB0B0E2}" srcOrd="1" destOrd="0" presId="urn:microsoft.com/office/officeart/2008/layout/PictureAccentList"/>
    <dgm:cxn modelId="{660BB6D3-67CB-423A-8E23-E09561BD99F7}" type="presParOf" srcId="{B5E2BECF-3B49-4C1C-B3FE-1DD08699B424}" destId="{165F3019-0E77-4304-B5F4-BD6197DFC814}" srcOrd="1" destOrd="0" presId="urn:microsoft.com/office/officeart/2008/layout/PictureAccentList"/>
    <dgm:cxn modelId="{023C5AAA-E607-4B09-B1CE-DDD0F632978E}" type="presParOf" srcId="{165F3019-0E77-4304-B5F4-BD6197DFC814}" destId="{D0D168E3-1E55-4E4B-8795-EEF0CD8A1856}" srcOrd="0" destOrd="0" presId="urn:microsoft.com/office/officeart/2008/layout/PictureAccentList"/>
    <dgm:cxn modelId="{B59CCEC1-9A3F-4BCE-B772-D23F3418FF9B}" type="presParOf" srcId="{165F3019-0E77-4304-B5F4-BD6197DFC814}" destId="{3A722E23-6447-4473-B5C0-58683C5C0AF1}" srcOrd="1" destOrd="0" presId="urn:microsoft.com/office/officeart/2008/layout/PictureAccentList"/>
    <dgm:cxn modelId="{C94A603C-D828-4C76-8603-EA708AF2B0B9}" type="presParOf" srcId="{B5E2BECF-3B49-4C1C-B3FE-1DD08699B424}" destId="{5A2E885C-2611-4E85-B7FD-69F48E74D5FD}" srcOrd="2" destOrd="0" presId="urn:microsoft.com/office/officeart/2008/layout/PictureAccentList"/>
    <dgm:cxn modelId="{0522F8A3-17C9-4FDA-B736-CA6AC94D2E92}" type="presParOf" srcId="{5A2E885C-2611-4E85-B7FD-69F48E74D5FD}" destId="{F46AB5A2-873D-4B13-B13A-496FE8CDCDCD}" srcOrd="0" destOrd="0" presId="urn:microsoft.com/office/officeart/2008/layout/PictureAccentList"/>
    <dgm:cxn modelId="{C09371CA-7F0A-4F62-A14F-A207A0312578}" type="presParOf" srcId="{5A2E885C-2611-4E85-B7FD-69F48E74D5FD}" destId="{03DB289B-ED83-47B2-AE0B-9D0FA9B3FB77}" srcOrd="1" destOrd="0" presId="urn:microsoft.com/office/officeart/2008/layout/PictureAccentList"/>
    <dgm:cxn modelId="{2E86D810-8C0A-4F8D-959A-3DFDB98A4B57}" type="presParOf" srcId="{B5E2BECF-3B49-4C1C-B3FE-1DD08699B424}" destId="{D2D8DBFF-0F88-4B51-9B7F-D506BB1E600C}" srcOrd="3" destOrd="0" presId="urn:microsoft.com/office/officeart/2008/layout/PictureAccentList"/>
    <dgm:cxn modelId="{CAD9838A-00F8-454C-A73E-95C7BD901EF7}" type="presParOf" srcId="{D2D8DBFF-0F88-4B51-9B7F-D506BB1E600C}" destId="{BF4D439D-DD97-4AF3-81AF-A3C89FA119D4}" srcOrd="0" destOrd="0" presId="urn:microsoft.com/office/officeart/2008/layout/PictureAccentList"/>
    <dgm:cxn modelId="{95B87F20-128E-439C-BA84-2C5FA4CE6E66}" type="presParOf" srcId="{D2D8DBFF-0F88-4B51-9B7F-D506BB1E600C}" destId="{A6AB8507-F1ED-4615-8612-83685BBED448}" srcOrd="1" destOrd="0" presId="urn:microsoft.com/office/officeart/2008/layout/PictureAccentList"/>
    <dgm:cxn modelId="{FF01ACEA-A46C-42B3-83FE-E1C61B0315EE}" type="presParOf" srcId="{B5E2BECF-3B49-4C1C-B3FE-1DD08699B424}" destId="{EB980DFE-903C-4E00-9F2B-A66162A7A334}" srcOrd="4" destOrd="0" presId="urn:microsoft.com/office/officeart/2008/layout/PictureAccentList"/>
    <dgm:cxn modelId="{5976A766-0424-47DA-A04D-20A181E0DFA2}" type="presParOf" srcId="{EB980DFE-903C-4E00-9F2B-A66162A7A334}" destId="{E050190B-98CC-46A6-BF44-5A0777207822}" srcOrd="0" destOrd="0" presId="urn:microsoft.com/office/officeart/2008/layout/PictureAccentList"/>
    <dgm:cxn modelId="{544A86E7-5AB8-4035-94A9-467060C94EB1}" type="presParOf" srcId="{EB980DFE-903C-4E00-9F2B-A66162A7A334}" destId="{8F9F6772-553F-4464-971E-4D6EC3811E40}" srcOrd="1" destOrd="0" presId="urn:microsoft.com/office/officeart/2008/layout/PictureAccentList"/>
    <dgm:cxn modelId="{28E7F425-5932-4B09-8EDB-613DEAB51ACB}" type="presParOf" srcId="{2FE9878E-8CAD-4AB7-89C5-CAE9529326B4}" destId="{DE0C2747-4C6D-4726-94D5-277EBEAEE0BA}" srcOrd="1" destOrd="0" presId="urn:microsoft.com/office/officeart/2008/layout/PictureAccentList"/>
    <dgm:cxn modelId="{2D73CA29-5095-49DC-A1AD-1A3D40A1B614}" type="presParOf" srcId="{DE0C2747-4C6D-4726-94D5-277EBEAEE0BA}" destId="{3139C078-D01C-4E38-9829-DAF6FBC7B06B}" srcOrd="0" destOrd="0" presId="urn:microsoft.com/office/officeart/2008/layout/PictureAccentList"/>
    <dgm:cxn modelId="{A784AD86-149B-4C36-82B5-AF6B99E0D36B}" type="presParOf" srcId="{3139C078-D01C-4E38-9829-DAF6FBC7B06B}" destId="{A724DE05-5801-48B6-B620-AD479B725240}" srcOrd="0" destOrd="0" presId="urn:microsoft.com/office/officeart/2008/layout/PictureAccentList"/>
    <dgm:cxn modelId="{49F4AC2A-BF42-4647-BAF7-D9D340239A70}" type="presParOf" srcId="{DE0C2747-4C6D-4726-94D5-277EBEAEE0BA}" destId="{5711A8AF-7FEE-45AC-BC7F-423D9F2B05E2}" srcOrd="1" destOrd="0" presId="urn:microsoft.com/office/officeart/2008/layout/PictureAccentList"/>
    <dgm:cxn modelId="{14E15D3D-40F1-4C7A-9E0D-9F01F5CE151E}" type="presParOf" srcId="{5711A8AF-7FEE-45AC-BC7F-423D9F2B05E2}" destId="{F6299DF4-01F2-45FB-830B-843E2DB91664}" srcOrd="0" destOrd="0" presId="urn:microsoft.com/office/officeart/2008/layout/PictureAccentList"/>
    <dgm:cxn modelId="{EC79BA45-D466-4C19-A754-867DA59A6F33}" type="presParOf" srcId="{F6299DF4-01F2-45FB-830B-843E2DB91664}" destId="{497DCF19-8D53-422B-922F-049BEE4D63EB}" srcOrd="0" destOrd="0" presId="urn:microsoft.com/office/officeart/2008/layout/PictureAccentList"/>
    <dgm:cxn modelId="{5F50FE83-AB4D-4816-8DAD-9782AAA4617D}" type="presParOf" srcId="{F6299DF4-01F2-45FB-830B-843E2DB91664}" destId="{03F550E2-AF53-4F0D-97D6-0CB4FB98BD14}" srcOrd="1" destOrd="0" presId="urn:microsoft.com/office/officeart/2008/layout/PictureAccentList"/>
    <dgm:cxn modelId="{1D9AB58E-4E9E-433E-B73B-88F52D0A7A17}" type="presParOf" srcId="{5711A8AF-7FEE-45AC-BC7F-423D9F2B05E2}" destId="{849CB70B-3AEA-4887-B796-7846A06D2D46}" srcOrd="1" destOrd="0" presId="urn:microsoft.com/office/officeart/2008/layout/PictureAccentList"/>
    <dgm:cxn modelId="{03DA50E1-A836-4279-86FF-89798A434AF7}" type="presParOf" srcId="{849CB70B-3AEA-4887-B796-7846A06D2D46}" destId="{A913864A-4C21-4370-8497-A818BD170A8C}" srcOrd="0" destOrd="0" presId="urn:microsoft.com/office/officeart/2008/layout/PictureAccentList"/>
    <dgm:cxn modelId="{D1E09C8A-C269-4DB0-9328-8F2E66943731}" type="presParOf" srcId="{849CB70B-3AEA-4887-B796-7846A06D2D46}" destId="{C93C715B-3942-405E-9B40-48EE24955C90}" srcOrd="1" destOrd="0" presId="urn:microsoft.com/office/officeart/2008/layout/PictureAccentList"/>
    <dgm:cxn modelId="{4E7ECC4F-BAE0-494F-9409-63810E297DCD}" type="presParOf" srcId="{5711A8AF-7FEE-45AC-BC7F-423D9F2B05E2}" destId="{A907EC29-A9BF-4C5E-AC10-E5175552A615}" srcOrd="2" destOrd="0" presId="urn:microsoft.com/office/officeart/2008/layout/PictureAccentList"/>
    <dgm:cxn modelId="{DA101FAB-B960-4510-9B2A-C0C9429C50BE}" type="presParOf" srcId="{A907EC29-A9BF-4C5E-AC10-E5175552A615}" destId="{5FBD51F4-9665-4409-BB24-104F93CC76F4}" srcOrd="0" destOrd="0" presId="urn:microsoft.com/office/officeart/2008/layout/PictureAccentList"/>
    <dgm:cxn modelId="{A5CCCEB6-2120-485A-B997-CAA4919C525F}" type="presParOf" srcId="{A907EC29-A9BF-4C5E-AC10-E5175552A615}" destId="{A130DA05-85B9-4111-AE25-F10BEDD17D53}" srcOrd="1" destOrd="0" presId="urn:microsoft.com/office/officeart/2008/layout/PictureAccentList"/>
    <dgm:cxn modelId="{6D18C541-B4E5-4A74-B150-8B4CAC085BE7}" type="presParOf" srcId="{5711A8AF-7FEE-45AC-BC7F-423D9F2B05E2}" destId="{96789FD7-2A79-4D2F-849A-973A80B346E1}" srcOrd="3" destOrd="0" presId="urn:microsoft.com/office/officeart/2008/layout/PictureAccentList"/>
    <dgm:cxn modelId="{84EBBA6A-AD83-48C7-990C-3D040CA8913B}" type="presParOf" srcId="{96789FD7-2A79-4D2F-849A-973A80B346E1}" destId="{CFAB9D68-0FFD-4703-8B03-C95501F159AE}" srcOrd="0" destOrd="0" presId="urn:microsoft.com/office/officeart/2008/layout/PictureAccentList"/>
    <dgm:cxn modelId="{87030B0D-B847-4F97-AC86-BCB17A09F575}" type="presParOf" srcId="{96789FD7-2A79-4D2F-849A-973A80B346E1}" destId="{4CC93FDD-C574-4EE8-B98A-6203A9F1C55C}" srcOrd="1" destOrd="0" presId="urn:microsoft.com/office/officeart/2008/layout/PictureAccentList"/>
    <dgm:cxn modelId="{FBE7E623-8564-4C93-8BBF-B0981F17068C}" type="presParOf" srcId="{5711A8AF-7FEE-45AC-BC7F-423D9F2B05E2}" destId="{EF521CCC-450A-4AB4-8FEC-1C738C732350}" srcOrd="4" destOrd="0" presId="urn:microsoft.com/office/officeart/2008/layout/PictureAccentList"/>
    <dgm:cxn modelId="{3DA328CC-32F4-4D44-B01D-591B97CDF530}" type="presParOf" srcId="{EF521CCC-450A-4AB4-8FEC-1C738C732350}" destId="{50A16B23-398D-42A3-A812-C0B022B6E6FF}" srcOrd="0" destOrd="0" presId="urn:microsoft.com/office/officeart/2008/layout/PictureAccentList"/>
    <dgm:cxn modelId="{D17AEE2C-5333-4917-8EF5-AB5B7A4B1A84}" type="presParOf" srcId="{EF521CCC-450A-4AB4-8FEC-1C738C732350}" destId="{CE4BC17D-3F94-4113-A212-9BF8D6AA416C}" srcOrd="1" destOrd="0" presId="urn:microsoft.com/office/officeart/2008/layout/PictureAccentList"/>
    <dgm:cxn modelId="{8CE412E0-2592-4374-A4BC-C42C1E01F616}" type="presParOf" srcId="{5711A8AF-7FEE-45AC-BC7F-423D9F2B05E2}" destId="{3BF34300-69B6-400C-A248-AECE1F7BB955}" srcOrd="5" destOrd="0" presId="urn:microsoft.com/office/officeart/2008/layout/PictureAccentList"/>
    <dgm:cxn modelId="{47A7D002-669E-4AD7-AE07-426313F89EBD}" type="presParOf" srcId="{3BF34300-69B6-400C-A248-AECE1F7BB955}" destId="{FFC86059-D624-40FC-9764-7169490CE198}" srcOrd="0" destOrd="0" presId="urn:microsoft.com/office/officeart/2008/layout/PictureAccentList"/>
    <dgm:cxn modelId="{672FDB3A-C179-4167-AF02-066B77E99950}" type="presParOf" srcId="{3BF34300-69B6-400C-A248-AECE1F7BB955}" destId="{D355510D-29A6-4A95-A7C6-259A149A787E}" srcOrd="1" destOrd="0" presId="urn:microsoft.com/office/officeart/2008/layout/PictureAccentList"/>
    <dgm:cxn modelId="{9BCD137E-6AE0-4707-AD9C-394D89BAADF8}" type="presParOf" srcId="{5711A8AF-7FEE-45AC-BC7F-423D9F2B05E2}" destId="{96341ECF-DE80-47AD-9DE4-56084ED700E2}" srcOrd="6" destOrd="0" presId="urn:microsoft.com/office/officeart/2008/layout/PictureAccentList"/>
    <dgm:cxn modelId="{0B3FA3B4-A29C-4CF6-8BCA-8833BB4C27C7}" type="presParOf" srcId="{96341ECF-DE80-47AD-9DE4-56084ED700E2}" destId="{D504AA15-27E5-41D8-8629-A6ECB151CDB0}" srcOrd="0" destOrd="0" presId="urn:microsoft.com/office/officeart/2008/layout/PictureAccentList"/>
    <dgm:cxn modelId="{FE459742-7B8C-4F80-BAC1-580F2D79B9AD}" type="presParOf" srcId="{96341ECF-DE80-47AD-9DE4-56084ED700E2}" destId="{90042E1F-45D6-4DE1-BD0B-45E38C20E5C9}" srcOrd="1" destOrd="0" presId="urn:microsoft.com/office/officeart/2008/layout/PictureAccentList"/>
    <dgm:cxn modelId="{40CFDEAA-CAD3-4223-8144-A83F1173A078}" type="presParOf" srcId="{2FE9878E-8CAD-4AB7-89C5-CAE9529326B4}" destId="{5AF9AABC-D353-48D7-9E45-08643319AD10}" srcOrd="2" destOrd="0" presId="urn:microsoft.com/office/officeart/2008/layout/PictureAccentList"/>
    <dgm:cxn modelId="{9943EE98-E2F3-41A6-840C-4B16A31F8200}" type="presParOf" srcId="{5AF9AABC-D353-48D7-9E45-08643319AD10}" destId="{FC8FD02C-327F-447B-97E9-E7115835C1C5}" srcOrd="0" destOrd="0" presId="urn:microsoft.com/office/officeart/2008/layout/PictureAccentList"/>
    <dgm:cxn modelId="{EE7A7271-74D7-43F9-8EA7-B27DE9ECBE79}" type="presParOf" srcId="{FC8FD02C-327F-447B-97E9-E7115835C1C5}" destId="{4D3154D6-B60F-4022-9AFC-B9D0CC58C21F}" srcOrd="0" destOrd="0" presId="urn:microsoft.com/office/officeart/2008/layout/PictureAccentList"/>
    <dgm:cxn modelId="{64D4A692-F6A8-4BC8-9D51-CDF827754DA5}" type="presParOf" srcId="{5AF9AABC-D353-48D7-9E45-08643319AD10}" destId="{122E4907-328A-460C-8691-1E043BEA7461}" srcOrd="1" destOrd="0" presId="urn:microsoft.com/office/officeart/2008/layout/PictureAccentList"/>
    <dgm:cxn modelId="{4AB6C665-966B-4B2B-BE1B-6A8F9A9B590A}" type="presParOf" srcId="{122E4907-328A-460C-8691-1E043BEA7461}" destId="{DD2D93A5-F865-4BB8-A4FB-DD55A81B67D7}" srcOrd="0" destOrd="0" presId="urn:microsoft.com/office/officeart/2008/layout/PictureAccentList"/>
    <dgm:cxn modelId="{78CE78FB-110C-48B3-A140-340253DBA401}" type="presParOf" srcId="{DD2D93A5-F865-4BB8-A4FB-DD55A81B67D7}" destId="{B9B055B9-C3CD-48B7-B982-D475ACFCD0E7}" srcOrd="0" destOrd="0" presId="urn:microsoft.com/office/officeart/2008/layout/PictureAccentList"/>
    <dgm:cxn modelId="{382C2A7D-525C-41DC-A5B7-20E50F37BEF4}" type="presParOf" srcId="{DD2D93A5-F865-4BB8-A4FB-DD55A81B67D7}" destId="{70DF5B22-9739-4875-8F2A-14FA0D289BE9}" srcOrd="1" destOrd="0" presId="urn:microsoft.com/office/officeart/2008/layout/PictureAccentList"/>
    <dgm:cxn modelId="{4BA2C480-A54B-46E6-A47D-14DA57773A31}" type="presParOf" srcId="{122E4907-328A-460C-8691-1E043BEA7461}" destId="{342E0E7B-0EBB-4CBF-9565-45BC6CB0BA48}" srcOrd="1" destOrd="0" presId="urn:microsoft.com/office/officeart/2008/layout/PictureAccentList"/>
    <dgm:cxn modelId="{1D9FA002-6DA0-4EBD-B7D7-B923B8519624}" type="presParOf" srcId="{342E0E7B-0EBB-4CBF-9565-45BC6CB0BA48}" destId="{5D5442EE-7BC0-45BF-BF5D-9AE81721EA0F}" srcOrd="0" destOrd="0" presId="urn:microsoft.com/office/officeart/2008/layout/PictureAccentList"/>
    <dgm:cxn modelId="{A8BB57B2-F49F-4945-8DE0-39E1C4787C08}" type="presParOf" srcId="{342E0E7B-0EBB-4CBF-9565-45BC6CB0BA48}" destId="{FA6FB898-050E-4138-B88D-B75B5CEB2255}" srcOrd="1" destOrd="0" presId="urn:microsoft.com/office/officeart/2008/layout/PictureAccentList"/>
    <dgm:cxn modelId="{1F380E5C-BF96-425E-89B1-304C5DE56341}" type="presParOf" srcId="{122E4907-328A-460C-8691-1E043BEA7461}" destId="{CDDFDCEA-EA74-40B7-9868-D8EAB8D60DD7}" srcOrd="2" destOrd="0" presId="urn:microsoft.com/office/officeart/2008/layout/PictureAccentList"/>
    <dgm:cxn modelId="{3104240A-1320-4AE5-8898-8781E5C04EB4}" type="presParOf" srcId="{CDDFDCEA-EA74-40B7-9868-D8EAB8D60DD7}" destId="{88D5AF92-C238-42D8-8770-67DBBF923132}" srcOrd="0" destOrd="0" presId="urn:microsoft.com/office/officeart/2008/layout/PictureAccentList"/>
    <dgm:cxn modelId="{E6E8134D-3ED3-40F4-8295-F21EDB30CF29}" type="presParOf" srcId="{CDDFDCEA-EA74-40B7-9868-D8EAB8D60DD7}" destId="{1AF425D0-DE52-4B8D-AC4F-9BE04CC87064}" srcOrd="1" destOrd="0" presId="urn:microsoft.com/office/officeart/2008/layout/PictureAccentList"/>
    <dgm:cxn modelId="{DB163AAB-A9A1-4201-9023-D3178BBBDB7C}" type="presParOf" srcId="{122E4907-328A-460C-8691-1E043BEA7461}" destId="{D5A2801D-5768-4E7A-BB04-96225913265D}" srcOrd="3" destOrd="0" presId="urn:microsoft.com/office/officeart/2008/layout/PictureAccentList"/>
    <dgm:cxn modelId="{81684137-D76C-4F86-A57C-51B9F4416C0B}" type="presParOf" srcId="{D5A2801D-5768-4E7A-BB04-96225913265D}" destId="{9C39108E-435B-4162-8581-48791C073AA9}" srcOrd="0" destOrd="0" presId="urn:microsoft.com/office/officeart/2008/layout/PictureAccentList"/>
    <dgm:cxn modelId="{B586E960-6880-4298-9726-48A9D89E3A3B}" type="presParOf" srcId="{D5A2801D-5768-4E7A-BB04-96225913265D}" destId="{BF4CC417-1186-4230-AD5B-6D91D113EF0C}" srcOrd="1" destOrd="0" presId="urn:microsoft.com/office/officeart/2008/layout/PictureAccentList"/>
    <dgm:cxn modelId="{64ACD2D8-7B6A-4B9E-9BC9-C4FEA5873A83}" type="presParOf" srcId="{122E4907-328A-460C-8691-1E043BEA7461}" destId="{CA67950C-6F0F-444C-AB60-7578C338503A}" srcOrd="4" destOrd="0" presId="urn:microsoft.com/office/officeart/2008/layout/PictureAccentList"/>
    <dgm:cxn modelId="{75108826-A99E-4E86-A017-0D9EC9CD234C}" type="presParOf" srcId="{CA67950C-6F0F-444C-AB60-7578C338503A}" destId="{3B215195-5F87-4FEF-BD94-13AA26E875F2}" srcOrd="0" destOrd="0" presId="urn:microsoft.com/office/officeart/2008/layout/PictureAccentList"/>
    <dgm:cxn modelId="{ED9B689B-E119-406A-9511-67A564C79D47}" type="presParOf" srcId="{CA67950C-6F0F-444C-AB60-7578C338503A}" destId="{0DB3C14E-245F-4F4B-A0DE-399F2F631D0F}" srcOrd="1" destOrd="0" presId="urn:microsoft.com/office/officeart/2008/layout/PictureAccentList"/>
    <dgm:cxn modelId="{BCFCF1A8-927F-434D-A29D-A33E502BF71B}" type="presParOf" srcId="{122E4907-328A-460C-8691-1E043BEA7461}" destId="{E36936B9-EB40-4FFB-AA2F-92BAD93DA57A}" srcOrd="5" destOrd="0" presId="urn:microsoft.com/office/officeart/2008/layout/PictureAccentList"/>
    <dgm:cxn modelId="{8C564568-89AE-4A46-8D70-C1E1BBEF7E3B}" type="presParOf" srcId="{E36936B9-EB40-4FFB-AA2F-92BAD93DA57A}" destId="{E100C3B7-2558-4803-9D91-8B820ED963D1}" srcOrd="0" destOrd="0" presId="urn:microsoft.com/office/officeart/2008/layout/PictureAccentList"/>
    <dgm:cxn modelId="{7ADBFC1B-994D-4522-873C-62346BB2C700}" type="presParOf" srcId="{E36936B9-EB40-4FFB-AA2F-92BAD93DA57A}" destId="{457638FC-A3FB-4A3D-88A3-C0CDD0967E72}" srcOrd="1" destOrd="0" presId="urn:microsoft.com/office/officeart/2008/layout/PictureAccentList"/>
    <dgm:cxn modelId="{4043170D-DE87-4456-AE82-FD371DAF6B32}" type="presParOf" srcId="{122E4907-328A-460C-8691-1E043BEA7461}" destId="{58923C34-47A6-42CE-B8BF-D4EB3D5C10AD}" srcOrd="6" destOrd="0" presId="urn:microsoft.com/office/officeart/2008/layout/PictureAccentList"/>
    <dgm:cxn modelId="{442A1B71-BCFA-47DC-B1EF-8D2FE1A72B9F}" type="presParOf" srcId="{58923C34-47A6-42CE-B8BF-D4EB3D5C10AD}" destId="{A34491CD-89CF-497C-82D5-2DD271105377}" srcOrd="0" destOrd="0" presId="urn:microsoft.com/office/officeart/2008/layout/PictureAccentList"/>
    <dgm:cxn modelId="{17C38539-3630-4A84-8E3A-0BE81DCDCCEB}" type="presParOf" srcId="{58923C34-47A6-42CE-B8BF-D4EB3D5C10AD}" destId="{448DA641-69E2-4809-A5D5-A91757C8D4FA}" srcOrd="1" destOrd="0" presId="urn:microsoft.com/office/officeart/2008/layout/PictureAccentList"/>
    <dgm:cxn modelId="{8D4379FA-D3D6-4C54-9F1A-C73CF45EFECE}" type="presParOf" srcId="{122E4907-328A-460C-8691-1E043BEA7461}" destId="{610581AC-44C8-42AF-ABDD-AF56C61A0A20}" srcOrd="7" destOrd="0" presId="urn:microsoft.com/office/officeart/2008/layout/PictureAccentList"/>
    <dgm:cxn modelId="{9E46678F-B1E6-440C-BFB7-BB8E690B79F9}" type="presParOf" srcId="{610581AC-44C8-42AF-ABDD-AF56C61A0A20}" destId="{3F4B38C7-0136-419B-B716-232B61B33FCB}" srcOrd="0" destOrd="0" presId="urn:microsoft.com/office/officeart/2008/layout/PictureAccentList"/>
    <dgm:cxn modelId="{5C292808-D0FA-43FD-8495-3ACE57B6F5AB}" type="presParOf" srcId="{610581AC-44C8-42AF-ABDD-AF56C61A0A20}" destId="{3D2A943A-717C-4943-BB94-BA88234539BB}" srcOrd="1" destOrd="0" presId="urn:microsoft.com/office/officeart/2008/layout/PictureAccentList"/>
    <dgm:cxn modelId="{3D9A6DD1-5C71-4DCF-B4BE-CF0C1C3E054C}" type="presParOf" srcId="{122E4907-328A-460C-8691-1E043BEA7461}" destId="{141930BC-2FB1-44E0-B21E-0378B677A75E}" srcOrd="8" destOrd="0" presId="urn:microsoft.com/office/officeart/2008/layout/PictureAccentList"/>
    <dgm:cxn modelId="{945925A4-BDA6-4228-B857-BACF98D545FC}" type="presParOf" srcId="{141930BC-2FB1-44E0-B21E-0378B677A75E}" destId="{A6ABA017-0D10-44C5-BCEE-CD0DF141B535}" srcOrd="0" destOrd="0" presId="urn:microsoft.com/office/officeart/2008/layout/PictureAccentList"/>
    <dgm:cxn modelId="{F2D24863-3271-47F9-95B5-BB0176256D39}" type="presParOf" srcId="{141930BC-2FB1-44E0-B21E-0378B677A75E}" destId="{54FE1128-ED55-446C-BE19-3C8A7A92491F}" srcOrd="1" destOrd="0" presId="urn:microsoft.com/office/officeart/2008/layout/PictureAccentList"/>
    <dgm:cxn modelId="{0650F511-A6F0-4135-AF39-6824800B9649}" type="presParOf" srcId="{122E4907-328A-460C-8691-1E043BEA7461}" destId="{BD357CA2-B460-4713-96EC-BC9C6BB90150}" srcOrd="9" destOrd="0" presId="urn:microsoft.com/office/officeart/2008/layout/PictureAccentList"/>
    <dgm:cxn modelId="{A6F0D8AF-1DA7-4ABE-BC31-1B93EB88F8DF}" type="presParOf" srcId="{BD357CA2-B460-4713-96EC-BC9C6BB90150}" destId="{6AD8CABF-9F91-442C-87AD-408B65C5EF05}" srcOrd="0" destOrd="0" presId="urn:microsoft.com/office/officeart/2008/layout/PictureAccentList"/>
    <dgm:cxn modelId="{1B514158-862A-46AB-91E9-4D1FC378EAF7}" type="presParOf" srcId="{BD357CA2-B460-4713-96EC-BC9C6BB90150}" destId="{376DA73C-3FD8-486A-9E82-DB3EEDBC6509}" srcOrd="1" destOrd="0" presId="urn:microsoft.com/office/officeart/2008/layout/PictureAccentList"/>
    <dgm:cxn modelId="{C57623FD-2F3E-4851-BC91-4C183D482337}" type="presParOf" srcId="{122E4907-328A-460C-8691-1E043BEA7461}" destId="{8F9B82AB-35AD-418C-B4FA-98DD2645CE60}" srcOrd="10" destOrd="0" presId="urn:microsoft.com/office/officeart/2008/layout/PictureAccentList"/>
    <dgm:cxn modelId="{D4DCA9BA-F3F7-4622-8C41-0184A74EFB16}" type="presParOf" srcId="{8F9B82AB-35AD-418C-B4FA-98DD2645CE60}" destId="{D01E2590-24C4-4460-B40B-73221582E909}" srcOrd="0" destOrd="0" presId="urn:microsoft.com/office/officeart/2008/layout/PictureAccentList"/>
    <dgm:cxn modelId="{897BFAA6-412C-4A84-8DA9-D06157B70620}" type="presParOf" srcId="{8F9B82AB-35AD-418C-B4FA-98DD2645CE60}" destId="{A9AE038C-6B1B-4DF3-9D08-E54B336EF153}" srcOrd="1" destOrd="0" presId="urn:microsoft.com/office/officeart/2008/layout/PictureAccent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76BE3-C82C-4E04-84B7-A5CB35DCDAE1}" type="doc">
      <dgm:prSet loTypeId="urn:microsoft.com/office/officeart/2005/8/layout/default" loCatId="list" qsTypeId="urn:microsoft.com/office/officeart/2005/8/quickstyle/simple4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BC208AEE-D909-4249-B53E-1F9DFEEF26DC}">
      <dgm:prSet/>
      <dgm:spPr/>
      <dgm:t>
        <a:bodyPr/>
        <a:lstStyle/>
        <a:p>
          <a:r>
            <a:rPr lang="en-US" b="0" i="0"/>
            <a:t>Class</a:t>
          </a:r>
          <a:endParaRPr lang="en-US"/>
        </a:p>
      </dgm:t>
    </dgm:pt>
    <dgm:pt modelId="{67544F14-4343-400E-B581-072F70CA7AEC}" type="parTrans" cxnId="{1E47FB75-FC38-447A-81D3-53CAC5991329}">
      <dgm:prSet/>
      <dgm:spPr/>
      <dgm:t>
        <a:bodyPr/>
        <a:lstStyle/>
        <a:p>
          <a:endParaRPr lang="en-US"/>
        </a:p>
      </dgm:t>
    </dgm:pt>
    <dgm:pt modelId="{578AE998-7AA6-4387-B51B-3FEA74F8A6B2}" type="sibTrans" cxnId="{1E47FB75-FC38-447A-81D3-53CAC5991329}">
      <dgm:prSet/>
      <dgm:spPr/>
      <dgm:t>
        <a:bodyPr/>
        <a:lstStyle/>
        <a:p>
          <a:endParaRPr lang="en-US"/>
        </a:p>
      </dgm:t>
    </dgm:pt>
    <dgm:pt modelId="{8F936286-E319-415F-A664-608CA92BFD1C}">
      <dgm:prSet/>
      <dgm:spPr/>
      <dgm:t>
        <a:bodyPr/>
        <a:lstStyle/>
        <a:p>
          <a:r>
            <a:rPr lang="en-US" b="0" i="0"/>
            <a:t>Object</a:t>
          </a:r>
          <a:endParaRPr lang="en-US"/>
        </a:p>
      </dgm:t>
    </dgm:pt>
    <dgm:pt modelId="{EA565243-0B6C-43D6-BC49-E71C78BF73C0}" type="parTrans" cxnId="{B6E412AB-5553-48F3-B494-231EE75902CE}">
      <dgm:prSet/>
      <dgm:spPr/>
      <dgm:t>
        <a:bodyPr/>
        <a:lstStyle/>
        <a:p>
          <a:endParaRPr lang="en-US"/>
        </a:p>
      </dgm:t>
    </dgm:pt>
    <dgm:pt modelId="{1811F103-2388-46ED-8DB0-44A7234F0B88}" type="sibTrans" cxnId="{B6E412AB-5553-48F3-B494-231EE75902CE}">
      <dgm:prSet/>
      <dgm:spPr/>
      <dgm:t>
        <a:bodyPr/>
        <a:lstStyle/>
        <a:p>
          <a:endParaRPr lang="en-US"/>
        </a:p>
      </dgm:t>
    </dgm:pt>
    <dgm:pt modelId="{B4B71382-58E4-4416-868F-68653052E429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b="0" i="0"/>
            <a:t>Constructors</a:t>
          </a:r>
          <a:endParaRPr lang="en-US"/>
        </a:p>
      </dgm:t>
    </dgm:pt>
    <dgm:pt modelId="{8457F895-1A9F-4F04-BF1F-2DE51C3725C3}" type="parTrans" cxnId="{B48207B0-69E2-4169-9675-9CA629C7C937}">
      <dgm:prSet/>
      <dgm:spPr/>
      <dgm:t>
        <a:bodyPr/>
        <a:lstStyle/>
        <a:p>
          <a:endParaRPr lang="en-US"/>
        </a:p>
      </dgm:t>
    </dgm:pt>
    <dgm:pt modelId="{5E436325-DC4C-4A91-B547-B78DF1245A1C}" type="sibTrans" cxnId="{B48207B0-69E2-4169-9675-9CA629C7C937}">
      <dgm:prSet/>
      <dgm:spPr/>
      <dgm:t>
        <a:bodyPr/>
        <a:lstStyle/>
        <a:p>
          <a:endParaRPr lang="en-US"/>
        </a:p>
      </dgm:t>
    </dgm:pt>
    <dgm:pt modelId="{4D1B438F-6EDF-4059-A944-59E81C74AF7B}">
      <dgm:prSet/>
      <dgm:spPr/>
      <dgm:t>
        <a:bodyPr/>
        <a:lstStyle/>
        <a:p>
          <a:r>
            <a:rPr lang="en-US" b="0" i="0"/>
            <a:t>Inheritance</a:t>
          </a:r>
          <a:endParaRPr lang="en-US"/>
        </a:p>
      </dgm:t>
    </dgm:pt>
    <dgm:pt modelId="{8D100B5A-A65A-4D23-A92E-AF98020741A4}" type="parTrans" cxnId="{0F4B0139-8DDA-48B5-AAD0-3003FADA808B}">
      <dgm:prSet/>
      <dgm:spPr/>
      <dgm:t>
        <a:bodyPr/>
        <a:lstStyle/>
        <a:p>
          <a:endParaRPr lang="en-US"/>
        </a:p>
      </dgm:t>
    </dgm:pt>
    <dgm:pt modelId="{FF2A5D74-1A7E-417E-AC31-18E07AD538EE}" type="sibTrans" cxnId="{0F4B0139-8DDA-48B5-AAD0-3003FADA808B}">
      <dgm:prSet/>
      <dgm:spPr/>
      <dgm:t>
        <a:bodyPr/>
        <a:lstStyle/>
        <a:p>
          <a:endParaRPr lang="en-US"/>
        </a:p>
      </dgm:t>
    </dgm:pt>
    <dgm:pt modelId="{23391F24-BC98-420F-8F8A-DDCD5E5333AF}">
      <dgm:prSet/>
      <dgm:spPr/>
      <dgm:t>
        <a:bodyPr/>
        <a:lstStyle/>
        <a:p>
          <a:r>
            <a:rPr lang="en-US" b="0" i="0"/>
            <a:t>Method Overriding</a:t>
          </a:r>
          <a:endParaRPr lang="en-US"/>
        </a:p>
      </dgm:t>
    </dgm:pt>
    <dgm:pt modelId="{96A43831-CAD8-4563-BE09-12D5BEA024D3}" type="parTrans" cxnId="{EC583614-70CC-4781-897D-FB93AC9AE824}">
      <dgm:prSet/>
      <dgm:spPr/>
      <dgm:t>
        <a:bodyPr/>
        <a:lstStyle/>
        <a:p>
          <a:endParaRPr lang="en-US"/>
        </a:p>
      </dgm:t>
    </dgm:pt>
    <dgm:pt modelId="{AA67026B-14C8-4096-8341-ED3B5C9EA5E1}" type="sibTrans" cxnId="{EC583614-70CC-4781-897D-FB93AC9AE824}">
      <dgm:prSet/>
      <dgm:spPr/>
      <dgm:t>
        <a:bodyPr/>
        <a:lstStyle/>
        <a:p>
          <a:endParaRPr lang="en-US"/>
        </a:p>
      </dgm:t>
    </dgm:pt>
    <dgm:pt modelId="{7242E432-94C3-4B63-B5C3-B8849C74192F}">
      <dgm:prSet custT="1"/>
      <dgm:spPr/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>
              <a:latin typeface="Century Gothic" panose="020B0502020202020204"/>
              <a:ea typeface="+mn-ea"/>
              <a:cs typeface="+mn-cs"/>
            </a:rPr>
            <a:t>Encapsulation</a:t>
          </a:r>
        </a:p>
      </dgm:t>
    </dgm:pt>
    <dgm:pt modelId="{103C9E24-5F1C-4A64-B0AD-D5EB288E28D2}" type="parTrans" cxnId="{9F6C373E-58ED-4251-BDE2-D561E3BFA6D4}">
      <dgm:prSet/>
      <dgm:spPr/>
      <dgm:t>
        <a:bodyPr/>
        <a:lstStyle/>
        <a:p>
          <a:endParaRPr lang="en-US"/>
        </a:p>
      </dgm:t>
    </dgm:pt>
    <dgm:pt modelId="{4B66E171-743C-4600-8177-5439A4064CF9}" type="sibTrans" cxnId="{9F6C373E-58ED-4251-BDE2-D561E3BFA6D4}">
      <dgm:prSet/>
      <dgm:spPr/>
      <dgm:t>
        <a:bodyPr/>
        <a:lstStyle/>
        <a:p>
          <a:endParaRPr lang="en-US"/>
        </a:p>
      </dgm:t>
    </dgm:pt>
    <dgm:pt modelId="{E21AC82F-1B08-4630-9571-E3809975274B}">
      <dgm:prSet custT="1"/>
      <dgm:spPr>
        <a:solidFill>
          <a:schemeClr val="tx2">
            <a:lumMod val="75000"/>
          </a:schemeClr>
        </a:solidFill>
      </dgm:spPr>
      <dgm:t>
        <a:bodyPr spcFirstLastPara="0" vert="horz" wrap="square" lIns="68580" tIns="68580" rIns="68580" bIns="68580" numCol="1" spcCol="1270" anchor="ctr" anchorCtr="0"/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latin typeface="Arial"/>
              <a:ea typeface="+mn-ea"/>
              <a:cs typeface="+mn-cs"/>
            </a:rPr>
            <a:t>Interfaces</a:t>
          </a:r>
        </a:p>
      </dgm:t>
    </dgm:pt>
    <dgm:pt modelId="{0D883B75-5F86-45A8-BE35-1CAFB1500B1E}" type="parTrans" cxnId="{0F5B3026-CC8F-42F2-B272-32572566BF3C}">
      <dgm:prSet/>
      <dgm:spPr/>
      <dgm:t>
        <a:bodyPr/>
        <a:lstStyle/>
        <a:p>
          <a:endParaRPr lang="en-US"/>
        </a:p>
      </dgm:t>
    </dgm:pt>
    <dgm:pt modelId="{4E5D38AD-412B-4B3C-A83E-D2A603DE3120}" type="sibTrans" cxnId="{0F5B3026-CC8F-42F2-B272-32572566BF3C}">
      <dgm:prSet/>
      <dgm:spPr/>
      <dgm:t>
        <a:bodyPr/>
        <a:lstStyle/>
        <a:p>
          <a:endParaRPr lang="en-US"/>
        </a:p>
      </dgm:t>
    </dgm:pt>
    <dgm:pt modelId="{0FED0885-C780-4906-A0EE-5FA487FE8329}">
      <dgm:prSet/>
      <dgm:spPr>
        <a:solidFill>
          <a:schemeClr val="tx2">
            <a:lumMod val="75000"/>
          </a:schemeClr>
        </a:solidFill>
      </dgm:spPr>
      <dgm:t>
        <a:bodyPr/>
        <a:lstStyle/>
        <a:p>
          <a:r>
            <a:rPr lang="en-US" b="0" i="0"/>
            <a:t>Abstractions</a:t>
          </a:r>
          <a:endParaRPr lang="en-US"/>
        </a:p>
      </dgm:t>
    </dgm:pt>
    <dgm:pt modelId="{BE30C400-6413-4CB7-AD3F-4B945FEDE0F8}" type="parTrans" cxnId="{31CD879F-C27D-4861-801F-9D044E992E46}">
      <dgm:prSet/>
      <dgm:spPr/>
      <dgm:t>
        <a:bodyPr/>
        <a:lstStyle/>
        <a:p>
          <a:endParaRPr lang="en-US"/>
        </a:p>
      </dgm:t>
    </dgm:pt>
    <dgm:pt modelId="{1483EC2B-C23F-4EE1-B9E2-C61F7C683C73}" type="sibTrans" cxnId="{31CD879F-C27D-4861-801F-9D044E992E46}">
      <dgm:prSet/>
      <dgm:spPr/>
      <dgm:t>
        <a:bodyPr/>
        <a:lstStyle/>
        <a:p>
          <a:endParaRPr lang="en-US"/>
        </a:p>
      </dgm:t>
    </dgm:pt>
    <dgm:pt modelId="{2F65EA6F-79CE-416A-A066-ECD3526E85BA}">
      <dgm:prSet/>
      <dgm:spPr/>
      <dgm:t>
        <a:bodyPr/>
        <a:lstStyle/>
        <a:p>
          <a:r>
            <a:rPr lang="en-US" b="0" i="0"/>
            <a:t>Polymorphism</a:t>
          </a:r>
          <a:endParaRPr lang="en-US"/>
        </a:p>
      </dgm:t>
    </dgm:pt>
    <dgm:pt modelId="{51576630-CD5A-42E8-81FE-5234F60925EB}" type="parTrans" cxnId="{1CFBF95E-FC64-4861-8836-64A6782782E4}">
      <dgm:prSet/>
      <dgm:spPr/>
      <dgm:t>
        <a:bodyPr/>
        <a:lstStyle/>
        <a:p>
          <a:endParaRPr lang="en-US"/>
        </a:p>
      </dgm:t>
    </dgm:pt>
    <dgm:pt modelId="{818C2637-AF75-4429-8E9C-4F95BE423E38}" type="sibTrans" cxnId="{1CFBF95E-FC64-4861-8836-64A6782782E4}">
      <dgm:prSet/>
      <dgm:spPr/>
      <dgm:t>
        <a:bodyPr/>
        <a:lstStyle/>
        <a:p>
          <a:endParaRPr lang="en-US"/>
        </a:p>
      </dgm:t>
    </dgm:pt>
    <dgm:pt modelId="{68989405-8449-4C74-BE9A-572BC16C06A1}" type="pres">
      <dgm:prSet presAssocID="{03576BE3-C82C-4E04-84B7-A5CB35DCDAE1}" presName="diagram" presStyleCnt="0">
        <dgm:presLayoutVars>
          <dgm:dir/>
          <dgm:resizeHandles val="exact"/>
        </dgm:presLayoutVars>
      </dgm:prSet>
      <dgm:spPr/>
    </dgm:pt>
    <dgm:pt modelId="{70785BD3-16D9-4705-BE35-EF98976227DB}" type="pres">
      <dgm:prSet presAssocID="{BC208AEE-D909-4249-B53E-1F9DFEEF26DC}" presName="node" presStyleLbl="node1" presStyleIdx="0" presStyleCnt="9">
        <dgm:presLayoutVars>
          <dgm:bulletEnabled val="1"/>
        </dgm:presLayoutVars>
      </dgm:prSet>
      <dgm:spPr/>
    </dgm:pt>
    <dgm:pt modelId="{28727574-39A2-4384-A2F9-407DEF952BFC}" type="pres">
      <dgm:prSet presAssocID="{578AE998-7AA6-4387-B51B-3FEA74F8A6B2}" presName="sibTrans" presStyleCnt="0"/>
      <dgm:spPr/>
    </dgm:pt>
    <dgm:pt modelId="{FD48D3B7-C1BE-401E-9B6A-55506963CB1E}" type="pres">
      <dgm:prSet presAssocID="{8F936286-E319-415F-A664-608CA92BFD1C}" presName="node" presStyleLbl="node1" presStyleIdx="1" presStyleCnt="9">
        <dgm:presLayoutVars>
          <dgm:bulletEnabled val="1"/>
        </dgm:presLayoutVars>
      </dgm:prSet>
      <dgm:spPr/>
    </dgm:pt>
    <dgm:pt modelId="{32D7D9AD-0519-4131-8FDE-273BE53ABDB2}" type="pres">
      <dgm:prSet presAssocID="{1811F103-2388-46ED-8DB0-44A7234F0B88}" presName="sibTrans" presStyleCnt="0"/>
      <dgm:spPr/>
    </dgm:pt>
    <dgm:pt modelId="{9A3FD822-16A8-4D54-A470-B2F6C7194E1D}" type="pres">
      <dgm:prSet presAssocID="{B4B71382-58E4-4416-868F-68653052E429}" presName="node" presStyleLbl="node1" presStyleIdx="2" presStyleCnt="9">
        <dgm:presLayoutVars>
          <dgm:bulletEnabled val="1"/>
        </dgm:presLayoutVars>
      </dgm:prSet>
      <dgm:spPr/>
    </dgm:pt>
    <dgm:pt modelId="{DE362C53-8435-496A-BC97-D8EAD0180513}" type="pres">
      <dgm:prSet presAssocID="{5E436325-DC4C-4A91-B547-B78DF1245A1C}" presName="sibTrans" presStyleCnt="0"/>
      <dgm:spPr/>
    </dgm:pt>
    <dgm:pt modelId="{BB92803F-D4C8-4239-9612-D29362550511}" type="pres">
      <dgm:prSet presAssocID="{4D1B438F-6EDF-4059-A944-59E81C74AF7B}" presName="node" presStyleLbl="node1" presStyleIdx="3" presStyleCnt="9">
        <dgm:presLayoutVars>
          <dgm:bulletEnabled val="1"/>
        </dgm:presLayoutVars>
      </dgm:prSet>
      <dgm:spPr/>
    </dgm:pt>
    <dgm:pt modelId="{9B7C1D43-0A8B-4686-87FF-D00840EEB816}" type="pres">
      <dgm:prSet presAssocID="{FF2A5D74-1A7E-417E-AC31-18E07AD538EE}" presName="sibTrans" presStyleCnt="0"/>
      <dgm:spPr/>
    </dgm:pt>
    <dgm:pt modelId="{202CC41C-21A3-4FFE-BE8A-2D77421EB60F}" type="pres">
      <dgm:prSet presAssocID="{23391F24-BC98-420F-8F8A-DDCD5E5333AF}" presName="node" presStyleLbl="node1" presStyleIdx="4" presStyleCnt="9">
        <dgm:presLayoutVars>
          <dgm:bulletEnabled val="1"/>
        </dgm:presLayoutVars>
      </dgm:prSet>
      <dgm:spPr/>
    </dgm:pt>
    <dgm:pt modelId="{EA00E885-B734-4C8C-A95D-31ADBBA76C6F}" type="pres">
      <dgm:prSet presAssocID="{AA67026B-14C8-4096-8341-ED3B5C9EA5E1}" presName="sibTrans" presStyleCnt="0"/>
      <dgm:spPr/>
    </dgm:pt>
    <dgm:pt modelId="{B3D61577-38EF-4E44-86DB-9A83F71150E5}" type="pres">
      <dgm:prSet presAssocID="{7242E432-94C3-4B63-B5C3-B8849C74192F}" presName="node" presStyleLbl="node1" presStyleIdx="5" presStyleCnt="9">
        <dgm:presLayoutVars>
          <dgm:bulletEnabled val="1"/>
        </dgm:presLayoutVars>
      </dgm:prSet>
      <dgm:spPr>
        <a:xfrm>
          <a:off x="2547859" y="1142935"/>
          <a:ext cx="1630896" cy="978537"/>
        </a:xfrm>
        <a:prstGeom prst="rect">
          <a:avLst/>
        </a:prstGeom>
      </dgm:spPr>
    </dgm:pt>
    <dgm:pt modelId="{8753299F-CA97-4723-9A7D-2C71E3D53ECD}" type="pres">
      <dgm:prSet presAssocID="{4B66E171-743C-4600-8177-5439A4064CF9}" presName="sibTrans" presStyleCnt="0"/>
      <dgm:spPr/>
    </dgm:pt>
    <dgm:pt modelId="{60E6A43E-F43B-4AF3-86AB-B40B39BB0DAB}" type="pres">
      <dgm:prSet presAssocID="{E21AC82F-1B08-4630-9571-E3809975274B}" presName="node" presStyleLbl="node1" presStyleIdx="6" presStyleCnt="9">
        <dgm:presLayoutVars>
          <dgm:bulletEnabled val="1"/>
        </dgm:presLayoutVars>
      </dgm:prSet>
      <dgm:spPr>
        <a:xfrm>
          <a:off x="4341844" y="1142935"/>
          <a:ext cx="1630896" cy="978537"/>
        </a:xfrm>
        <a:prstGeom prst="rect">
          <a:avLst/>
        </a:prstGeom>
      </dgm:spPr>
    </dgm:pt>
    <dgm:pt modelId="{11837523-631A-48DA-9B1A-C23FBAD2207B}" type="pres">
      <dgm:prSet presAssocID="{4E5D38AD-412B-4B3C-A83E-D2A603DE3120}" presName="sibTrans" presStyleCnt="0"/>
      <dgm:spPr/>
    </dgm:pt>
    <dgm:pt modelId="{9A806A5F-63C3-4492-84AB-11E3F7441EB8}" type="pres">
      <dgm:prSet presAssocID="{0FED0885-C780-4906-A0EE-5FA487FE8329}" presName="node" presStyleLbl="node1" presStyleIdx="7" presStyleCnt="9">
        <dgm:presLayoutVars>
          <dgm:bulletEnabled val="1"/>
        </dgm:presLayoutVars>
      </dgm:prSet>
      <dgm:spPr/>
    </dgm:pt>
    <dgm:pt modelId="{E97DCEA7-160F-4E5B-AC75-3C790FFD4A4C}" type="pres">
      <dgm:prSet presAssocID="{1483EC2B-C23F-4EE1-B9E2-C61F7C683C73}" presName="sibTrans" presStyleCnt="0"/>
      <dgm:spPr/>
    </dgm:pt>
    <dgm:pt modelId="{2066F880-56B1-45B8-9A49-E93FEA75B8AF}" type="pres">
      <dgm:prSet presAssocID="{2F65EA6F-79CE-416A-A066-ECD3526E85BA}" presName="node" presStyleLbl="node1" presStyleIdx="8" presStyleCnt="9">
        <dgm:presLayoutVars>
          <dgm:bulletEnabled val="1"/>
        </dgm:presLayoutVars>
      </dgm:prSet>
      <dgm:spPr/>
    </dgm:pt>
  </dgm:ptLst>
  <dgm:cxnLst>
    <dgm:cxn modelId="{EC583614-70CC-4781-897D-FB93AC9AE824}" srcId="{03576BE3-C82C-4E04-84B7-A5CB35DCDAE1}" destId="{23391F24-BC98-420F-8F8A-DDCD5E5333AF}" srcOrd="4" destOrd="0" parTransId="{96A43831-CAD8-4563-BE09-12D5BEA024D3}" sibTransId="{AA67026B-14C8-4096-8341-ED3B5C9EA5E1}"/>
    <dgm:cxn modelId="{5CEC2F1A-2AC5-42D3-8D23-CCD810542C1D}" type="presOf" srcId="{4D1B438F-6EDF-4059-A944-59E81C74AF7B}" destId="{BB92803F-D4C8-4239-9612-D29362550511}" srcOrd="0" destOrd="0" presId="urn:microsoft.com/office/officeart/2005/8/layout/default"/>
    <dgm:cxn modelId="{0F5B3026-CC8F-42F2-B272-32572566BF3C}" srcId="{03576BE3-C82C-4E04-84B7-A5CB35DCDAE1}" destId="{E21AC82F-1B08-4630-9571-E3809975274B}" srcOrd="6" destOrd="0" parTransId="{0D883B75-5F86-45A8-BE35-1CAFB1500B1E}" sibTransId="{4E5D38AD-412B-4B3C-A83E-D2A603DE3120}"/>
    <dgm:cxn modelId="{F8C5BC2C-A596-4012-A855-DEE383992404}" type="presOf" srcId="{7242E432-94C3-4B63-B5C3-B8849C74192F}" destId="{B3D61577-38EF-4E44-86DB-9A83F71150E5}" srcOrd="0" destOrd="0" presId="urn:microsoft.com/office/officeart/2005/8/layout/default"/>
    <dgm:cxn modelId="{0F4B0139-8DDA-48B5-AAD0-3003FADA808B}" srcId="{03576BE3-C82C-4E04-84B7-A5CB35DCDAE1}" destId="{4D1B438F-6EDF-4059-A944-59E81C74AF7B}" srcOrd="3" destOrd="0" parTransId="{8D100B5A-A65A-4D23-A92E-AF98020741A4}" sibTransId="{FF2A5D74-1A7E-417E-AC31-18E07AD538EE}"/>
    <dgm:cxn modelId="{9F6C373E-58ED-4251-BDE2-D561E3BFA6D4}" srcId="{03576BE3-C82C-4E04-84B7-A5CB35DCDAE1}" destId="{7242E432-94C3-4B63-B5C3-B8849C74192F}" srcOrd="5" destOrd="0" parTransId="{103C9E24-5F1C-4A64-B0AD-D5EB288E28D2}" sibTransId="{4B66E171-743C-4600-8177-5439A4064CF9}"/>
    <dgm:cxn modelId="{2E94655B-5AF0-453B-AA61-C7DDE48D67AE}" type="presOf" srcId="{2F65EA6F-79CE-416A-A066-ECD3526E85BA}" destId="{2066F880-56B1-45B8-9A49-E93FEA75B8AF}" srcOrd="0" destOrd="0" presId="urn:microsoft.com/office/officeart/2005/8/layout/default"/>
    <dgm:cxn modelId="{1159845B-1DAD-4E40-B432-5E003701C614}" type="presOf" srcId="{23391F24-BC98-420F-8F8A-DDCD5E5333AF}" destId="{202CC41C-21A3-4FFE-BE8A-2D77421EB60F}" srcOrd="0" destOrd="0" presId="urn:microsoft.com/office/officeart/2005/8/layout/default"/>
    <dgm:cxn modelId="{1CFBF95E-FC64-4861-8836-64A6782782E4}" srcId="{03576BE3-C82C-4E04-84B7-A5CB35DCDAE1}" destId="{2F65EA6F-79CE-416A-A066-ECD3526E85BA}" srcOrd="8" destOrd="0" parTransId="{51576630-CD5A-42E8-81FE-5234F60925EB}" sibTransId="{818C2637-AF75-4429-8E9C-4F95BE423E38}"/>
    <dgm:cxn modelId="{C91A0D42-4CF4-4055-B505-131223B64A3D}" type="presOf" srcId="{8F936286-E319-415F-A664-608CA92BFD1C}" destId="{FD48D3B7-C1BE-401E-9B6A-55506963CB1E}" srcOrd="0" destOrd="0" presId="urn:microsoft.com/office/officeart/2005/8/layout/default"/>
    <dgm:cxn modelId="{C723F443-C13F-4AB4-8C6D-05F93DE57147}" type="presOf" srcId="{BC208AEE-D909-4249-B53E-1F9DFEEF26DC}" destId="{70785BD3-16D9-4705-BE35-EF98976227DB}" srcOrd="0" destOrd="0" presId="urn:microsoft.com/office/officeart/2005/8/layout/default"/>
    <dgm:cxn modelId="{2979356F-A537-45EC-8F1F-34C7044F5B82}" type="presOf" srcId="{B4B71382-58E4-4416-868F-68653052E429}" destId="{9A3FD822-16A8-4D54-A470-B2F6C7194E1D}" srcOrd="0" destOrd="0" presId="urn:microsoft.com/office/officeart/2005/8/layout/default"/>
    <dgm:cxn modelId="{1E47FB75-FC38-447A-81D3-53CAC5991329}" srcId="{03576BE3-C82C-4E04-84B7-A5CB35DCDAE1}" destId="{BC208AEE-D909-4249-B53E-1F9DFEEF26DC}" srcOrd="0" destOrd="0" parTransId="{67544F14-4343-400E-B581-072F70CA7AEC}" sibTransId="{578AE998-7AA6-4387-B51B-3FEA74F8A6B2}"/>
    <dgm:cxn modelId="{E562548F-2219-44CE-BC4E-B700004FC0A6}" type="presOf" srcId="{0FED0885-C780-4906-A0EE-5FA487FE8329}" destId="{9A806A5F-63C3-4492-84AB-11E3F7441EB8}" srcOrd="0" destOrd="0" presId="urn:microsoft.com/office/officeart/2005/8/layout/default"/>
    <dgm:cxn modelId="{31CD879F-C27D-4861-801F-9D044E992E46}" srcId="{03576BE3-C82C-4E04-84B7-A5CB35DCDAE1}" destId="{0FED0885-C780-4906-A0EE-5FA487FE8329}" srcOrd="7" destOrd="0" parTransId="{BE30C400-6413-4CB7-AD3F-4B945FEDE0F8}" sibTransId="{1483EC2B-C23F-4EE1-B9E2-C61F7C683C73}"/>
    <dgm:cxn modelId="{B6E412AB-5553-48F3-B494-231EE75902CE}" srcId="{03576BE3-C82C-4E04-84B7-A5CB35DCDAE1}" destId="{8F936286-E319-415F-A664-608CA92BFD1C}" srcOrd="1" destOrd="0" parTransId="{EA565243-0B6C-43D6-BC49-E71C78BF73C0}" sibTransId="{1811F103-2388-46ED-8DB0-44A7234F0B88}"/>
    <dgm:cxn modelId="{B48207B0-69E2-4169-9675-9CA629C7C937}" srcId="{03576BE3-C82C-4E04-84B7-A5CB35DCDAE1}" destId="{B4B71382-58E4-4416-868F-68653052E429}" srcOrd="2" destOrd="0" parTransId="{8457F895-1A9F-4F04-BF1F-2DE51C3725C3}" sibTransId="{5E436325-DC4C-4A91-B547-B78DF1245A1C}"/>
    <dgm:cxn modelId="{00CA43B6-79EA-45F3-97D4-2AE724E87504}" type="presOf" srcId="{03576BE3-C82C-4E04-84B7-A5CB35DCDAE1}" destId="{68989405-8449-4C74-BE9A-572BC16C06A1}" srcOrd="0" destOrd="0" presId="urn:microsoft.com/office/officeart/2005/8/layout/default"/>
    <dgm:cxn modelId="{785092F2-05B8-47AD-A660-5DBB07C9B459}" type="presOf" srcId="{E21AC82F-1B08-4630-9571-E3809975274B}" destId="{60E6A43E-F43B-4AF3-86AB-B40B39BB0DAB}" srcOrd="0" destOrd="0" presId="urn:microsoft.com/office/officeart/2005/8/layout/default"/>
    <dgm:cxn modelId="{71C06328-1CB5-410E-9E3D-BC2A83D9A48C}" type="presParOf" srcId="{68989405-8449-4C74-BE9A-572BC16C06A1}" destId="{70785BD3-16D9-4705-BE35-EF98976227DB}" srcOrd="0" destOrd="0" presId="urn:microsoft.com/office/officeart/2005/8/layout/default"/>
    <dgm:cxn modelId="{7404F8DE-B09C-45CF-AB6B-9A6F0919848F}" type="presParOf" srcId="{68989405-8449-4C74-BE9A-572BC16C06A1}" destId="{28727574-39A2-4384-A2F9-407DEF952BFC}" srcOrd="1" destOrd="0" presId="urn:microsoft.com/office/officeart/2005/8/layout/default"/>
    <dgm:cxn modelId="{BE147BDE-0FCA-4827-BCC5-E212104989D7}" type="presParOf" srcId="{68989405-8449-4C74-BE9A-572BC16C06A1}" destId="{FD48D3B7-C1BE-401E-9B6A-55506963CB1E}" srcOrd="2" destOrd="0" presId="urn:microsoft.com/office/officeart/2005/8/layout/default"/>
    <dgm:cxn modelId="{7A8EED20-07FC-4FA7-AF84-7855F15AC4D6}" type="presParOf" srcId="{68989405-8449-4C74-BE9A-572BC16C06A1}" destId="{32D7D9AD-0519-4131-8FDE-273BE53ABDB2}" srcOrd="3" destOrd="0" presId="urn:microsoft.com/office/officeart/2005/8/layout/default"/>
    <dgm:cxn modelId="{E7D947CC-F104-47FB-938E-B137E0F7227D}" type="presParOf" srcId="{68989405-8449-4C74-BE9A-572BC16C06A1}" destId="{9A3FD822-16A8-4D54-A470-B2F6C7194E1D}" srcOrd="4" destOrd="0" presId="urn:microsoft.com/office/officeart/2005/8/layout/default"/>
    <dgm:cxn modelId="{C43D30C4-684C-4488-89FC-60EE1846C0A1}" type="presParOf" srcId="{68989405-8449-4C74-BE9A-572BC16C06A1}" destId="{DE362C53-8435-496A-BC97-D8EAD0180513}" srcOrd="5" destOrd="0" presId="urn:microsoft.com/office/officeart/2005/8/layout/default"/>
    <dgm:cxn modelId="{96CFE52D-D752-49F1-B331-1E4DF10AF191}" type="presParOf" srcId="{68989405-8449-4C74-BE9A-572BC16C06A1}" destId="{BB92803F-D4C8-4239-9612-D29362550511}" srcOrd="6" destOrd="0" presId="urn:microsoft.com/office/officeart/2005/8/layout/default"/>
    <dgm:cxn modelId="{1775FCBC-1F7B-45BE-B8CF-B2FDF74A724B}" type="presParOf" srcId="{68989405-8449-4C74-BE9A-572BC16C06A1}" destId="{9B7C1D43-0A8B-4686-87FF-D00840EEB816}" srcOrd="7" destOrd="0" presId="urn:microsoft.com/office/officeart/2005/8/layout/default"/>
    <dgm:cxn modelId="{F1662400-D324-4BE6-9E9B-3B15876D6CE7}" type="presParOf" srcId="{68989405-8449-4C74-BE9A-572BC16C06A1}" destId="{202CC41C-21A3-4FFE-BE8A-2D77421EB60F}" srcOrd="8" destOrd="0" presId="urn:microsoft.com/office/officeart/2005/8/layout/default"/>
    <dgm:cxn modelId="{1316C8D7-51A0-44D8-9358-014AE839A90E}" type="presParOf" srcId="{68989405-8449-4C74-BE9A-572BC16C06A1}" destId="{EA00E885-B734-4C8C-A95D-31ADBBA76C6F}" srcOrd="9" destOrd="0" presId="urn:microsoft.com/office/officeart/2005/8/layout/default"/>
    <dgm:cxn modelId="{21474E82-AAD2-44F8-AE79-AF9C9DC6CE9F}" type="presParOf" srcId="{68989405-8449-4C74-BE9A-572BC16C06A1}" destId="{B3D61577-38EF-4E44-86DB-9A83F71150E5}" srcOrd="10" destOrd="0" presId="urn:microsoft.com/office/officeart/2005/8/layout/default"/>
    <dgm:cxn modelId="{3E6868FC-E0FD-42F3-BAFB-38AA9ECB5610}" type="presParOf" srcId="{68989405-8449-4C74-BE9A-572BC16C06A1}" destId="{8753299F-CA97-4723-9A7D-2C71E3D53ECD}" srcOrd="11" destOrd="0" presId="urn:microsoft.com/office/officeart/2005/8/layout/default"/>
    <dgm:cxn modelId="{AD2DA5E4-630D-4194-8BF1-D5B792FBAEBF}" type="presParOf" srcId="{68989405-8449-4C74-BE9A-572BC16C06A1}" destId="{60E6A43E-F43B-4AF3-86AB-B40B39BB0DAB}" srcOrd="12" destOrd="0" presId="urn:microsoft.com/office/officeart/2005/8/layout/default"/>
    <dgm:cxn modelId="{DB3AAD95-D98C-42E5-8C0D-4269199A275B}" type="presParOf" srcId="{68989405-8449-4C74-BE9A-572BC16C06A1}" destId="{11837523-631A-48DA-9B1A-C23FBAD2207B}" srcOrd="13" destOrd="0" presId="urn:microsoft.com/office/officeart/2005/8/layout/default"/>
    <dgm:cxn modelId="{36A4F84D-45EA-4EA5-8A64-D52709F66C3C}" type="presParOf" srcId="{68989405-8449-4C74-BE9A-572BC16C06A1}" destId="{9A806A5F-63C3-4492-84AB-11E3F7441EB8}" srcOrd="14" destOrd="0" presId="urn:microsoft.com/office/officeart/2005/8/layout/default"/>
    <dgm:cxn modelId="{3D6CFF5B-FE9F-471F-87E3-181F61089173}" type="presParOf" srcId="{68989405-8449-4C74-BE9A-572BC16C06A1}" destId="{E97DCEA7-160F-4E5B-AC75-3C790FFD4A4C}" srcOrd="15" destOrd="0" presId="urn:microsoft.com/office/officeart/2005/8/layout/default"/>
    <dgm:cxn modelId="{1D2CD6AD-6B54-4475-99C2-8FAE5102CD2E}" type="presParOf" srcId="{68989405-8449-4C74-BE9A-572BC16C06A1}" destId="{2066F880-56B1-45B8-9A49-E93FEA75B8AF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72E4771-0A9A-4182-AEFB-A932418FD579}" type="doc">
      <dgm:prSet loTypeId="urn:microsoft.com/office/officeart/2018/2/layout/IconVerticalSolidList" loCatId="icon" qsTypeId="urn:microsoft.com/office/officeart/2005/8/quickstyle/simple1#2" qsCatId="simple" csTypeId="urn:microsoft.com/office/officeart/2005/8/colors/accent3_2#1" csCatId="accent3" phldr="1"/>
      <dgm:spPr/>
      <dgm:t>
        <a:bodyPr/>
        <a:lstStyle/>
        <a:p>
          <a:endParaRPr lang="en-US"/>
        </a:p>
      </dgm:t>
    </dgm:pt>
    <dgm:pt modelId="{B2E74476-9CC9-4A1C-BC1A-8ED580DB63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Allows behaviour / property to be added to an individual object without impacting the behaviour of the class.</a:t>
          </a:r>
          <a:endParaRPr lang="en-US"/>
        </a:p>
      </dgm:t>
    </dgm:pt>
    <dgm:pt modelId="{1E7BAB57-EC93-45AA-BA25-D98AC63EB02F}" type="parTrans" cxnId="{0C826855-8CF4-42E8-9BDA-63CCB4A791CA}">
      <dgm:prSet/>
      <dgm:spPr/>
      <dgm:t>
        <a:bodyPr/>
        <a:lstStyle/>
        <a:p>
          <a:endParaRPr lang="en-US"/>
        </a:p>
      </dgm:t>
    </dgm:pt>
    <dgm:pt modelId="{38133E59-1CB1-4846-ACB9-C515D6E868FB}" type="sibTrans" cxnId="{0C826855-8CF4-42E8-9BDA-63CCB4A791CA}">
      <dgm:prSet/>
      <dgm:spPr/>
      <dgm:t>
        <a:bodyPr/>
        <a:lstStyle/>
        <a:p>
          <a:endParaRPr lang="en-US"/>
        </a:p>
      </dgm:t>
    </dgm:pt>
    <dgm:pt modelId="{515074CE-4D48-4538-A24D-7CE6430C19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This can be added statistically or dynamically. </a:t>
          </a:r>
          <a:endParaRPr lang="en-US"/>
        </a:p>
      </dgm:t>
    </dgm:pt>
    <dgm:pt modelId="{4C08C8E7-660D-46B8-9D97-8735CF1CA71B}" type="parTrans" cxnId="{7D755887-C54A-4F16-98B9-4FB98C976DFC}">
      <dgm:prSet/>
      <dgm:spPr/>
      <dgm:t>
        <a:bodyPr/>
        <a:lstStyle/>
        <a:p>
          <a:endParaRPr lang="en-US"/>
        </a:p>
      </dgm:t>
    </dgm:pt>
    <dgm:pt modelId="{2BCC9BD4-7F93-4E02-B79C-4D856F837A1E}" type="sibTrans" cxnId="{7D755887-C54A-4F16-98B9-4FB98C976DFC}">
      <dgm:prSet/>
      <dgm:spPr/>
      <dgm:t>
        <a:bodyPr/>
        <a:lstStyle/>
        <a:p>
          <a:endParaRPr lang="en-US"/>
        </a:p>
      </dgm:t>
    </dgm:pt>
    <dgm:pt modelId="{76982AD9-4ADA-448B-8ACC-2A86C3BDB5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Alternative for sub classing and avoid many number of classes or many number of attributes</a:t>
          </a:r>
          <a:endParaRPr lang="en-US"/>
        </a:p>
      </dgm:t>
    </dgm:pt>
    <dgm:pt modelId="{AD5D1C0C-6B7A-4B75-AF5B-9FBC4C58AD0C}" type="parTrans" cxnId="{CC741BF3-4138-4363-A024-709C841B8537}">
      <dgm:prSet/>
      <dgm:spPr/>
      <dgm:t>
        <a:bodyPr/>
        <a:lstStyle/>
        <a:p>
          <a:endParaRPr lang="en-US"/>
        </a:p>
      </dgm:t>
    </dgm:pt>
    <dgm:pt modelId="{11CD31AF-44E5-4A76-8993-A5B8929E9DD1}" type="sibTrans" cxnId="{CC741BF3-4138-4363-A024-709C841B8537}">
      <dgm:prSet/>
      <dgm:spPr/>
      <dgm:t>
        <a:bodyPr/>
        <a:lstStyle/>
        <a:p>
          <a:endParaRPr lang="en-US"/>
        </a:p>
      </dgm:t>
    </dgm:pt>
    <dgm:pt modelId="{53F6BEE2-F773-4521-B2F4-D189628DB3E8}" type="pres">
      <dgm:prSet presAssocID="{972E4771-0A9A-4182-AEFB-A932418FD579}" presName="root" presStyleCnt="0">
        <dgm:presLayoutVars>
          <dgm:dir/>
          <dgm:resizeHandles val="exact"/>
        </dgm:presLayoutVars>
      </dgm:prSet>
      <dgm:spPr/>
    </dgm:pt>
    <dgm:pt modelId="{5336CFFD-86B6-4D1C-81F7-6AB741F120B1}" type="pres">
      <dgm:prSet presAssocID="{B2E74476-9CC9-4A1C-BC1A-8ED580DB6349}" presName="compNode" presStyleCnt="0"/>
      <dgm:spPr/>
    </dgm:pt>
    <dgm:pt modelId="{ADD5CEB6-EDD1-49BD-BE44-D991B874A28E}" type="pres">
      <dgm:prSet presAssocID="{B2E74476-9CC9-4A1C-BC1A-8ED580DB6349}" presName="bgRect" presStyleLbl="bgShp" presStyleIdx="0" presStyleCnt="3"/>
      <dgm:spPr/>
    </dgm:pt>
    <dgm:pt modelId="{AFF36E87-9417-4FE1-BD1C-40FAA8052977}" type="pres">
      <dgm:prSet presAssocID="{B2E74476-9CC9-4A1C-BC1A-8ED580DB63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1D7A3A52-2639-4AF4-8D01-6C941A720E57}" type="pres">
      <dgm:prSet presAssocID="{B2E74476-9CC9-4A1C-BC1A-8ED580DB6349}" presName="spaceRect" presStyleCnt="0"/>
      <dgm:spPr/>
    </dgm:pt>
    <dgm:pt modelId="{DC21E3CC-A700-4B65-B4A8-880722FB8A6C}" type="pres">
      <dgm:prSet presAssocID="{B2E74476-9CC9-4A1C-BC1A-8ED580DB6349}" presName="parTx" presStyleLbl="revTx" presStyleIdx="0" presStyleCnt="3">
        <dgm:presLayoutVars>
          <dgm:chMax val="0"/>
          <dgm:chPref val="0"/>
        </dgm:presLayoutVars>
      </dgm:prSet>
      <dgm:spPr/>
    </dgm:pt>
    <dgm:pt modelId="{3204D560-9D4A-47A2-8F85-7CB7BE739011}" type="pres">
      <dgm:prSet presAssocID="{38133E59-1CB1-4846-ACB9-C515D6E868FB}" presName="sibTrans" presStyleCnt="0"/>
      <dgm:spPr/>
    </dgm:pt>
    <dgm:pt modelId="{FE8617C9-1232-426B-A764-266D787714E3}" type="pres">
      <dgm:prSet presAssocID="{515074CE-4D48-4538-A24D-7CE6430C19AB}" presName="compNode" presStyleCnt="0"/>
      <dgm:spPr/>
    </dgm:pt>
    <dgm:pt modelId="{26922F90-EB4F-4F24-9C84-11D223EE4EA7}" type="pres">
      <dgm:prSet presAssocID="{515074CE-4D48-4538-A24D-7CE6430C19AB}" presName="bgRect" presStyleLbl="bgShp" presStyleIdx="1" presStyleCnt="3"/>
      <dgm:spPr/>
    </dgm:pt>
    <dgm:pt modelId="{3E647C1B-826C-4B14-8254-0858A8CB3AA2}" type="pres">
      <dgm:prSet presAssocID="{515074CE-4D48-4538-A24D-7CE6430C19A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8C8B03B4-6F79-4EC2-AAFE-459C8084FA05}" type="pres">
      <dgm:prSet presAssocID="{515074CE-4D48-4538-A24D-7CE6430C19AB}" presName="spaceRect" presStyleCnt="0"/>
      <dgm:spPr/>
    </dgm:pt>
    <dgm:pt modelId="{91757477-56D8-4EF9-813D-63E78713149C}" type="pres">
      <dgm:prSet presAssocID="{515074CE-4D48-4538-A24D-7CE6430C19AB}" presName="parTx" presStyleLbl="revTx" presStyleIdx="1" presStyleCnt="3">
        <dgm:presLayoutVars>
          <dgm:chMax val="0"/>
          <dgm:chPref val="0"/>
        </dgm:presLayoutVars>
      </dgm:prSet>
      <dgm:spPr/>
    </dgm:pt>
    <dgm:pt modelId="{081D1548-661B-4E99-B944-7FC2C21A3A21}" type="pres">
      <dgm:prSet presAssocID="{2BCC9BD4-7F93-4E02-B79C-4D856F837A1E}" presName="sibTrans" presStyleCnt="0"/>
      <dgm:spPr/>
    </dgm:pt>
    <dgm:pt modelId="{06DB819F-848B-4313-B786-FE122CDC5F58}" type="pres">
      <dgm:prSet presAssocID="{76982AD9-4ADA-448B-8ACC-2A86C3BDB597}" presName="compNode" presStyleCnt="0"/>
      <dgm:spPr/>
    </dgm:pt>
    <dgm:pt modelId="{4025E8D3-E846-43CF-9A54-CD66144BE869}" type="pres">
      <dgm:prSet presAssocID="{76982AD9-4ADA-448B-8ACC-2A86C3BDB597}" presName="bgRect" presStyleLbl="bgShp" presStyleIdx="2" presStyleCnt="3"/>
      <dgm:spPr/>
    </dgm:pt>
    <dgm:pt modelId="{9E429FBD-6D98-4857-95B1-D5B21C6DDC74}" type="pres">
      <dgm:prSet presAssocID="{76982AD9-4ADA-448B-8ACC-2A86C3BDB59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DD23367-8099-4EEC-A046-0350277D69FE}" type="pres">
      <dgm:prSet presAssocID="{76982AD9-4ADA-448B-8ACC-2A86C3BDB597}" presName="spaceRect" presStyleCnt="0"/>
      <dgm:spPr/>
    </dgm:pt>
    <dgm:pt modelId="{0516358E-37F7-494F-867B-ED50DFDF0829}" type="pres">
      <dgm:prSet presAssocID="{76982AD9-4ADA-448B-8ACC-2A86C3BDB59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4A66A4A-5C64-4EDE-8260-E70886C26E68}" type="presOf" srcId="{B2E74476-9CC9-4A1C-BC1A-8ED580DB6349}" destId="{DC21E3CC-A700-4B65-B4A8-880722FB8A6C}" srcOrd="0" destOrd="0" presId="urn:microsoft.com/office/officeart/2018/2/layout/IconVerticalSolidList"/>
    <dgm:cxn modelId="{7C4A7073-849B-4B09-A7CF-94833F8745BE}" type="presOf" srcId="{972E4771-0A9A-4182-AEFB-A932418FD579}" destId="{53F6BEE2-F773-4521-B2F4-D189628DB3E8}" srcOrd="0" destOrd="0" presId="urn:microsoft.com/office/officeart/2018/2/layout/IconVerticalSolidList"/>
    <dgm:cxn modelId="{0C826855-8CF4-42E8-9BDA-63CCB4A791CA}" srcId="{972E4771-0A9A-4182-AEFB-A932418FD579}" destId="{B2E74476-9CC9-4A1C-BC1A-8ED580DB6349}" srcOrd="0" destOrd="0" parTransId="{1E7BAB57-EC93-45AA-BA25-D98AC63EB02F}" sibTransId="{38133E59-1CB1-4846-ACB9-C515D6E868FB}"/>
    <dgm:cxn modelId="{ECADA955-5636-47AA-8083-CC222AF81C68}" type="presOf" srcId="{76982AD9-4ADA-448B-8ACC-2A86C3BDB597}" destId="{0516358E-37F7-494F-867B-ED50DFDF0829}" srcOrd="0" destOrd="0" presId="urn:microsoft.com/office/officeart/2018/2/layout/IconVerticalSolidList"/>
    <dgm:cxn modelId="{4D86A186-4203-4FBE-8117-F48D041711D9}" type="presOf" srcId="{515074CE-4D48-4538-A24D-7CE6430C19AB}" destId="{91757477-56D8-4EF9-813D-63E78713149C}" srcOrd="0" destOrd="0" presId="urn:microsoft.com/office/officeart/2018/2/layout/IconVerticalSolidList"/>
    <dgm:cxn modelId="{7D755887-C54A-4F16-98B9-4FB98C976DFC}" srcId="{972E4771-0A9A-4182-AEFB-A932418FD579}" destId="{515074CE-4D48-4538-A24D-7CE6430C19AB}" srcOrd="1" destOrd="0" parTransId="{4C08C8E7-660D-46B8-9D97-8735CF1CA71B}" sibTransId="{2BCC9BD4-7F93-4E02-B79C-4D856F837A1E}"/>
    <dgm:cxn modelId="{CC741BF3-4138-4363-A024-709C841B8537}" srcId="{972E4771-0A9A-4182-AEFB-A932418FD579}" destId="{76982AD9-4ADA-448B-8ACC-2A86C3BDB597}" srcOrd="2" destOrd="0" parTransId="{AD5D1C0C-6B7A-4B75-AF5B-9FBC4C58AD0C}" sibTransId="{11CD31AF-44E5-4A76-8993-A5B8929E9DD1}"/>
    <dgm:cxn modelId="{2D58368E-D402-477C-A657-49E77609DE0F}" type="presParOf" srcId="{53F6BEE2-F773-4521-B2F4-D189628DB3E8}" destId="{5336CFFD-86B6-4D1C-81F7-6AB741F120B1}" srcOrd="0" destOrd="0" presId="urn:microsoft.com/office/officeart/2018/2/layout/IconVerticalSolidList"/>
    <dgm:cxn modelId="{E401F0F5-3A8B-42DF-97FE-BDEAD136C3F0}" type="presParOf" srcId="{5336CFFD-86B6-4D1C-81F7-6AB741F120B1}" destId="{ADD5CEB6-EDD1-49BD-BE44-D991B874A28E}" srcOrd="0" destOrd="0" presId="urn:microsoft.com/office/officeart/2018/2/layout/IconVerticalSolidList"/>
    <dgm:cxn modelId="{B43E456A-6D45-489A-ACED-37CDF14878B1}" type="presParOf" srcId="{5336CFFD-86B6-4D1C-81F7-6AB741F120B1}" destId="{AFF36E87-9417-4FE1-BD1C-40FAA8052977}" srcOrd="1" destOrd="0" presId="urn:microsoft.com/office/officeart/2018/2/layout/IconVerticalSolidList"/>
    <dgm:cxn modelId="{65A65F58-AE58-4A19-A63C-EBD6972E80BF}" type="presParOf" srcId="{5336CFFD-86B6-4D1C-81F7-6AB741F120B1}" destId="{1D7A3A52-2639-4AF4-8D01-6C941A720E57}" srcOrd="2" destOrd="0" presId="urn:microsoft.com/office/officeart/2018/2/layout/IconVerticalSolidList"/>
    <dgm:cxn modelId="{458BBC97-B074-4610-A22D-8555B01908A0}" type="presParOf" srcId="{5336CFFD-86B6-4D1C-81F7-6AB741F120B1}" destId="{DC21E3CC-A700-4B65-B4A8-880722FB8A6C}" srcOrd="3" destOrd="0" presId="urn:microsoft.com/office/officeart/2018/2/layout/IconVerticalSolidList"/>
    <dgm:cxn modelId="{7B2648E2-0B45-4D76-B90B-C5EEF9923AB3}" type="presParOf" srcId="{53F6BEE2-F773-4521-B2F4-D189628DB3E8}" destId="{3204D560-9D4A-47A2-8F85-7CB7BE739011}" srcOrd="1" destOrd="0" presId="urn:microsoft.com/office/officeart/2018/2/layout/IconVerticalSolidList"/>
    <dgm:cxn modelId="{3EC0E4A6-9B24-4D43-919A-A83CDA67EB5C}" type="presParOf" srcId="{53F6BEE2-F773-4521-B2F4-D189628DB3E8}" destId="{FE8617C9-1232-426B-A764-266D787714E3}" srcOrd="2" destOrd="0" presId="urn:microsoft.com/office/officeart/2018/2/layout/IconVerticalSolidList"/>
    <dgm:cxn modelId="{F4F68071-ECAE-469B-B9FE-A2A74519BB86}" type="presParOf" srcId="{FE8617C9-1232-426B-A764-266D787714E3}" destId="{26922F90-EB4F-4F24-9C84-11D223EE4EA7}" srcOrd="0" destOrd="0" presId="urn:microsoft.com/office/officeart/2018/2/layout/IconVerticalSolidList"/>
    <dgm:cxn modelId="{4C551FAB-7505-4617-833E-ED0812FA76C7}" type="presParOf" srcId="{FE8617C9-1232-426B-A764-266D787714E3}" destId="{3E647C1B-826C-4B14-8254-0858A8CB3AA2}" srcOrd="1" destOrd="0" presId="urn:microsoft.com/office/officeart/2018/2/layout/IconVerticalSolidList"/>
    <dgm:cxn modelId="{CC278160-1543-486A-A633-D5B2EB2AF241}" type="presParOf" srcId="{FE8617C9-1232-426B-A764-266D787714E3}" destId="{8C8B03B4-6F79-4EC2-AAFE-459C8084FA05}" srcOrd="2" destOrd="0" presId="urn:microsoft.com/office/officeart/2018/2/layout/IconVerticalSolidList"/>
    <dgm:cxn modelId="{5DED62DA-B0AF-4D69-80FD-50325D3AC1F4}" type="presParOf" srcId="{FE8617C9-1232-426B-A764-266D787714E3}" destId="{91757477-56D8-4EF9-813D-63E78713149C}" srcOrd="3" destOrd="0" presId="urn:microsoft.com/office/officeart/2018/2/layout/IconVerticalSolidList"/>
    <dgm:cxn modelId="{F49D6A4A-3127-4ECF-85DF-F9A80ABDA8B8}" type="presParOf" srcId="{53F6BEE2-F773-4521-B2F4-D189628DB3E8}" destId="{081D1548-661B-4E99-B944-7FC2C21A3A21}" srcOrd="3" destOrd="0" presId="urn:microsoft.com/office/officeart/2018/2/layout/IconVerticalSolidList"/>
    <dgm:cxn modelId="{A4E5FECC-F7BC-4C90-BBD3-D6281340C5ED}" type="presParOf" srcId="{53F6BEE2-F773-4521-B2F4-D189628DB3E8}" destId="{06DB819F-848B-4313-B786-FE122CDC5F58}" srcOrd="4" destOrd="0" presId="urn:microsoft.com/office/officeart/2018/2/layout/IconVerticalSolidList"/>
    <dgm:cxn modelId="{769F0BDB-0A32-45B9-BB16-989862C9CA93}" type="presParOf" srcId="{06DB819F-848B-4313-B786-FE122CDC5F58}" destId="{4025E8D3-E846-43CF-9A54-CD66144BE869}" srcOrd="0" destOrd="0" presId="urn:microsoft.com/office/officeart/2018/2/layout/IconVerticalSolidList"/>
    <dgm:cxn modelId="{529AC673-A53D-4129-9D48-4D1A120EE6FB}" type="presParOf" srcId="{06DB819F-848B-4313-B786-FE122CDC5F58}" destId="{9E429FBD-6D98-4857-95B1-D5B21C6DDC74}" srcOrd="1" destOrd="0" presId="urn:microsoft.com/office/officeart/2018/2/layout/IconVerticalSolidList"/>
    <dgm:cxn modelId="{564324CF-9D4A-4EE8-8A52-0A66F3134212}" type="presParOf" srcId="{06DB819F-848B-4313-B786-FE122CDC5F58}" destId="{7DD23367-8099-4EEC-A046-0350277D69FE}" srcOrd="2" destOrd="0" presId="urn:microsoft.com/office/officeart/2018/2/layout/IconVerticalSolidList"/>
    <dgm:cxn modelId="{955AA889-2872-46F2-AAE4-174EC6A1CC50}" type="presParOf" srcId="{06DB819F-848B-4313-B786-FE122CDC5F58}" destId="{0516358E-37F7-494F-867B-ED50DFDF082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37F8BFA-D409-4CE6-B34D-5584BA33F688}" type="doc">
      <dgm:prSet loTypeId="urn:microsoft.com/office/officeart/2005/8/layout/vList2" loCatId="list" qsTypeId="urn:microsoft.com/office/officeart/2005/8/quickstyle/simple1#3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FFE78EA5-E530-4DD1-90D4-5F236636510F}">
      <dgm:prSet custT="1"/>
      <dgm:spPr/>
      <dgm:t>
        <a:bodyPr/>
        <a:lstStyle/>
        <a:p>
          <a:r>
            <a:rPr lang="en-US" sz="1800"/>
            <a:t>The decorator design pattern allows objects to dynamically add behaviors to others.</a:t>
          </a:r>
        </a:p>
      </dgm:t>
    </dgm:pt>
    <dgm:pt modelId="{01380FD4-6379-41F1-A4BD-177719C2C811}" type="parTrans" cxnId="{D99CAFE0-DC31-4EF6-A3D1-EC239238186D}">
      <dgm:prSet/>
      <dgm:spPr/>
      <dgm:t>
        <a:bodyPr/>
        <a:lstStyle/>
        <a:p>
          <a:endParaRPr lang="en-US" sz="1400"/>
        </a:p>
      </dgm:t>
    </dgm:pt>
    <dgm:pt modelId="{4C893C4A-813C-4479-81AE-49C2084D5916}" type="sibTrans" cxnId="{D99CAFE0-DC31-4EF6-A3D1-EC239238186D}">
      <dgm:prSet/>
      <dgm:spPr/>
      <dgm:t>
        <a:bodyPr/>
        <a:lstStyle/>
        <a:p>
          <a:endParaRPr lang="en-US" sz="1400"/>
        </a:p>
      </dgm:t>
    </dgm:pt>
    <dgm:pt modelId="{9FD78FF0-EF42-4D04-8C85-8509E5D281B1}">
      <dgm:prSet custT="1"/>
      <dgm:spPr/>
      <dgm:t>
        <a:bodyPr/>
        <a:lstStyle/>
        <a:p>
          <a:r>
            <a:rPr lang="en-US" sz="1800"/>
            <a:t>To hide a complex, and resource demanding object until it is needed.</a:t>
          </a:r>
        </a:p>
      </dgm:t>
    </dgm:pt>
    <dgm:pt modelId="{1BB0F8F5-9055-4C02-AE54-F850CE4AB41C}" type="parTrans" cxnId="{F775DE29-0BD1-4E7B-A5C2-B51F4EC4FA98}">
      <dgm:prSet/>
      <dgm:spPr/>
      <dgm:t>
        <a:bodyPr/>
        <a:lstStyle/>
        <a:p>
          <a:endParaRPr lang="en-US" sz="1400"/>
        </a:p>
      </dgm:t>
    </dgm:pt>
    <dgm:pt modelId="{66C1B0B1-C480-4D00-B1A3-6ECE2A33D91C}" type="sibTrans" cxnId="{F775DE29-0BD1-4E7B-A5C2-B51F4EC4FA98}">
      <dgm:prSet/>
      <dgm:spPr/>
      <dgm:t>
        <a:bodyPr/>
        <a:lstStyle/>
        <a:p>
          <a:endParaRPr lang="en-US" sz="1400"/>
        </a:p>
      </dgm:t>
    </dgm:pt>
    <dgm:pt modelId="{F022D131-7CAB-4762-A575-E4149107DA05}">
      <dgm:prSet custT="1"/>
      <dgm:spPr/>
      <dgm:t>
        <a:bodyPr/>
        <a:lstStyle/>
        <a:p>
          <a:r>
            <a:rPr lang="en-US" sz="1800"/>
            <a:t>To reduce the number of classes needed to offer a  combination of behaviors.</a:t>
          </a:r>
        </a:p>
      </dgm:t>
    </dgm:pt>
    <dgm:pt modelId="{220C37AF-2F21-48D5-ABFD-114968F77424}" type="parTrans" cxnId="{A08069AD-C4ED-44C8-B97C-06CA83793747}">
      <dgm:prSet/>
      <dgm:spPr/>
      <dgm:t>
        <a:bodyPr/>
        <a:lstStyle/>
        <a:p>
          <a:endParaRPr lang="en-US" sz="1400"/>
        </a:p>
      </dgm:t>
    </dgm:pt>
    <dgm:pt modelId="{36329B33-A11D-4CD3-8FBE-F05CE36C6586}" type="sibTrans" cxnId="{A08069AD-C4ED-44C8-B97C-06CA83793747}">
      <dgm:prSet/>
      <dgm:spPr/>
      <dgm:t>
        <a:bodyPr/>
        <a:lstStyle/>
        <a:p>
          <a:endParaRPr lang="en-US" sz="1400"/>
        </a:p>
      </dgm:t>
    </dgm:pt>
    <dgm:pt modelId="{B1CB75E0-42A8-439B-AA5D-4B0AA55AEA57}">
      <dgm:prSet custT="1"/>
      <dgm:spPr/>
      <dgm:t>
        <a:bodyPr/>
        <a:lstStyle/>
        <a:p>
          <a:r>
            <a:rPr lang="en-US" sz="1800"/>
            <a:t>It lets you build a tree-like structure of objects that can be treated as a single, uniform object type.</a:t>
          </a:r>
        </a:p>
      </dgm:t>
    </dgm:pt>
    <dgm:pt modelId="{18965BF6-07CE-4B0F-B0A1-3C43FCE0684F}" type="parTrans" cxnId="{F691A2D1-1DCC-4875-8CF7-B25FA26EB2B4}">
      <dgm:prSet/>
      <dgm:spPr/>
      <dgm:t>
        <a:bodyPr/>
        <a:lstStyle/>
        <a:p>
          <a:endParaRPr lang="en-US" sz="1400"/>
        </a:p>
      </dgm:t>
    </dgm:pt>
    <dgm:pt modelId="{7A38622A-BFDC-47D3-8CD4-36B420F2DEB3}" type="sibTrans" cxnId="{F691A2D1-1DCC-4875-8CF7-B25FA26EB2B4}">
      <dgm:prSet/>
      <dgm:spPr/>
      <dgm:t>
        <a:bodyPr/>
        <a:lstStyle/>
        <a:p>
          <a:endParaRPr lang="en-US" sz="1400"/>
        </a:p>
      </dgm:t>
    </dgm:pt>
    <dgm:pt modelId="{B05014C4-1883-4C3F-9511-13158D04730F}" type="pres">
      <dgm:prSet presAssocID="{037F8BFA-D409-4CE6-B34D-5584BA33F688}" presName="linear" presStyleCnt="0">
        <dgm:presLayoutVars>
          <dgm:animLvl val="lvl"/>
          <dgm:resizeHandles val="exact"/>
        </dgm:presLayoutVars>
      </dgm:prSet>
      <dgm:spPr/>
    </dgm:pt>
    <dgm:pt modelId="{FED88633-62D9-4C6A-952B-B6E68FCB3E70}" type="pres">
      <dgm:prSet presAssocID="{FFE78EA5-E530-4DD1-90D4-5F236636510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416F6A1-B1A0-4604-892A-5B620D9DF50A}" type="pres">
      <dgm:prSet presAssocID="{4C893C4A-813C-4479-81AE-49C2084D5916}" presName="spacer" presStyleCnt="0"/>
      <dgm:spPr/>
    </dgm:pt>
    <dgm:pt modelId="{3B9C53F6-06EB-4630-9AB1-5807619E3013}" type="pres">
      <dgm:prSet presAssocID="{9FD78FF0-EF42-4D04-8C85-8509E5D281B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6D72F08-AE51-472F-A1D9-600A49FEBE0F}" type="pres">
      <dgm:prSet presAssocID="{66C1B0B1-C480-4D00-B1A3-6ECE2A33D91C}" presName="spacer" presStyleCnt="0"/>
      <dgm:spPr/>
    </dgm:pt>
    <dgm:pt modelId="{E7789BB0-F795-4C7A-B13F-628A751F8806}" type="pres">
      <dgm:prSet presAssocID="{F022D131-7CAB-4762-A575-E4149107DA0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64AE1DE-5D17-4F57-A80E-1757C8DA2082}" type="pres">
      <dgm:prSet presAssocID="{36329B33-A11D-4CD3-8FBE-F05CE36C6586}" presName="spacer" presStyleCnt="0"/>
      <dgm:spPr/>
    </dgm:pt>
    <dgm:pt modelId="{2DADEEEE-CE93-4F10-8C60-D471168017E4}" type="pres">
      <dgm:prSet presAssocID="{B1CB75E0-42A8-439B-AA5D-4B0AA55AEA57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2C36401-210A-4FA9-ACDC-09BF3F1A571B}" type="presOf" srcId="{F022D131-7CAB-4762-A575-E4149107DA05}" destId="{E7789BB0-F795-4C7A-B13F-628A751F8806}" srcOrd="0" destOrd="0" presId="urn:microsoft.com/office/officeart/2005/8/layout/vList2"/>
    <dgm:cxn modelId="{F775DE29-0BD1-4E7B-A5C2-B51F4EC4FA98}" srcId="{037F8BFA-D409-4CE6-B34D-5584BA33F688}" destId="{9FD78FF0-EF42-4D04-8C85-8509E5D281B1}" srcOrd="1" destOrd="0" parTransId="{1BB0F8F5-9055-4C02-AE54-F850CE4AB41C}" sibTransId="{66C1B0B1-C480-4D00-B1A3-6ECE2A33D91C}"/>
    <dgm:cxn modelId="{C2FDA752-6EB8-4CD3-BBFA-C853DBC0B512}" type="presOf" srcId="{9FD78FF0-EF42-4D04-8C85-8509E5D281B1}" destId="{3B9C53F6-06EB-4630-9AB1-5807619E3013}" srcOrd="0" destOrd="0" presId="urn:microsoft.com/office/officeart/2005/8/layout/vList2"/>
    <dgm:cxn modelId="{426D6F92-6C3E-4036-A888-A259E9210695}" type="presOf" srcId="{FFE78EA5-E530-4DD1-90D4-5F236636510F}" destId="{FED88633-62D9-4C6A-952B-B6E68FCB3E70}" srcOrd="0" destOrd="0" presId="urn:microsoft.com/office/officeart/2005/8/layout/vList2"/>
    <dgm:cxn modelId="{A08069AD-C4ED-44C8-B97C-06CA83793747}" srcId="{037F8BFA-D409-4CE6-B34D-5584BA33F688}" destId="{F022D131-7CAB-4762-A575-E4149107DA05}" srcOrd="2" destOrd="0" parTransId="{220C37AF-2F21-48D5-ABFD-114968F77424}" sibTransId="{36329B33-A11D-4CD3-8FBE-F05CE36C6586}"/>
    <dgm:cxn modelId="{421F2DCB-B3B4-491E-ACAA-1D7DEF504320}" type="presOf" srcId="{037F8BFA-D409-4CE6-B34D-5584BA33F688}" destId="{B05014C4-1883-4C3F-9511-13158D04730F}" srcOrd="0" destOrd="0" presId="urn:microsoft.com/office/officeart/2005/8/layout/vList2"/>
    <dgm:cxn modelId="{F691A2D1-1DCC-4875-8CF7-B25FA26EB2B4}" srcId="{037F8BFA-D409-4CE6-B34D-5584BA33F688}" destId="{B1CB75E0-42A8-439B-AA5D-4B0AA55AEA57}" srcOrd="3" destOrd="0" parTransId="{18965BF6-07CE-4B0F-B0A1-3C43FCE0684F}" sibTransId="{7A38622A-BFDC-47D3-8CD4-36B420F2DEB3}"/>
    <dgm:cxn modelId="{BB5F4BDE-C021-40E0-A565-837790840B7A}" type="presOf" srcId="{B1CB75E0-42A8-439B-AA5D-4B0AA55AEA57}" destId="{2DADEEEE-CE93-4F10-8C60-D471168017E4}" srcOrd="0" destOrd="0" presId="urn:microsoft.com/office/officeart/2005/8/layout/vList2"/>
    <dgm:cxn modelId="{D99CAFE0-DC31-4EF6-A3D1-EC239238186D}" srcId="{037F8BFA-D409-4CE6-B34D-5584BA33F688}" destId="{FFE78EA5-E530-4DD1-90D4-5F236636510F}" srcOrd="0" destOrd="0" parTransId="{01380FD4-6379-41F1-A4BD-177719C2C811}" sibTransId="{4C893C4A-813C-4479-81AE-49C2084D5916}"/>
    <dgm:cxn modelId="{31435592-8857-464F-9DFE-B14E76D9B4A7}" type="presParOf" srcId="{B05014C4-1883-4C3F-9511-13158D04730F}" destId="{FED88633-62D9-4C6A-952B-B6E68FCB3E70}" srcOrd="0" destOrd="0" presId="urn:microsoft.com/office/officeart/2005/8/layout/vList2"/>
    <dgm:cxn modelId="{AACC5CBE-14A0-44E3-9D50-0C3F97F871C4}" type="presParOf" srcId="{B05014C4-1883-4C3F-9511-13158D04730F}" destId="{C416F6A1-B1A0-4604-892A-5B620D9DF50A}" srcOrd="1" destOrd="0" presId="urn:microsoft.com/office/officeart/2005/8/layout/vList2"/>
    <dgm:cxn modelId="{65F0EB7F-67D3-4F97-97FD-474F9A72C41A}" type="presParOf" srcId="{B05014C4-1883-4C3F-9511-13158D04730F}" destId="{3B9C53F6-06EB-4630-9AB1-5807619E3013}" srcOrd="2" destOrd="0" presId="urn:microsoft.com/office/officeart/2005/8/layout/vList2"/>
    <dgm:cxn modelId="{22895465-629E-42F0-B650-E57AD69AEE8D}" type="presParOf" srcId="{B05014C4-1883-4C3F-9511-13158D04730F}" destId="{46D72F08-AE51-472F-A1D9-600A49FEBE0F}" srcOrd="3" destOrd="0" presId="urn:microsoft.com/office/officeart/2005/8/layout/vList2"/>
    <dgm:cxn modelId="{0E56B62E-87F7-4021-A503-8BE4526905F2}" type="presParOf" srcId="{B05014C4-1883-4C3F-9511-13158D04730F}" destId="{E7789BB0-F795-4C7A-B13F-628A751F8806}" srcOrd="4" destOrd="0" presId="urn:microsoft.com/office/officeart/2005/8/layout/vList2"/>
    <dgm:cxn modelId="{B26B4A27-E26D-4E15-B3F6-33DB9D6C461B}" type="presParOf" srcId="{B05014C4-1883-4C3F-9511-13158D04730F}" destId="{364AE1DE-5D17-4F57-A80E-1757C8DA2082}" srcOrd="5" destOrd="0" presId="urn:microsoft.com/office/officeart/2005/8/layout/vList2"/>
    <dgm:cxn modelId="{7DB25045-727F-4DD0-A8FD-4018E3D39F3C}" type="presParOf" srcId="{B05014C4-1883-4C3F-9511-13158D04730F}" destId="{2DADEEEE-CE93-4F10-8C60-D471168017E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C3AD5D-2D4A-4FA4-B458-827348811D9B}" type="doc">
      <dgm:prSet loTypeId="urn:microsoft.com/office/officeart/2018/2/layout/IconVerticalSolidList" loCatId="icon" qsTypeId="urn:microsoft.com/office/officeart/2005/8/quickstyle/simple1#4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7C301BA-9DD2-4CC2-9030-CC68D15874F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existing structure is untouched, so you cannot introduce bugs there.</a:t>
          </a:r>
        </a:p>
      </dgm:t>
    </dgm:pt>
    <dgm:pt modelId="{AB77DD6C-9B20-4F05-9BAE-C56320E96A05}" type="parTrans" cxnId="{10514F9E-518D-4DF4-AC64-790607C9A67E}">
      <dgm:prSet/>
      <dgm:spPr/>
      <dgm:t>
        <a:bodyPr/>
        <a:lstStyle/>
        <a:p>
          <a:endParaRPr lang="en-US"/>
        </a:p>
      </dgm:t>
    </dgm:pt>
    <dgm:pt modelId="{21D16E51-A711-4217-B6E1-FA0F825AE0D9}" type="sibTrans" cxnId="{10514F9E-518D-4DF4-AC64-790607C9A67E}">
      <dgm:prSet/>
      <dgm:spPr/>
      <dgm:t>
        <a:bodyPr/>
        <a:lstStyle/>
        <a:p>
          <a:endParaRPr lang="en-US"/>
        </a:p>
      </dgm:t>
    </dgm:pt>
    <dgm:pt modelId="{E2A88710-3F19-44B3-AE85-7A3FDD18AE9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New functionalities can be added to an existing object easily.</a:t>
          </a:r>
        </a:p>
      </dgm:t>
    </dgm:pt>
    <dgm:pt modelId="{EABA1193-6F24-44D9-80A9-2A3F4532825F}" type="parTrans" cxnId="{599EEDD0-FCB8-4B77-9E07-73503E3C9A67}">
      <dgm:prSet/>
      <dgm:spPr/>
      <dgm:t>
        <a:bodyPr/>
        <a:lstStyle/>
        <a:p>
          <a:endParaRPr lang="en-US"/>
        </a:p>
      </dgm:t>
    </dgm:pt>
    <dgm:pt modelId="{D8B10AA5-F12F-4509-9FFD-272494769E6E}" type="sibTrans" cxnId="{599EEDD0-FCB8-4B77-9E07-73503E3C9A67}">
      <dgm:prSet/>
      <dgm:spPr/>
      <dgm:t>
        <a:bodyPr/>
        <a:lstStyle/>
        <a:p>
          <a:endParaRPr lang="en-US"/>
        </a:p>
      </dgm:t>
    </dgm:pt>
    <dgm:pt modelId="{93D68049-256F-4069-9AFC-5908FAE5A74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You do not need to predict/implement all the supported functionalities at once (in other words, in the initial design phase). You can develop incrementally. </a:t>
          </a:r>
        </a:p>
      </dgm:t>
    </dgm:pt>
    <dgm:pt modelId="{94902B6C-A00C-4F83-8892-F1D77943A316}" type="parTrans" cxnId="{9442022F-4C4F-4A9F-9B40-ED50936EFB21}">
      <dgm:prSet/>
      <dgm:spPr/>
      <dgm:t>
        <a:bodyPr/>
        <a:lstStyle/>
        <a:p>
          <a:endParaRPr lang="en-US"/>
        </a:p>
      </dgm:t>
    </dgm:pt>
    <dgm:pt modelId="{507FC4FC-D21A-43A0-9123-034DD2EDAAB7}" type="sibTrans" cxnId="{9442022F-4C4F-4A9F-9B40-ED50936EFB21}">
      <dgm:prSet/>
      <dgm:spPr/>
      <dgm:t>
        <a:bodyPr/>
        <a:lstStyle/>
        <a:p>
          <a:endParaRPr lang="en-US"/>
        </a:p>
      </dgm:t>
    </dgm:pt>
    <dgm:pt modelId="{DC127C57-5714-4CD7-99A6-301EE978DFC6}" type="pres">
      <dgm:prSet presAssocID="{BCC3AD5D-2D4A-4FA4-B458-827348811D9B}" presName="root" presStyleCnt="0">
        <dgm:presLayoutVars>
          <dgm:dir/>
          <dgm:resizeHandles val="exact"/>
        </dgm:presLayoutVars>
      </dgm:prSet>
      <dgm:spPr/>
    </dgm:pt>
    <dgm:pt modelId="{9BAF69B6-7C83-4490-9F3B-1E17E014049F}" type="pres">
      <dgm:prSet presAssocID="{87C301BA-9DD2-4CC2-9030-CC68D15874F0}" presName="compNode" presStyleCnt="0"/>
      <dgm:spPr/>
    </dgm:pt>
    <dgm:pt modelId="{71063359-9A14-43FA-90D1-5CB0B68F7837}" type="pres">
      <dgm:prSet presAssocID="{87C301BA-9DD2-4CC2-9030-CC68D15874F0}" presName="bgRect" presStyleLbl="bgShp" presStyleIdx="0" presStyleCnt="3"/>
      <dgm:spPr/>
    </dgm:pt>
    <dgm:pt modelId="{96A244C8-20E0-4EAF-B473-A770F7A03550}" type="pres">
      <dgm:prSet presAssocID="{87C301BA-9DD2-4CC2-9030-CC68D15874F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"/>
        </a:ext>
      </dgm:extLst>
    </dgm:pt>
    <dgm:pt modelId="{6AE49C4D-F7B5-4827-BE22-26DEE876E47C}" type="pres">
      <dgm:prSet presAssocID="{87C301BA-9DD2-4CC2-9030-CC68D15874F0}" presName="spaceRect" presStyleCnt="0"/>
      <dgm:spPr/>
    </dgm:pt>
    <dgm:pt modelId="{F264C4D2-BD35-4999-8F87-3431989A31FD}" type="pres">
      <dgm:prSet presAssocID="{87C301BA-9DD2-4CC2-9030-CC68D15874F0}" presName="parTx" presStyleLbl="revTx" presStyleIdx="0" presStyleCnt="3">
        <dgm:presLayoutVars>
          <dgm:chMax val="0"/>
          <dgm:chPref val="0"/>
        </dgm:presLayoutVars>
      </dgm:prSet>
      <dgm:spPr/>
    </dgm:pt>
    <dgm:pt modelId="{CD6F4042-D1E3-4302-B69F-4FE0A0A448E6}" type="pres">
      <dgm:prSet presAssocID="{21D16E51-A711-4217-B6E1-FA0F825AE0D9}" presName="sibTrans" presStyleCnt="0"/>
      <dgm:spPr/>
    </dgm:pt>
    <dgm:pt modelId="{3F2571C5-0C3D-4B60-9A1F-CCE5157D814C}" type="pres">
      <dgm:prSet presAssocID="{E2A88710-3F19-44B3-AE85-7A3FDD18AE92}" presName="compNode" presStyleCnt="0"/>
      <dgm:spPr/>
    </dgm:pt>
    <dgm:pt modelId="{DDC1C74F-9E96-466F-A517-B0E96EB7D441}" type="pres">
      <dgm:prSet presAssocID="{E2A88710-3F19-44B3-AE85-7A3FDD18AE92}" presName="bgRect" presStyleLbl="bgShp" presStyleIdx="1" presStyleCnt="3"/>
      <dgm:spPr/>
    </dgm:pt>
    <dgm:pt modelId="{5190A3AC-2087-4B0E-BFD1-0839E676D001}" type="pres">
      <dgm:prSet presAssocID="{E2A88710-3F19-44B3-AE85-7A3FDD18AE9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3F7E0AC-AE47-4D2D-AB06-D00A995E1599}" type="pres">
      <dgm:prSet presAssocID="{E2A88710-3F19-44B3-AE85-7A3FDD18AE92}" presName="spaceRect" presStyleCnt="0"/>
      <dgm:spPr/>
    </dgm:pt>
    <dgm:pt modelId="{CFC465D5-A244-40BF-80AD-33360B3BF647}" type="pres">
      <dgm:prSet presAssocID="{E2A88710-3F19-44B3-AE85-7A3FDD18AE92}" presName="parTx" presStyleLbl="revTx" presStyleIdx="1" presStyleCnt="3">
        <dgm:presLayoutVars>
          <dgm:chMax val="0"/>
          <dgm:chPref val="0"/>
        </dgm:presLayoutVars>
      </dgm:prSet>
      <dgm:spPr/>
    </dgm:pt>
    <dgm:pt modelId="{9CEA790B-0572-4E13-8507-2D3593EA71EE}" type="pres">
      <dgm:prSet presAssocID="{D8B10AA5-F12F-4509-9FFD-272494769E6E}" presName="sibTrans" presStyleCnt="0"/>
      <dgm:spPr/>
    </dgm:pt>
    <dgm:pt modelId="{D06270BC-A4D9-4888-8CF1-B976DDEC83FB}" type="pres">
      <dgm:prSet presAssocID="{93D68049-256F-4069-9AFC-5908FAE5A741}" presName="compNode" presStyleCnt="0"/>
      <dgm:spPr/>
    </dgm:pt>
    <dgm:pt modelId="{DF25BC12-0EFA-4C54-990C-FD0A8949B7B9}" type="pres">
      <dgm:prSet presAssocID="{93D68049-256F-4069-9AFC-5908FAE5A741}" presName="bgRect" presStyleLbl="bgShp" presStyleIdx="2" presStyleCnt="3"/>
      <dgm:spPr/>
    </dgm:pt>
    <dgm:pt modelId="{A62872B3-4C0A-4B2B-B98E-8FC01AD4B92D}" type="pres">
      <dgm:prSet presAssocID="{93D68049-256F-4069-9AFC-5908FAE5A74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C762F9F9-B16E-41AA-9499-8EA2B6498231}" type="pres">
      <dgm:prSet presAssocID="{93D68049-256F-4069-9AFC-5908FAE5A741}" presName="spaceRect" presStyleCnt="0"/>
      <dgm:spPr/>
    </dgm:pt>
    <dgm:pt modelId="{0CD57A9E-E810-495E-960C-F8B4EAF7726F}" type="pres">
      <dgm:prSet presAssocID="{93D68049-256F-4069-9AFC-5908FAE5A74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AE54D06-0FD5-42C0-B768-F20AC8BC70FA}" type="presOf" srcId="{BCC3AD5D-2D4A-4FA4-B458-827348811D9B}" destId="{DC127C57-5714-4CD7-99A6-301EE978DFC6}" srcOrd="0" destOrd="0" presId="urn:microsoft.com/office/officeart/2018/2/layout/IconVerticalSolidList"/>
    <dgm:cxn modelId="{A6CCC908-DE80-4EF9-A8C2-C962D81822D3}" type="presOf" srcId="{E2A88710-3F19-44B3-AE85-7A3FDD18AE92}" destId="{CFC465D5-A244-40BF-80AD-33360B3BF647}" srcOrd="0" destOrd="0" presId="urn:microsoft.com/office/officeart/2018/2/layout/IconVerticalSolidList"/>
    <dgm:cxn modelId="{9442022F-4C4F-4A9F-9B40-ED50936EFB21}" srcId="{BCC3AD5D-2D4A-4FA4-B458-827348811D9B}" destId="{93D68049-256F-4069-9AFC-5908FAE5A741}" srcOrd="2" destOrd="0" parTransId="{94902B6C-A00C-4F83-8892-F1D77943A316}" sibTransId="{507FC4FC-D21A-43A0-9123-034DD2EDAAB7}"/>
    <dgm:cxn modelId="{9FAB5643-93E5-4DE6-9594-E2FAF9B25865}" type="presOf" srcId="{87C301BA-9DD2-4CC2-9030-CC68D15874F0}" destId="{F264C4D2-BD35-4999-8F87-3431989A31FD}" srcOrd="0" destOrd="0" presId="urn:microsoft.com/office/officeart/2018/2/layout/IconVerticalSolidList"/>
    <dgm:cxn modelId="{10514F9E-518D-4DF4-AC64-790607C9A67E}" srcId="{BCC3AD5D-2D4A-4FA4-B458-827348811D9B}" destId="{87C301BA-9DD2-4CC2-9030-CC68D15874F0}" srcOrd="0" destOrd="0" parTransId="{AB77DD6C-9B20-4F05-9BAE-C56320E96A05}" sibTransId="{21D16E51-A711-4217-B6E1-FA0F825AE0D9}"/>
    <dgm:cxn modelId="{599EEDD0-FCB8-4B77-9E07-73503E3C9A67}" srcId="{BCC3AD5D-2D4A-4FA4-B458-827348811D9B}" destId="{E2A88710-3F19-44B3-AE85-7A3FDD18AE92}" srcOrd="1" destOrd="0" parTransId="{EABA1193-6F24-44D9-80A9-2A3F4532825F}" sibTransId="{D8B10AA5-F12F-4509-9FFD-272494769E6E}"/>
    <dgm:cxn modelId="{280830F0-DAF0-4A40-A0DF-4F1FE2B84BA9}" type="presOf" srcId="{93D68049-256F-4069-9AFC-5908FAE5A741}" destId="{0CD57A9E-E810-495E-960C-F8B4EAF7726F}" srcOrd="0" destOrd="0" presId="urn:microsoft.com/office/officeart/2018/2/layout/IconVerticalSolidList"/>
    <dgm:cxn modelId="{CEFEDBF9-2994-4DD2-B24D-0D28C414AAE1}" type="presParOf" srcId="{DC127C57-5714-4CD7-99A6-301EE978DFC6}" destId="{9BAF69B6-7C83-4490-9F3B-1E17E014049F}" srcOrd="0" destOrd="0" presId="urn:microsoft.com/office/officeart/2018/2/layout/IconVerticalSolidList"/>
    <dgm:cxn modelId="{7CDEC37E-F55A-4405-9D2A-C1F58013C42E}" type="presParOf" srcId="{9BAF69B6-7C83-4490-9F3B-1E17E014049F}" destId="{71063359-9A14-43FA-90D1-5CB0B68F7837}" srcOrd="0" destOrd="0" presId="urn:microsoft.com/office/officeart/2018/2/layout/IconVerticalSolidList"/>
    <dgm:cxn modelId="{6B94DC50-5EC2-4A42-991F-2E52264E7F8D}" type="presParOf" srcId="{9BAF69B6-7C83-4490-9F3B-1E17E014049F}" destId="{96A244C8-20E0-4EAF-B473-A770F7A03550}" srcOrd="1" destOrd="0" presId="urn:microsoft.com/office/officeart/2018/2/layout/IconVerticalSolidList"/>
    <dgm:cxn modelId="{3310A6FF-ADB0-46F4-A2B4-94176762C759}" type="presParOf" srcId="{9BAF69B6-7C83-4490-9F3B-1E17E014049F}" destId="{6AE49C4D-F7B5-4827-BE22-26DEE876E47C}" srcOrd="2" destOrd="0" presId="urn:microsoft.com/office/officeart/2018/2/layout/IconVerticalSolidList"/>
    <dgm:cxn modelId="{5F2C48BD-5749-4744-BF3A-C832A49E33EA}" type="presParOf" srcId="{9BAF69B6-7C83-4490-9F3B-1E17E014049F}" destId="{F264C4D2-BD35-4999-8F87-3431989A31FD}" srcOrd="3" destOrd="0" presId="urn:microsoft.com/office/officeart/2018/2/layout/IconVerticalSolidList"/>
    <dgm:cxn modelId="{F819B837-824D-435A-99A2-0E92254E6925}" type="presParOf" srcId="{DC127C57-5714-4CD7-99A6-301EE978DFC6}" destId="{CD6F4042-D1E3-4302-B69F-4FE0A0A448E6}" srcOrd="1" destOrd="0" presId="urn:microsoft.com/office/officeart/2018/2/layout/IconVerticalSolidList"/>
    <dgm:cxn modelId="{39919A8F-8013-4B2B-8E08-D6309A4F0350}" type="presParOf" srcId="{DC127C57-5714-4CD7-99A6-301EE978DFC6}" destId="{3F2571C5-0C3D-4B60-9A1F-CCE5157D814C}" srcOrd="2" destOrd="0" presId="urn:microsoft.com/office/officeart/2018/2/layout/IconVerticalSolidList"/>
    <dgm:cxn modelId="{5007BEF9-BFB0-488E-915A-5331D3B6E440}" type="presParOf" srcId="{3F2571C5-0C3D-4B60-9A1F-CCE5157D814C}" destId="{DDC1C74F-9E96-466F-A517-B0E96EB7D441}" srcOrd="0" destOrd="0" presId="urn:microsoft.com/office/officeart/2018/2/layout/IconVerticalSolidList"/>
    <dgm:cxn modelId="{5818981F-E229-473F-BC7D-197431030727}" type="presParOf" srcId="{3F2571C5-0C3D-4B60-9A1F-CCE5157D814C}" destId="{5190A3AC-2087-4B0E-BFD1-0839E676D001}" srcOrd="1" destOrd="0" presId="urn:microsoft.com/office/officeart/2018/2/layout/IconVerticalSolidList"/>
    <dgm:cxn modelId="{71D08216-7774-4583-B632-80D93D1E65B1}" type="presParOf" srcId="{3F2571C5-0C3D-4B60-9A1F-CCE5157D814C}" destId="{83F7E0AC-AE47-4D2D-AB06-D00A995E1599}" srcOrd="2" destOrd="0" presId="urn:microsoft.com/office/officeart/2018/2/layout/IconVerticalSolidList"/>
    <dgm:cxn modelId="{32037340-E1EF-46DC-8657-6DCA523A065A}" type="presParOf" srcId="{3F2571C5-0C3D-4B60-9A1F-CCE5157D814C}" destId="{CFC465D5-A244-40BF-80AD-33360B3BF647}" srcOrd="3" destOrd="0" presId="urn:microsoft.com/office/officeart/2018/2/layout/IconVerticalSolidList"/>
    <dgm:cxn modelId="{638BEED6-7455-4E72-94F8-7496170B153C}" type="presParOf" srcId="{DC127C57-5714-4CD7-99A6-301EE978DFC6}" destId="{9CEA790B-0572-4E13-8507-2D3593EA71EE}" srcOrd="3" destOrd="0" presId="urn:microsoft.com/office/officeart/2018/2/layout/IconVerticalSolidList"/>
    <dgm:cxn modelId="{E176E4C6-6E3C-4481-91CC-C2AB601BC06B}" type="presParOf" srcId="{DC127C57-5714-4CD7-99A6-301EE978DFC6}" destId="{D06270BC-A4D9-4888-8CF1-B976DDEC83FB}" srcOrd="4" destOrd="0" presId="urn:microsoft.com/office/officeart/2018/2/layout/IconVerticalSolidList"/>
    <dgm:cxn modelId="{4D8D5266-689A-41A7-8D34-8913577DB4DB}" type="presParOf" srcId="{D06270BC-A4D9-4888-8CF1-B976DDEC83FB}" destId="{DF25BC12-0EFA-4C54-990C-FD0A8949B7B9}" srcOrd="0" destOrd="0" presId="urn:microsoft.com/office/officeart/2018/2/layout/IconVerticalSolidList"/>
    <dgm:cxn modelId="{6F844778-D4D4-47D5-9F87-8B0BDFFE4FE0}" type="presParOf" srcId="{D06270BC-A4D9-4888-8CF1-B976DDEC83FB}" destId="{A62872B3-4C0A-4B2B-B98E-8FC01AD4B92D}" srcOrd="1" destOrd="0" presId="urn:microsoft.com/office/officeart/2018/2/layout/IconVerticalSolidList"/>
    <dgm:cxn modelId="{266187E2-3CDA-4152-A3EB-561672B64FE7}" type="presParOf" srcId="{D06270BC-A4D9-4888-8CF1-B976DDEC83FB}" destId="{C762F9F9-B16E-41AA-9499-8EA2B6498231}" srcOrd="2" destOrd="0" presId="urn:microsoft.com/office/officeart/2018/2/layout/IconVerticalSolidList"/>
    <dgm:cxn modelId="{F4784AFC-F711-4C8D-84A9-7665126C0ECB}" type="presParOf" srcId="{D06270BC-A4D9-4888-8CF1-B976DDEC83FB}" destId="{0CD57A9E-E810-495E-960C-F8B4EAF7726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6D71A98-7E0E-4B9B-91C4-800CD7E2AF9C}" type="doc">
      <dgm:prSet loTypeId="urn:microsoft.com/office/officeart/2018/2/layout/IconVerticalSolidList" loCatId="icon" qsTypeId="urn:microsoft.com/office/officeart/2005/8/quickstyle/simple1#5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752D7C51-EE90-42BB-90FB-FD05DC1683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Separate core and decorator features. </a:t>
          </a:r>
        </a:p>
      </dgm:t>
    </dgm:pt>
    <dgm:pt modelId="{3143DB44-0CA9-48C9-80D9-14E4A5988579}" type="parTrans" cxnId="{2C034F1B-0364-4900-A0AB-1CC2505ED1BE}">
      <dgm:prSet/>
      <dgm:spPr/>
      <dgm:t>
        <a:bodyPr/>
        <a:lstStyle/>
        <a:p>
          <a:endParaRPr lang="en-US"/>
        </a:p>
      </dgm:t>
    </dgm:pt>
    <dgm:pt modelId="{AFBF25D3-936A-4BCD-9F80-E9B5773583F8}" type="sibTrans" cxnId="{2C034F1B-0364-4900-A0AB-1CC2505ED1BE}">
      <dgm:prSet/>
      <dgm:spPr/>
      <dgm:t>
        <a:bodyPr/>
        <a:lstStyle/>
        <a:p>
          <a:endParaRPr lang="en-US"/>
        </a:p>
      </dgm:t>
    </dgm:pt>
    <dgm:pt modelId="{B2D9825A-9234-4DF0-B5D5-F0AA4C86292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If you create too many decorators in the system, it will be hard to maintain and debug. So, in that case, they can create unnecessary confusion. </a:t>
          </a:r>
        </a:p>
      </dgm:t>
    </dgm:pt>
    <dgm:pt modelId="{47503886-1C96-44B7-B901-F23F4145B762}" type="parTrans" cxnId="{EFEF93AB-C65B-4841-80C0-6C52FBE03952}">
      <dgm:prSet/>
      <dgm:spPr/>
      <dgm:t>
        <a:bodyPr/>
        <a:lstStyle/>
        <a:p>
          <a:endParaRPr lang="en-US"/>
        </a:p>
      </dgm:t>
    </dgm:pt>
    <dgm:pt modelId="{CCBD5EA4-1E2B-4162-8405-986BCBFDE977}" type="sibTrans" cxnId="{EFEF93AB-C65B-4841-80C0-6C52FBE03952}">
      <dgm:prSet/>
      <dgm:spPr/>
      <dgm:t>
        <a:bodyPr/>
        <a:lstStyle/>
        <a:p>
          <a:endParaRPr lang="en-US"/>
        </a:p>
      </dgm:t>
    </dgm:pt>
    <dgm:pt modelId="{3DC118A8-20BB-40A4-A679-8421AE88D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Handling conflicts between decorators. </a:t>
          </a:r>
        </a:p>
      </dgm:t>
    </dgm:pt>
    <dgm:pt modelId="{4A4E54F8-4015-43A8-95C2-59AE80EBA2FC}" type="parTrans" cxnId="{0991D739-108B-4301-ACC2-828543E51F2B}">
      <dgm:prSet/>
      <dgm:spPr/>
      <dgm:t>
        <a:bodyPr/>
        <a:lstStyle/>
        <a:p>
          <a:endParaRPr lang="en-US"/>
        </a:p>
      </dgm:t>
    </dgm:pt>
    <dgm:pt modelId="{69782C15-06B7-4C71-8BBD-ABEA5337E4A3}" type="sibTrans" cxnId="{0991D739-108B-4301-ACC2-828543E51F2B}">
      <dgm:prSet/>
      <dgm:spPr/>
      <dgm:t>
        <a:bodyPr/>
        <a:lstStyle/>
        <a:p>
          <a:endParaRPr lang="en-US"/>
        </a:p>
      </dgm:t>
    </dgm:pt>
    <dgm:pt modelId="{EF7C8601-987C-4736-862E-FC8D8F7C616D}" type="pres">
      <dgm:prSet presAssocID="{26D71A98-7E0E-4B9B-91C4-800CD7E2AF9C}" presName="root" presStyleCnt="0">
        <dgm:presLayoutVars>
          <dgm:dir/>
          <dgm:resizeHandles val="exact"/>
        </dgm:presLayoutVars>
      </dgm:prSet>
      <dgm:spPr/>
    </dgm:pt>
    <dgm:pt modelId="{E16D2496-E58C-4079-9C6E-656813B0AC35}" type="pres">
      <dgm:prSet presAssocID="{752D7C51-EE90-42BB-90FB-FD05DC1683D8}" presName="compNode" presStyleCnt="0"/>
      <dgm:spPr/>
    </dgm:pt>
    <dgm:pt modelId="{C0DA40C6-CC90-4A91-A6C2-33DADB329539}" type="pres">
      <dgm:prSet presAssocID="{752D7C51-EE90-42BB-90FB-FD05DC1683D8}" presName="bgRect" presStyleLbl="bgShp" presStyleIdx="0" presStyleCnt="3"/>
      <dgm:spPr/>
    </dgm:pt>
    <dgm:pt modelId="{12CED601-3708-425D-856B-94BBCFA22DD8}" type="pres">
      <dgm:prSet presAssocID="{752D7C51-EE90-42BB-90FB-FD05DC1683D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int"/>
        </a:ext>
      </dgm:extLst>
    </dgm:pt>
    <dgm:pt modelId="{0CEA62B1-38E2-4B7B-AEB9-C419D0DAEDE7}" type="pres">
      <dgm:prSet presAssocID="{752D7C51-EE90-42BB-90FB-FD05DC1683D8}" presName="spaceRect" presStyleCnt="0"/>
      <dgm:spPr/>
    </dgm:pt>
    <dgm:pt modelId="{363C77BF-DCB2-448D-9C63-1A24E1F8ECD0}" type="pres">
      <dgm:prSet presAssocID="{752D7C51-EE90-42BB-90FB-FD05DC1683D8}" presName="parTx" presStyleLbl="revTx" presStyleIdx="0" presStyleCnt="3">
        <dgm:presLayoutVars>
          <dgm:chMax val="0"/>
          <dgm:chPref val="0"/>
        </dgm:presLayoutVars>
      </dgm:prSet>
      <dgm:spPr/>
    </dgm:pt>
    <dgm:pt modelId="{DE40956A-DC2E-4340-AFB5-E26105E10160}" type="pres">
      <dgm:prSet presAssocID="{AFBF25D3-936A-4BCD-9F80-E9B5773583F8}" presName="sibTrans" presStyleCnt="0"/>
      <dgm:spPr/>
    </dgm:pt>
    <dgm:pt modelId="{F5080E0F-9627-4042-80A1-B6BF7DFF127E}" type="pres">
      <dgm:prSet presAssocID="{B2D9825A-9234-4DF0-B5D5-F0AA4C86292A}" presName="compNode" presStyleCnt="0"/>
      <dgm:spPr/>
    </dgm:pt>
    <dgm:pt modelId="{A4128525-2745-4D1D-97EE-5C9B34C24CEE}" type="pres">
      <dgm:prSet presAssocID="{B2D9825A-9234-4DF0-B5D5-F0AA4C86292A}" presName="bgRect" presStyleLbl="bgShp" presStyleIdx="1" presStyleCnt="3"/>
      <dgm:spPr/>
    </dgm:pt>
    <dgm:pt modelId="{3585B5D3-0B87-4A9F-A4CE-4F6CD87A8D47}" type="pres">
      <dgm:prSet presAssocID="{B2D9825A-9234-4DF0-B5D5-F0AA4C86292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8733B4A4-CACE-451A-8FAE-47D25A44D25A}" type="pres">
      <dgm:prSet presAssocID="{B2D9825A-9234-4DF0-B5D5-F0AA4C86292A}" presName="spaceRect" presStyleCnt="0"/>
      <dgm:spPr/>
    </dgm:pt>
    <dgm:pt modelId="{B9DFA450-CCFF-4B39-B81A-B371BD641A2D}" type="pres">
      <dgm:prSet presAssocID="{B2D9825A-9234-4DF0-B5D5-F0AA4C86292A}" presName="parTx" presStyleLbl="revTx" presStyleIdx="1" presStyleCnt="3">
        <dgm:presLayoutVars>
          <dgm:chMax val="0"/>
          <dgm:chPref val="0"/>
        </dgm:presLayoutVars>
      </dgm:prSet>
      <dgm:spPr/>
    </dgm:pt>
    <dgm:pt modelId="{B78BE248-FB71-44F2-9386-E7D7FE96A3DB}" type="pres">
      <dgm:prSet presAssocID="{CCBD5EA4-1E2B-4162-8405-986BCBFDE977}" presName="sibTrans" presStyleCnt="0"/>
      <dgm:spPr/>
    </dgm:pt>
    <dgm:pt modelId="{570A33A8-5157-47B2-9828-6B66121256E0}" type="pres">
      <dgm:prSet presAssocID="{3DC118A8-20BB-40A4-A679-8421AE88D42D}" presName="compNode" presStyleCnt="0"/>
      <dgm:spPr/>
    </dgm:pt>
    <dgm:pt modelId="{0474C21F-404A-48AF-A116-13F16AED0E31}" type="pres">
      <dgm:prSet presAssocID="{3DC118A8-20BB-40A4-A679-8421AE88D42D}" presName="bgRect" presStyleLbl="bgShp" presStyleIdx="2" presStyleCnt="3"/>
      <dgm:spPr/>
    </dgm:pt>
    <dgm:pt modelId="{BA33AC04-3BA0-4854-8358-35A8A2EC7062}" type="pres">
      <dgm:prSet presAssocID="{3DC118A8-20BB-40A4-A679-8421AE88D42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rge paint brush"/>
        </a:ext>
      </dgm:extLst>
    </dgm:pt>
    <dgm:pt modelId="{FA8CAEB4-92F0-4684-BC90-60B70FFD3342}" type="pres">
      <dgm:prSet presAssocID="{3DC118A8-20BB-40A4-A679-8421AE88D42D}" presName="spaceRect" presStyleCnt="0"/>
      <dgm:spPr/>
    </dgm:pt>
    <dgm:pt modelId="{D1BF84EA-B418-49E8-86BC-367C74E1B26B}" type="pres">
      <dgm:prSet presAssocID="{3DC118A8-20BB-40A4-A679-8421AE88D42D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C034F1B-0364-4900-A0AB-1CC2505ED1BE}" srcId="{26D71A98-7E0E-4B9B-91C4-800CD7E2AF9C}" destId="{752D7C51-EE90-42BB-90FB-FD05DC1683D8}" srcOrd="0" destOrd="0" parTransId="{3143DB44-0CA9-48C9-80D9-14E4A5988579}" sibTransId="{AFBF25D3-936A-4BCD-9F80-E9B5773583F8}"/>
    <dgm:cxn modelId="{0991D739-108B-4301-ACC2-828543E51F2B}" srcId="{26D71A98-7E0E-4B9B-91C4-800CD7E2AF9C}" destId="{3DC118A8-20BB-40A4-A679-8421AE88D42D}" srcOrd="2" destOrd="0" parTransId="{4A4E54F8-4015-43A8-95C2-59AE80EBA2FC}" sibTransId="{69782C15-06B7-4C71-8BBD-ABEA5337E4A3}"/>
    <dgm:cxn modelId="{653B91A0-3E71-4EBD-BD11-B2105779957D}" type="presOf" srcId="{3DC118A8-20BB-40A4-A679-8421AE88D42D}" destId="{D1BF84EA-B418-49E8-86BC-367C74E1B26B}" srcOrd="0" destOrd="0" presId="urn:microsoft.com/office/officeart/2018/2/layout/IconVerticalSolidList"/>
    <dgm:cxn modelId="{EFEF93AB-C65B-4841-80C0-6C52FBE03952}" srcId="{26D71A98-7E0E-4B9B-91C4-800CD7E2AF9C}" destId="{B2D9825A-9234-4DF0-B5D5-F0AA4C86292A}" srcOrd="1" destOrd="0" parTransId="{47503886-1C96-44B7-B901-F23F4145B762}" sibTransId="{CCBD5EA4-1E2B-4162-8405-986BCBFDE977}"/>
    <dgm:cxn modelId="{D34ED0D0-3C06-4DB1-B858-B883823E3BD2}" type="presOf" srcId="{26D71A98-7E0E-4B9B-91C4-800CD7E2AF9C}" destId="{EF7C8601-987C-4736-862E-FC8D8F7C616D}" srcOrd="0" destOrd="0" presId="urn:microsoft.com/office/officeart/2018/2/layout/IconVerticalSolidList"/>
    <dgm:cxn modelId="{902BDDF6-A2A4-4D2E-90C0-5560F1C6AF89}" type="presOf" srcId="{B2D9825A-9234-4DF0-B5D5-F0AA4C86292A}" destId="{B9DFA450-CCFF-4B39-B81A-B371BD641A2D}" srcOrd="0" destOrd="0" presId="urn:microsoft.com/office/officeart/2018/2/layout/IconVerticalSolidList"/>
    <dgm:cxn modelId="{E7D94BFD-4F4D-4220-86FE-61079EDB5CED}" type="presOf" srcId="{752D7C51-EE90-42BB-90FB-FD05DC1683D8}" destId="{363C77BF-DCB2-448D-9C63-1A24E1F8ECD0}" srcOrd="0" destOrd="0" presId="urn:microsoft.com/office/officeart/2018/2/layout/IconVerticalSolidList"/>
    <dgm:cxn modelId="{49789917-106C-4A7A-A743-ECF3323D2552}" type="presParOf" srcId="{EF7C8601-987C-4736-862E-FC8D8F7C616D}" destId="{E16D2496-E58C-4079-9C6E-656813B0AC35}" srcOrd="0" destOrd="0" presId="urn:microsoft.com/office/officeart/2018/2/layout/IconVerticalSolidList"/>
    <dgm:cxn modelId="{BB20C493-292E-42EA-8855-704835E38BE2}" type="presParOf" srcId="{E16D2496-E58C-4079-9C6E-656813B0AC35}" destId="{C0DA40C6-CC90-4A91-A6C2-33DADB329539}" srcOrd="0" destOrd="0" presId="urn:microsoft.com/office/officeart/2018/2/layout/IconVerticalSolidList"/>
    <dgm:cxn modelId="{03A5E4D3-CFB6-4109-B84B-835E2BE611D7}" type="presParOf" srcId="{E16D2496-E58C-4079-9C6E-656813B0AC35}" destId="{12CED601-3708-425D-856B-94BBCFA22DD8}" srcOrd="1" destOrd="0" presId="urn:microsoft.com/office/officeart/2018/2/layout/IconVerticalSolidList"/>
    <dgm:cxn modelId="{4E45E359-4D4A-49AE-912B-77DBED4D78F9}" type="presParOf" srcId="{E16D2496-E58C-4079-9C6E-656813B0AC35}" destId="{0CEA62B1-38E2-4B7B-AEB9-C419D0DAEDE7}" srcOrd="2" destOrd="0" presId="urn:microsoft.com/office/officeart/2018/2/layout/IconVerticalSolidList"/>
    <dgm:cxn modelId="{47535803-13FC-4C1E-A9E1-C1ECA7236E26}" type="presParOf" srcId="{E16D2496-E58C-4079-9C6E-656813B0AC35}" destId="{363C77BF-DCB2-448D-9C63-1A24E1F8ECD0}" srcOrd="3" destOrd="0" presId="urn:microsoft.com/office/officeart/2018/2/layout/IconVerticalSolidList"/>
    <dgm:cxn modelId="{4B2A1918-5972-4F30-AC70-A9F9FF65490B}" type="presParOf" srcId="{EF7C8601-987C-4736-862E-FC8D8F7C616D}" destId="{DE40956A-DC2E-4340-AFB5-E26105E10160}" srcOrd="1" destOrd="0" presId="urn:microsoft.com/office/officeart/2018/2/layout/IconVerticalSolidList"/>
    <dgm:cxn modelId="{3BE6E68E-BB98-4632-8112-32BF01BD519F}" type="presParOf" srcId="{EF7C8601-987C-4736-862E-FC8D8F7C616D}" destId="{F5080E0F-9627-4042-80A1-B6BF7DFF127E}" srcOrd="2" destOrd="0" presId="urn:microsoft.com/office/officeart/2018/2/layout/IconVerticalSolidList"/>
    <dgm:cxn modelId="{28608998-2AFD-4F25-A2F8-8A159C2E04A2}" type="presParOf" srcId="{F5080E0F-9627-4042-80A1-B6BF7DFF127E}" destId="{A4128525-2745-4D1D-97EE-5C9B34C24CEE}" srcOrd="0" destOrd="0" presId="urn:microsoft.com/office/officeart/2018/2/layout/IconVerticalSolidList"/>
    <dgm:cxn modelId="{D51648CF-9955-461F-AC89-6DD98D81B948}" type="presParOf" srcId="{F5080E0F-9627-4042-80A1-B6BF7DFF127E}" destId="{3585B5D3-0B87-4A9F-A4CE-4F6CD87A8D47}" srcOrd="1" destOrd="0" presId="urn:microsoft.com/office/officeart/2018/2/layout/IconVerticalSolidList"/>
    <dgm:cxn modelId="{66050200-9ED2-412B-B305-3F3A0864B106}" type="presParOf" srcId="{F5080E0F-9627-4042-80A1-B6BF7DFF127E}" destId="{8733B4A4-CACE-451A-8FAE-47D25A44D25A}" srcOrd="2" destOrd="0" presId="urn:microsoft.com/office/officeart/2018/2/layout/IconVerticalSolidList"/>
    <dgm:cxn modelId="{6C48AC4F-FAE8-496F-BB48-A38F7840CD4E}" type="presParOf" srcId="{F5080E0F-9627-4042-80A1-B6BF7DFF127E}" destId="{B9DFA450-CCFF-4B39-B81A-B371BD641A2D}" srcOrd="3" destOrd="0" presId="urn:microsoft.com/office/officeart/2018/2/layout/IconVerticalSolidList"/>
    <dgm:cxn modelId="{2C32969C-CDB4-4320-9FB7-C058AF8ED700}" type="presParOf" srcId="{EF7C8601-987C-4736-862E-FC8D8F7C616D}" destId="{B78BE248-FB71-44F2-9386-E7D7FE96A3DB}" srcOrd="3" destOrd="0" presId="urn:microsoft.com/office/officeart/2018/2/layout/IconVerticalSolidList"/>
    <dgm:cxn modelId="{B12D0FB2-A1E7-493C-89E0-62FD8BFAD289}" type="presParOf" srcId="{EF7C8601-987C-4736-862E-FC8D8F7C616D}" destId="{570A33A8-5157-47B2-9828-6B66121256E0}" srcOrd="4" destOrd="0" presId="urn:microsoft.com/office/officeart/2018/2/layout/IconVerticalSolidList"/>
    <dgm:cxn modelId="{31AA6E2B-9E16-4746-9052-122486417F3A}" type="presParOf" srcId="{570A33A8-5157-47B2-9828-6B66121256E0}" destId="{0474C21F-404A-48AF-A116-13F16AED0E31}" srcOrd="0" destOrd="0" presId="urn:microsoft.com/office/officeart/2018/2/layout/IconVerticalSolidList"/>
    <dgm:cxn modelId="{0C52D0B1-0D2A-4F33-9AC2-2214E3C9C6C5}" type="presParOf" srcId="{570A33A8-5157-47B2-9828-6B66121256E0}" destId="{BA33AC04-3BA0-4854-8358-35A8A2EC7062}" srcOrd="1" destOrd="0" presId="urn:microsoft.com/office/officeart/2018/2/layout/IconVerticalSolidList"/>
    <dgm:cxn modelId="{640CD6CB-867E-4FD7-9440-CF5B4EE44B44}" type="presParOf" srcId="{570A33A8-5157-47B2-9828-6B66121256E0}" destId="{FA8CAEB4-92F0-4684-BC90-60B70FFD3342}" srcOrd="2" destOrd="0" presId="urn:microsoft.com/office/officeart/2018/2/layout/IconVerticalSolidList"/>
    <dgm:cxn modelId="{FC9AEEBD-200A-45A3-9763-5A9EA2B47508}" type="presParOf" srcId="{570A33A8-5157-47B2-9828-6B66121256E0}" destId="{D1BF84EA-B418-49E8-86BC-367C74E1B2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6838181-A948-4CD7-936C-77F8C9D6CB5F}" type="doc">
      <dgm:prSet loTypeId="urn:microsoft.com/office/officeart/2018/2/layout/IconVerticalSolidList" loCatId="icon" qsTypeId="urn:microsoft.com/office/officeart/2005/8/quickstyle/simple1#6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D8691B87-EB87-47DA-BD95-81BE7F8BF47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When designing a system, what advantages does using the Decorator pattern provide compared to simply adding new functionality through inheritance?</a:t>
          </a:r>
        </a:p>
      </dgm:t>
    </dgm:pt>
    <dgm:pt modelId="{3F0D2C96-FABB-439B-AFE1-2C4E2547CDDE}" type="parTrans" cxnId="{B3A742D3-67FF-4711-BB4D-01FD9E345FA1}">
      <dgm:prSet/>
      <dgm:spPr/>
      <dgm:t>
        <a:bodyPr/>
        <a:lstStyle/>
        <a:p>
          <a:endParaRPr lang="en-US"/>
        </a:p>
      </dgm:t>
    </dgm:pt>
    <dgm:pt modelId="{56AEEB8D-2237-43EF-B2C6-C6B19BBF6F77}" type="sibTrans" cxnId="{B3A742D3-67FF-4711-BB4D-01FD9E345FA1}">
      <dgm:prSet/>
      <dgm:spPr/>
      <dgm:t>
        <a:bodyPr/>
        <a:lstStyle/>
        <a:p>
          <a:endParaRPr lang="en-US"/>
        </a:p>
      </dgm:t>
    </dgm:pt>
    <dgm:pt modelId="{3752B1BE-58FB-406C-B036-09C6A01D64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How does the Decorator pattern support the Open/Closed Principle (open for extension, closed for modification)? Can you think of a scenario from your own coding experience where this would be useful?</a:t>
          </a:r>
        </a:p>
      </dgm:t>
    </dgm:pt>
    <dgm:pt modelId="{DBD9625A-1EDE-47FE-9CAE-8528ACB715DD}" type="parTrans" cxnId="{89F7AE85-FD9A-4E08-B738-EB21DF2C0202}">
      <dgm:prSet/>
      <dgm:spPr/>
      <dgm:t>
        <a:bodyPr/>
        <a:lstStyle/>
        <a:p>
          <a:endParaRPr lang="en-US"/>
        </a:p>
      </dgm:t>
    </dgm:pt>
    <dgm:pt modelId="{E8FEF636-729D-473A-81F6-F08B9D6D7275}" type="sibTrans" cxnId="{89F7AE85-FD9A-4E08-B738-EB21DF2C0202}">
      <dgm:prSet/>
      <dgm:spPr/>
      <dgm:t>
        <a:bodyPr/>
        <a:lstStyle/>
        <a:p>
          <a:endParaRPr lang="en-US"/>
        </a:p>
      </dgm:t>
    </dgm:pt>
    <dgm:pt modelId="{03E5C430-9C0D-442A-98E0-893B760B2D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What are some potential drawbacks of using multiple decorators in a system, and how might you balance flexibility with complexity?</a:t>
          </a:r>
        </a:p>
      </dgm:t>
    </dgm:pt>
    <dgm:pt modelId="{7BC31664-2FE0-42B3-ABE5-B4B58A5D7EF8}" type="parTrans" cxnId="{C9AE1709-440E-42E7-90B4-1A098A6B04CC}">
      <dgm:prSet/>
      <dgm:spPr/>
      <dgm:t>
        <a:bodyPr/>
        <a:lstStyle/>
        <a:p>
          <a:endParaRPr lang="en-US"/>
        </a:p>
      </dgm:t>
    </dgm:pt>
    <dgm:pt modelId="{2751ED71-8C16-4494-877B-46A85DD36C2B}" type="sibTrans" cxnId="{C9AE1709-440E-42E7-90B4-1A098A6B04CC}">
      <dgm:prSet/>
      <dgm:spPr/>
      <dgm:t>
        <a:bodyPr/>
        <a:lstStyle/>
        <a:p>
          <a:endParaRPr lang="en-US"/>
        </a:p>
      </dgm:t>
    </dgm:pt>
    <dgm:pt modelId="{ED9CD033-E01C-4058-8D53-75B0B5CB77DB}" type="pres">
      <dgm:prSet presAssocID="{96838181-A948-4CD7-936C-77F8C9D6CB5F}" presName="root" presStyleCnt="0">
        <dgm:presLayoutVars>
          <dgm:dir/>
          <dgm:resizeHandles val="exact"/>
        </dgm:presLayoutVars>
      </dgm:prSet>
      <dgm:spPr/>
    </dgm:pt>
    <dgm:pt modelId="{2937B5E6-8DFE-4BC7-9503-A763ADCD1B30}" type="pres">
      <dgm:prSet presAssocID="{D8691B87-EB87-47DA-BD95-81BE7F8BF47A}" presName="compNode" presStyleCnt="0"/>
      <dgm:spPr/>
    </dgm:pt>
    <dgm:pt modelId="{0E8610D4-882D-4A9C-B961-037F002F70BC}" type="pres">
      <dgm:prSet presAssocID="{D8691B87-EB87-47DA-BD95-81BE7F8BF47A}" presName="bgRect" presStyleLbl="bgShp" presStyleIdx="0" presStyleCnt="3"/>
      <dgm:spPr/>
    </dgm:pt>
    <dgm:pt modelId="{DE64C6EF-1131-49CB-BEA7-DE491F75EFCD}" type="pres">
      <dgm:prSet presAssocID="{D8691B87-EB87-47DA-BD95-81BE7F8BF47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B1A120EE-8E5C-4ED9-A11F-FD6D879BFCA0}" type="pres">
      <dgm:prSet presAssocID="{D8691B87-EB87-47DA-BD95-81BE7F8BF47A}" presName="spaceRect" presStyleCnt="0"/>
      <dgm:spPr/>
    </dgm:pt>
    <dgm:pt modelId="{DEF06274-C1F5-4CBA-880F-78F5FFB974A2}" type="pres">
      <dgm:prSet presAssocID="{D8691B87-EB87-47DA-BD95-81BE7F8BF47A}" presName="parTx" presStyleLbl="revTx" presStyleIdx="0" presStyleCnt="3">
        <dgm:presLayoutVars>
          <dgm:chMax val="0"/>
          <dgm:chPref val="0"/>
        </dgm:presLayoutVars>
      </dgm:prSet>
      <dgm:spPr/>
    </dgm:pt>
    <dgm:pt modelId="{F6521ACD-EA14-4AC3-817D-053F9CD76EB6}" type="pres">
      <dgm:prSet presAssocID="{56AEEB8D-2237-43EF-B2C6-C6B19BBF6F77}" presName="sibTrans" presStyleCnt="0"/>
      <dgm:spPr/>
    </dgm:pt>
    <dgm:pt modelId="{B688820A-E109-445A-A682-DA4D79ABCDEF}" type="pres">
      <dgm:prSet presAssocID="{3752B1BE-58FB-406C-B036-09C6A01D6459}" presName="compNode" presStyleCnt="0"/>
      <dgm:spPr/>
    </dgm:pt>
    <dgm:pt modelId="{D1E30C2F-0B46-4FD5-8D1A-81486E501A9D}" type="pres">
      <dgm:prSet presAssocID="{3752B1BE-58FB-406C-B036-09C6A01D6459}" presName="bgRect" presStyleLbl="bgShp" presStyleIdx="1" presStyleCnt="3"/>
      <dgm:spPr/>
    </dgm:pt>
    <dgm:pt modelId="{198C3711-959D-43DF-A3A6-FA36E59BDFC1}" type="pres">
      <dgm:prSet presAssocID="{3752B1BE-58FB-406C-B036-09C6A01D645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ircles with Lines"/>
        </a:ext>
      </dgm:extLst>
    </dgm:pt>
    <dgm:pt modelId="{91C52713-CB12-47AB-99AB-0E5D0C955DA2}" type="pres">
      <dgm:prSet presAssocID="{3752B1BE-58FB-406C-B036-09C6A01D6459}" presName="spaceRect" presStyleCnt="0"/>
      <dgm:spPr/>
    </dgm:pt>
    <dgm:pt modelId="{251F9178-8A1D-4C66-994A-26FF045B33F9}" type="pres">
      <dgm:prSet presAssocID="{3752B1BE-58FB-406C-B036-09C6A01D6459}" presName="parTx" presStyleLbl="revTx" presStyleIdx="1" presStyleCnt="3">
        <dgm:presLayoutVars>
          <dgm:chMax val="0"/>
          <dgm:chPref val="0"/>
        </dgm:presLayoutVars>
      </dgm:prSet>
      <dgm:spPr/>
    </dgm:pt>
    <dgm:pt modelId="{07E15905-1657-4EE9-9541-5EDA8EF40878}" type="pres">
      <dgm:prSet presAssocID="{E8FEF636-729D-473A-81F6-F08B9D6D7275}" presName="sibTrans" presStyleCnt="0"/>
      <dgm:spPr/>
    </dgm:pt>
    <dgm:pt modelId="{F94EE6C8-1A09-480D-AB1D-D811E652D235}" type="pres">
      <dgm:prSet presAssocID="{03E5C430-9C0D-442A-98E0-893B760B2D30}" presName="compNode" presStyleCnt="0"/>
      <dgm:spPr/>
    </dgm:pt>
    <dgm:pt modelId="{15B8682A-A250-4088-B690-D418E5C998B9}" type="pres">
      <dgm:prSet presAssocID="{03E5C430-9C0D-442A-98E0-893B760B2D30}" presName="bgRect" presStyleLbl="bgShp" presStyleIdx="2" presStyleCnt="3"/>
      <dgm:spPr/>
    </dgm:pt>
    <dgm:pt modelId="{9F26CF1C-5BF2-4520-80AE-CEFB7E0AA7ED}" type="pres">
      <dgm:prSet presAssocID="{03E5C430-9C0D-442A-98E0-893B760B2D3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AEC30A8A-5B3E-462D-B813-30D6F3F42F89}" type="pres">
      <dgm:prSet presAssocID="{03E5C430-9C0D-442A-98E0-893B760B2D30}" presName="spaceRect" presStyleCnt="0"/>
      <dgm:spPr/>
    </dgm:pt>
    <dgm:pt modelId="{6080CC0F-43EF-47A8-84EC-1C62AF8A63A7}" type="pres">
      <dgm:prSet presAssocID="{03E5C430-9C0D-442A-98E0-893B760B2D3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9AE1709-440E-42E7-90B4-1A098A6B04CC}" srcId="{96838181-A948-4CD7-936C-77F8C9D6CB5F}" destId="{03E5C430-9C0D-442A-98E0-893B760B2D30}" srcOrd="2" destOrd="0" parTransId="{7BC31664-2FE0-42B3-ABE5-B4B58A5D7EF8}" sibTransId="{2751ED71-8C16-4494-877B-46A85DD36C2B}"/>
    <dgm:cxn modelId="{CD100A45-3EA1-46B6-84DD-9846716CDCEF}" type="presOf" srcId="{D8691B87-EB87-47DA-BD95-81BE7F8BF47A}" destId="{DEF06274-C1F5-4CBA-880F-78F5FFB974A2}" srcOrd="0" destOrd="0" presId="urn:microsoft.com/office/officeart/2018/2/layout/IconVerticalSolidList"/>
    <dgm:cxn modelId="{5DE61871-6171-47BC-A681-A10B02BBC8BE}" type="presOf" srcId="{3752B1BE-58FB-406C-B036-09C6A01D6459}" destId="{251F9178-8A1D-4C66-994A-26FF045B33F9}" srcOrd="0" destOrd="0" presId="urn:microsoft.com/office/officeart/2018/2/layout/IconVerticalSolidList"/>
    <dgm:cxn modelId="{92FE7C73-D3C7-4E39-BD6D-BFFA1BDDA9C0}" type="presOf" srcId="{03E5C430-9C0D-442A-98E0-893B760B2D30}" destId="{6080CC0F-43EF-47A8-84EC-1C62AF8A63A7}" srcOrd="0" destOrd="0" presId="urn:microsoft.com/office/officeart/2018/2/layout/IconVerticalSolidList"/>
    <dgm:cxn modelId="{89F7AE85-FD9A-4E08-B738-EB21DF2C0202}" srcId="{96838181-A948-4CD7-936C-77F8C9D6CB5F}" destId="{3752B1BE-58FB-406C-B036-09C6A01D6459}" srcOrd="1" destOrd="0" parTransId="{DBD9625A-1EDE-47FE-9CAE-8528ACB715DD}" sibTransId="{E8FEF636-729D-473A-81F6-F08B9D6D7275}"/>
    <dgm:cxn modelId="{C1994597-E6ED-4E07-880A-F226F6186A33}" type="presOf" srcId="{96838181-A948-4CD7-936C-77F8C9D6CB5F}" destId="{ED9CD033-E01C-4058-8D53-75B0B5CB77DB}" srcOrd="0" destOrd="0" presId="urn:microsoft.com/office/officeart/2018/2/layout/IconVerticalSolidList"/>
    <dgm:cxn modelId="{B3A742D3-67FF-4711-BB4D-01FD9E345FA1}" srcId="{96838181-A948-4CD7-936C-77F8C9D6CB5F}" destId="{D8691B87-EB87-47DA-BD95-81BE7F8BF47A}" srcOrd="0" destOrd="0" parTransId="{3F0D2C96-FABB-439B-AFE1-2C4E2547CDDE}" sibTransId="{56AEEB8D-2237-43EF-B2C6-C6B19BBF6F77}"/>
    <dgm:cxn modelId="{868169AD-12B6-45B6-B4A9-95AD51C7E286}" type="presParOf" srcId="{ED9CD033-E01C-4058-8D53-75B0B5CB77DB}" destId="{2937B5E6-8DFE-4BC7-9503-A763ADCD1B30}" srcOrd="0" destOrd="0" presId="urn:microsoft.com/office/officeart/2018/2/layout/IconVerticalSolidList"/>
    <dgm:cxn modelId="{4D2377AA-9C0F-4BAD-B474-4D9F9C75970A}" type="presParOf" srcId="{2937B5E6-8DFE-4BC7-9503-A763ADCD1B30}" destId="{0E8610D4-882D-4A9C-B961-037F002F70BC}" srcOrd="0" destOrd="0" presId="urn:microsoft.com/office/officeart/2018/2/layout/IconVerticalSolidList"/>
    <dgm:cxn modelId="{BE5C1ADC-619A-4467-A15A-877167106CB8}" type="presParOf" srcId="{2937B5E6-8DFE-4BC7-9503-A763ADCD1B30}" destId="{DE64C6EF-1131-49CB-BEA7-DE491F75EFCD}" srcOrd="1" destOrd="0" presId="urn:microsoft.com/office/officeart/2018/2/layout/IconVerticalSolidList"/>
    <dgm:cxn modelId="{53C093D0-319C-4846-82F9-63E7347CF417}" type="presParOf" srcId="{2937B5E6-8DFE-4BC7-9503-A763ADCD1B30}" destId="{B1A120EE-8E5C-4ED9-A11F-FD6D879BFCA0}" srcOrd="2" destOrd="0" presId="urn:microsoft.com/office/officeart/2018/2/layout/IconVerticalSolidList"/>
    <dgm:cxn modelId="{B99FF891-52C2-4110-A9AF-5E68B8B8564D}" type="presParOf" srcId="{2937B5E6-8DFE-4BC7-9503-A763ADCD1B30}" destId="{DEF06274-C1F5-4CBA-880F-78F5FFB974A2}" srcOrd="3" destOrd="0" presId="urn:microsoft.com/office/officeart/2018/2/layout/IconVerticalSolidList"/>
    <dgm:cxn modelId="{CFDDB992-D4BB-46D6-9AEE-6FC8F9D92209}" type="presParOf" srcId="{ED9CD033-E01C-4058-8D53-75B0B5CB77DB}" destId="{F6521ACD-EA14-4AC3-817D-053F9CD76EB6}" srcOrd="1" destOrd="0" presId="urn:microsoft.com/office/officeart/2018/2/layout/IconVerticalSolidList"/>
    <dgm:cxn modelId="{3059E9C1-ED78-490C-8A62-5FEF68059754}" type="presParOf" srcId="{ED9CD033-E01C-4058-8D53-75B0B5CB77DB}" destId="{B688820A-E109-445A-A682-DA4D79ABCDEF}" srcOrd="2" destOrd="0" presId="urn:microsoft.com/office/officeart/2018/2/layout/IconVerticalSolidList"/>
    <dgm:cxn modelId="{574E3241-D150-455D-8082-D4E7066191B9}" type="presParOf" srcId="{B688820A-E109-445A-A682-DA4D79ABCDEF}" destId="{D1E30C2F-0B46-4FD5-8D1A-81486E501A9D}" srcOrd="0" destOrd="0" presId="urn:microsoft.com/office/officeart/2018/2/layout/IconVerticalSolidList"/>
    <dgm:cxn modelId="{3247B64B-FBE3-47DB-9444-8EEC75C14BAC}" type="presParOf" srcId="{B688820A-E109-445A-A682-DA4D79ABCDEF}" destId="{198C3711-959D-43DF-A3A6-FA36E59BDFC1}" srcOrd="1" destOrd="0" presId="urn:microsoft.com/office/officeart/2018/2/layout/IconVerticalSolidList"/>
    <dgm:cxn modelId="{6238ECED-1873-436E-9F70-95F4D9E6FF91}" type="presParOf" srcId="{B688820A-E109-445A-A682-DA4D79ABCDEF}" destId="{91C52713-CB12-47AB-99AB-0E5D0C955DA2}" srcOrd="2" destOrd="0" presId="urn:microsoft.com/office/officeart/2018/2/layout/IconVerticalSolidList"/>
    <dgm:cxn modelId="{CC81FA71-7074-479F-BF65-C9A6331832CF}" type="presParOf" srcId="{B688820A-E109-445A-A682-DA4D79ABCDEF}" destId="{251F9178-8A1D-4C66-994A-26FF045B33F9}" srcOrd="3" destOrd="0" presId="urn:microsoft.com/office/officeart/2018/2/layout/IconVerticalSolidList"/>
    <dgm:cxn modelId="{50051BF3-9CE7-4573-9878-0CE91742A4D6}" type="presParOf" srcId="{ED9CD033-E01C-4058-8D53-75B0B5CB77DB}" destId="{07E15905-1657-4EE9-9541-5EDA8EF40878}" srcOrd="3" destOrd="0" presId="urn:microsoft.com/office/officeart/2018/2/layout/IconVerticalSolidList"/>
    <dgm:cxn modelId="{980F37C8-B1D5-4BFB-8590-EAB0994C74EB}" type="presParOf" srcId="{ED9CD033-E01C-4058-8D53-75B0B5CB77DB}" destId="{F94EE6C8-1A09-480D-AB1D-D811E652D235}" srcOrd="4" destOrd="0" presId="urn:microsoft.com/office/officeart/2018/2/layout/IconVerticalSolidList"/>
    <dgm:cxn modelId="{B2E6EA5C-A05F-4FEA-949B-DC712128112B}" type="presParOf" srcId="{F94EE6C8-1A09-480D-AB1D-D811E652D235}" destId="{15B8682A-A250-4088-B690-D418E5C998B9}" srcOrd="0" destOrd="0" presId="urn:microsoft.com/office/officeart/2018/2/layout/IconVerticalSolidList"/>
    <dgm:cxn modelId="{5BA3FE7E-A959-4593-9E00-753F7D695FE2}" type="presParOf" srcId="{F94EE6C8-1A09-480D-AB1D-D811E652D235}" destId="{9F26CF1C-5BF2-4520-80AE-CEFB7E0AA7ED}" srcOrd="1" destOrd="0" presId="urn:microsoft.com/office/officeart/2018/2/layout/IconVerticalSolidList"/>
    <dgm:cxn modelId="{A1382A8F-AA13-4E11-A38D-230527635829}" type="presParOf" srcId="{F94EE6C8-1A09-480D-AB1D-D811E652D235}" destId="{AEC30A8A-5B3E-462D-B813-30D6F3F42F89}" srcOrd="2" destOrd="0" presId="urn:microsoft.com/office/officeart/2018/2/layout/IconVerticalSolidList"/>
    <dgm:cxn modelId="{2873D67C-7A02-4303-9950-9D9A52403473}" type="presParOf" srcId="{F94EE6C8-1A09-480D-AB1D-D811E652D235}" destId="{6080CC0F-43EF-47A8-84EC-1C62AF8A63A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9C100C-E150-4380-AA70-7990A8A1A21F}">
      <dsp:nvSpPr>
        <dsp:cNvPr id="0" name=""/>
        <dsp:cNvSpPr/>
      </dsp:nvSpPr>
      <dsp:spPr>
        <a:xfrm>
          <a:off x="242540" y="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>
              <a:latin typeface="Arial"/>
              <a:ea typeface="+mn-ea"/>
              <a:cs typeface="+mn-cs"/>
            </a:rPr>
            <a:t>Creational</a:t>
          </a:r>
          <a:r>
            <a:rPr lang="en-US" sz="2000" b="1" kern="1200"/>
            <a:t> (5)</a:t>
          </a:r>
        </a:p>
      </dsp:txBody>
      <dsp:txXfrm>
        <a:off x="253176" y="10636"/>
        <a:ext cx="2564650" cy="341860"/>
      </dsp:txXfrm>
    </dsp:sp>
    <dsp:sp modelId="{2345C84C-55F9-4323-BCFB-15982D922E90}">
      <dsp:nvSpPr>
        <dsp:cNvPr id="0" name=""/>
        <dsp:cNvSpPr/>
      </dsp:nvSpPr>
      <dsp:spPr>
        <a:xfrm>
          <a:off x="189296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1F2E92-ECAF-4744-B20C-3B1B8FB0B0E2}">
      <dsp:nvSpPr>
        <dsp:cNvPr id="0" name=""/>
        <dsp:cNvSpPr/>
      </dsp:nvSpPr>
      <dsp:spPr>
        <a:xfrm>
          <a:off x="57421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Factory</a:t>
          </a:r>
        </a:p>
      </dsp:txBody>
      <dsp:txXfrm>
        <a:off x="591946" y="447247"/>
        <a:ext cx="2165541" cy="327672"/>
      </dsp:txXfrm>
    </dsp:sp>
    <dsp:sp modelId="{D0D168E3-1E55-4E4B-8795-EEF0CD8A1856}">
      <dsp:nvSpPr>
        <dsp:cNvPr id="0" name=""/>
        <dsp:cNvSpPr/>
      </dsp:nvSpPr>
      <dsp:spPr>
        <a:xfrm>
          <a:off x="18929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397929"/>
            <a:satOff val="-359"/>
            <a:lumOff val="-8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722E23-6447-4473-B5C0-58683C5C0AF1}">
      <dsp:nvSpPr>
        <dsp:cNvPr id="0" name=""/>
        <dsp:cNvSpPr/>
      </dsp:nvSpPr>
      <dsp:spPr>
        <a:xfrm>
          <a:off x="57421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397929"/>
            <a:satOff val="-359"/>
            <a:lumOff val="-8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Abstract Factory</a:t>
          </a:r>
        </a:p>
      </dsp:txBody>
      <dsp:txXfrm>
        <a:off x="591946" y="853955"/>
        <a:ext cx="2165541" cy="327672"/>
      </dsp:txXfrm>
    </dsp:sp>
    <dsp:sp modelId="{F46AB5A2-873D-4B13-B13A-496FE8CDCDCD}">
      <dsp:nvSpPr>
        <dsp:cNvPr id="0" name=""/>
        <dsp:cNvSpPr/>
      </dsp:nvSpPr>
      <dsp:spPr>
        <a:xfrm>
          <a:off x="189296" y="1242934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DB289B-ED83-47B2-AE0B-9D0FA9B3FB77}">
      <dsp:nvSpPr>
        <dsp:cNvPr id="0" name=""/>
        <dsp:cNvSpPr/>
      </dsp:nvSpPr>
      <dsp:spPr>
        <a:xfrm>
          <a:off x="57421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795857"/>
            <a:satOff val="-718"/>
            <a:lumOff val="-16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Singleton</a:t>
          </a:r>
        </a:p>
      </dsp:txBody>
      <dsp:txXfrm>
        <a:off x="591946" y="1260664"/>
        <a:ext cx="2165541" cy="327672"/>
      </dsp:txXfrm>
    </dsp:sp>
    <dsp:sp modelId="{BF4D439D-DD97-4AF3-81AF-A3C89FA119D4}">
      <dsp:nvSpPr>
        <dsp:cNvPr id="0" name=""/>
        <dsp:cNvSpPr/>
      </dsp:nvSpPr>
      <dsp:spPr>
        <a:xfrm>
          <a:off x="18929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1193786"/>
            <a:satOff val="-1077"/>
            <a:lumOff val="-24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AB8507-F1ED-4615-8612-83685BBED448}">
      <dsp:nvSpPr>
        <dsp:cNvPr id="0" name=""/>
        <dsp:cNvSpPr/>
      </dsp:nvSpPr>
      <dsp:spPr>
        <a:xfrm>
          <a:off x="57421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1193786"/>
            <a:satOff val="-1077"/>
            <a:lumOff val="-24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Prototype</a:t>
          </a:r>
        </a:p>
      </dsp:txBody>
      <dsp:txXfrm>
        <a:off x="591946" y="1667373"/>
        <a:ext cx="2165541" cy="327672"/>
      </dsp:txXfrm>
    </dsp:sp>
    <dsp:sp modelId="{E050190B-98CC-46A6-BF44-5A0777207822}">
      <dsp:nvSpPr>
        <dsp:cNvPr id="0" name=""/>
        <dsp:cNvSpPr/>
      </dsp:nvSpPr>
      <dsp:spPr>
        <a:xfrm>
          <a:off x="18929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1591715"/>
            <a:satOff val="-1436"/>
            <a:lumOff val="-32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9F6772-553F-4464-971E-4D6EC3811E40}">
      <dsp:nvSpPr>
        <dsp:cNvPr id="0" name=""/>
        <dsp:cNvSpPr/>
      </dsp:nvSpPr>
      <dsp:spPr>
        <a:xfrm>
          <a:off x="57421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1591715"/>
            <a:satOff val="-1436"/>
            <a:lumOff val="-32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Builder</a:t>
          </a:r>
        </a:p>
      </dsp:txBody>
      <dsp:txXfrm>
        <a:off x="591946" y="2074081"/>
        <a:ext cx="2165541" cy="327672"/>
      </dsp:txXfrm>
    </dsp:sp>
    <dsp:sp modelId="{A724DE05-5801-48B6-B620-AD479B725240}">
      <dsp:nvSpPr>
        <dsp:cNvPr id="0" name=""/>
        <dsp:cNvSpPr/>
      </dsp:nvSpPr>
      <dsp:spPr>
        <a:xfrm>
          <a:off x="3033811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Structural (7)</a:t>
          </a:r>
          <a:endParaRPr lang="en-US" sz="2000" kern="1200"/>
        </a:p>
      </dsp:txBody>
      <dsp:txXfrm>
        <a:off x="3044447" y="11656"/>
        <a:ext cx="2564650" cy="341860"/>
      </dsp:txXfrm>
    </dsp:sp>
    <dsp:sp modelId="{497DCF19-8D53-422B-922F-049BEE4D63EB}">
      <dsp:nvSpPr>
        <dsp:cNvPr id="0" name=""/>
        <dsp:cNvSpPr/>
      </dsp:nvSpPr>
      <dsp:spPr>
        <a:xfrm>
          <a:off x="3033811" y="429517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F550E2-AF53-4F0D-97D6-0CB4FB98BD14}">
      <dsp:nvSpPr>
        <dsp:cNvPr id="0" name=""/>
        <dsp:cNvSpPr/>
      </dsp:nvSpPr>
      <dsp:spPr>
        <a:xfrm>
          <a:off x="3418731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1989643"/>
            <a:satOff val="-1795"/>
            <a:lumOff val="-40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Adapter</a:t>
          </a:r>
        </a:p>
      </dsp:txBody>
      <dsp:txXfrm>
        <a:off x="3436461" y="447247"/>
        <a:ext cx="2165541" cy="327672"/>
      </dsp:txXfrm>
    </dsp:sp>
    <dsp:sp modelId="{A913864A-4C21-4370-8497-A818BD170A8C}">
      <dsp:nvSpPr>
        <dsp:cNvPr id="0" name=""/>
        <dsp:cNvSpPr/>
      </dsp:nvSpPr>
      <dsp:spPr>
        <a:xfrm>
          <a:off x="3033811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2387572"/>
            <a:satOff val="-2155"/>
            <a:lumOff val="-4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3C715B-3942-405E-9B40-48EE24955C90}">
      <dsp:nvSpPr>
        <dsp:cNvPr id="0" name=""/>
        <dsp:cNvSpPr/>
      </dsp:nvSpPr>
      <dsp:spPr>
        <a:xfrm>
          <a:off x="3418731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2387572"/>
            <a:satOff val="-2155"/>
            <a:lumOff val="-4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Bridge</a:t>
          </a:r>
        </a:p>
      </dsp:txBody>
      <dsp:txXfrm>
        <a:off x="3436461" y="853955"/>
        <a:ext cx="2165541" cy="327672"/>
      </dsp:txXfrm>
    </dsp:sp>
    <dsp:sp modelId="{5FBD51F4-9665-4409-BB24-104F93CC76F4}">
      <dsp:nvSpPr>
        <dsp:cNvPr id="0" name=""/>
        <dsp:cNvSpPr/>
      </dsp:nvSpPr>
      <dsp:spPr>
        <a:xfrm>
          <a:off x="3033811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2785501"/>
            <a:satOff val="-2514"/>
            <a:lumOff val="-56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0DA05-85B9-4111-AE25-F10BEDD17D53}">
      <dsp:nvSpPr>
        <dsp:cNvPr id="0" name=""/>
        <dsp:cNvSpPr/>
      </dsp:nvSpPr>
      <dsp:spPr>
        <a:xfrm>
          <a:off x="3418731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2785501"/>
            <a:satOff val="-2514"/>
            <a:lumOff val="-56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Composite</a:t>
          </a:r>
        </a:p>
      </dsp:txBody>
      <dsp:txXfrm>
        <a:off x="3436461" y="1260664"/>
        <a:ext cx="2165541" cy="327672"/>
      </dsp:txXfrm>
    </dsp:sp>
    <dsp:sp modelId="{CFAB9D68-0FFD-4703-8B03-C95501F159AE}">
      <dsp:nvSpPr>
        <dsp:cNvPr id="0" name=""/>
        <dsp:cNvSpPr/>
      </dsp:nvSpPr>
      <dsp:spPr>
        <a:xfrm>
          <a:off x="3033811" y="1649643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3"/>
          <a:srcRect/>
          <a:stretch>
            <a:fillRect l="-7000" r="-7000"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C93FDD-C574-4EE8-B98A-6203A9F1C55C}">
      <dsp:nvSpPr>
        <dsp:cNvPr id="0" name=""/>
        <dsp:cNvSpPr/>
      </dsp:nvSpPr>
      <dsp:spPr>
        <a:xfrm>
          <a:off x="3418731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3183430"/>
            <a:satOff val="-2873"/>
            <a:lumOff val="-64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Decorator</a:t>
          </a:r>
        </a:p>
      </dsp:txBody>
      <dsp:txXfrm>
        <a:off x="3436461" y="1667373"/>
        <a:ext cx="2165541" cy="327672"/>
      </dsp:txXfrm>
    </dsp:sp>
    <dsp:sp modelId="{50A16B23-398D-42A3-A812-C0B022B6E6FF}">
      <dsp:nvSpPr>
        <dsp:cNvPr id="0" name=""/>
        <dsp:cNvSpPr/>
      </dsp:nvSpPr>
      <dsp:spPr>
        <a:xfrm>
          <a:off x="3033811" y="2056351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4BC17D-3F94-4113-A212-9BF8D6AA416C}">
      <dsp:nvSpPr>
        <dsp:cNvPr id="0" name=""/>
        <dsp:cNvSpPr/>
      </dsp:nvSpPr>
      <dsp:spPr>
        <a:xfrm>
          <a:off x="3418731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3581358"/>
            <a:satOff val="-3232"/>
            <a:lumOff val="-72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Facade</a:t>
          </a:r>
        </a:p>
      </dsp:txBody>
      <dsp:txXfrm>
        <a:off x="3436461" y="2074081"/>
        <a:ext cx="2165541" cy="327672"/>
      </dsp:txXfrm>
    </dsp:sp>
    <dsp:sp modelId="{FFC86059-D624-40FC-9764-7169490CE198}">
      <dsp:nvSpPr>
        <dsp:cNvPr id="0" name=""/>
        <dsp:cNvSpPr/>
      </dsp:nvSpPr>
      <dsp:spPr>
        <a:xfrm>
          <a:off x="3033811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3979287"/>
            <a:satOff val="-3591"/>
            <a:lumOff val="-80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55510D-29A6-4A95-A7C6-259A149A787E}">
      <dsp:nvSpPr>
        <dsp:cNvPr id="0" name=""/>
        <dsp:cNvSpPr/>
      </dsp:nvSpPr>
      <dsp:spPr>
        <a:xfrm>
          <a:off x="3418731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3979287"/>
            <a:satOff val="-3591"/>
            <a:lumOff val="-80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Flyweight</a:t>
          </a:r>
        </a:p>
      </dsp:txBody>
      <dsp:txXfrm>
        <a:off x="3436461" y="2480790"/>
        <a:ext cx="2165541" cy="327672"/>
      </dsp:txXfrm>
    </dsp:sp>
    <dsp:sp modelId="{D504AA15-27E5-41D8-8629-A6ECB151CDB0}">
      <dsp:nvSpPr>
        <dsp:cNvPr id="0" name=""/>
        <dsp:cNvSpPr/>
      </dsp:nvSpPr>
      <dsp:spPr>
        <a:xfrm>
          <a:off x="3033811" y="2869769"/>
          <a:ext cx="363132" cy="363132"/>
        </a:xfrm>
        <a:prstGeom prst="roundRect">
          <a:avLst>
            <a:gd name="adj" fmla="val 16670"/>
          </a:avLst>
        </a:prstGeom>
        <a:blipFill>
          <a:blip xmlns:r="http://schemas.openxmlformats.org/officeDocument/2006/relationships" r:embed="rId1">
            <a:extLst>
              <a:ext uri="{837473B0-CC2E-450A-ABE3-18F120FF3D39}">
                <a1611:picAttrSrcUrl xmlns:a1611="http://schemas.microsoft.com/office/drawing/2016/11/main" r:id="rId2"/>
              </a:ext>
            </a:extLst>
          </a:blip>
          <a:srcRect/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042E1F-45D6-4DE1-BD0B-45E38C20E5C9}">
      <dsp:nvSpPr>
        <dsp:cNvPr id="0" name=""/>
        <dsp:cNvSpPr/>
      </dsp:nvSpPr>
      <dsp:spPr>
        <a:xfrm>
          <a:off x="3418731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4377215"/>
            <a:satOff val="-3950"/>
            <a:lumOff val="-8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Proxy</a:t>
          </a:r>
        </a:p>
      </dsp:txBody>
      <dsp:txXfrm>
        <a:off x="3436461" y="2887499"/>
        <a:ext cx="2165541" cy="327672"/>
      </dsp:txXfrm>
    </dsp:sp>
    <dsp:sp modelId="{4D3154D6-B60F-4022-9AFC-B9D0CC58C21F}">
      <dsp:nvSpPr>
        <dsp:cNvPr id="0" name=""/>
        <dsp:cNvSpPr/>
      </dsp:nvSpPr>
      <dsp:spPr>
        <a:xfrm>
          <a:off x="5878326" y="1020"/>
          <a:ext cx="2585922" cy="36313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Behavioral (11)</a:t>
          </a:r>
          <a:endParaRPr lang="en-US" sz="2000" kern="1200"/>
        </a:p>
      </dsp:txBody>
      <dsp:txXfrm>
        <a:off x="5888962" y="11656"/>
        <a:ext cx="2564650" cy="341860"/>
      </dsp:txXfrm>
    </dsp:sp>
    <dsp:sp modelId="{B9B055B9-C3CD-48B7-B982-D475ACFCD0E7}">
      <dsp:nvSpPr>
        <dsp:cNvPr id="0" name=""/>
        <dsp:cNvSpPr/>
      </dsp:nvSpPr>
      <dsp:spPr>
        <a:xfrm>
          <a:off x="5878326" y="42951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4775144"/>
            <a:satOff val="-4309"/>
            <a:lumOff val="-96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DF5B22-9739-4875-8F2A-14FA0D289BE9}">
      <dsp:nvSpPr>
        <dsp:cNvPr id="0" name=""/>
        <dsp:cNvSpPr/>
      </dsp:nvSpPr>
      <dsp:spPr>
        <a:xfrm>
          <a:off x="6263246" y="42951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4775144"/>
            <a:satOff val="-4309"/>
            <a:lumOff val="-96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Chain Of Responsibility</a:t>
          </a:r>
        </a:p>
      </dsp:txBody>
      <dsp:txXfrm>
        <a:off x="6280976" y="447247"/>
        <a:ext cx="2165541" cy="327672"/>
      </dsp:txXfrm>
    </dsp:sp>
    <dsp:sp modelId="{5D5442EE-7BC0-45BF-BF5D-9AE81721EA0F}">
      <dsp:nvSpPr>
        <dsp:cNvPr id="0" name=""/>
        <dsp:cNvSpPr/>
      </dsp:nvSpPr>
      <dsp:spPr>
        <a:xfrm>
          <a:off x="5878326" y="83622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5173072"/>
            <a:satOff val="-4668"/>
            <a:lumOff val="-104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6FB898-050E-4138-B88D-B75B5CEB2255}">
      <dsp:nvSpPr>
        <dsp:cNvPr id="0" name=""/>
        <dsp:cNvSpPr/>
      </dsp:nvSpPr>
      <dsp:spPr>
        <a:xfrm>
          <a:off x="6263246" y="83622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5173072"/>
            <a:satOff val="-4668"/>
            <a:lumOff val="-104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Command</a:t>
          </a:r>
        </a:p>
      </dsp:txBody>
      <dsp:txXfrm>
        <a:off x="6280976" y="853955"/>
        <a:ext cx="2165541" cy="327672"/>
      </dsp:txXfrm>
    </dsp:sp>
    <dsp:sp modelId="{88D5AF92-C238-42D8-8770-67DBBF923132}">
      <dsp:nvSpPr>
        <dsp:cNvPr id="0" name=""/>
        <dsp:cNvSpPr/>
      </dsp:nvSpPr>
      <dsp:spPr>
        <a:xfrm>
          <a:off x="5878326" y="1242934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5571001"/>
            <a:satOff val="-5027"/>
            <a:lumOff val="-112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425D0-DE52-4B8D-AC4F-9BE04CC87064}">
      <dsp:nvSpPr>
        <dsp:cNvPr id="0" name=""/>
        <dsp:cNvSpPr/>
      </dsp:nvSpPr>
      <dsp:spPr>
        <a:xfrm>
          <a:off x="6263246" y="1242934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5571001"/>
            <a:satOff val="-5027"/>
            <a:lumOff val="-112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Interpreter</a:t>
          </a:r>
        </a:p>
      </dsp:txBody>
      <dsp:txXfrm>
        <a:off x="6280976" y="1260664"/>
        <a:ext cx="2165541" cy="327672"/>
      </dsp:txXfrm>
    </dsp:sp>
    <dsp:sp modelId="{9C39108E-435B-4162-8581-48791C073AA9}">
      <dsp:nvSpPr>
        <dsp:cNvPr id="0" name=""/>
        <dsp:cNvSpPr/>
      </dsp:nvSpPr>
      <dsp:spPr>
        <a:xfrm>
          <a:off x="5878326" y="164964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5968930"/>
            <a:satOff val="-5386"/>
            <a:lumOff val="-120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4CC417-1186-4230-AD5B-6D91D113EF0C}">
      <dsp:nvSpPr>
        <dsp:cNvPr id="0" name=""/>
        <dsp:cNvSpPr/>
      </dsp:nvSpPr>
      <dsp:spPr>
        <a:xfrm>
          <a:off x="6263246" y="164964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5968930"/>
            <a:satOff val="-5386"/>
            <a:lumOff val="-120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Iterator</a:t>
          </a:r>
        </a:p>
      </dsp:txBody>
      <dsp:txXfrm>
        <a:off x="6280976" y="1667373"/>
        <a:ext cx="2165541" cy="327672"/>
      </dsp:txXfrm>
    </dsp:sp>
    <dsp:sp modelId="{3B215195-5F87-4FEF-BD94-13AA26E875F2}">
      <dsp:nvSpPr>
        <dsp:cNvPr id="0" name=""/>
        <dsp:cNvSpPr/>
      </dsp:nvSpPr>
      <dsp:spPr>
        <a:xfrm>
          <a:off x="5878326" y="2056351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6366859"/>
            <a:satOff val="-5745"/>
            <a:lumOff val="-12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B3C14E-245F-4F4B-A0DE-399F2F631D0F}">
      <dsp:nvSpPr>
        <dsp:cNvPr id="0" name=""/>
        <dsp:cNvSpPr/>
      </dsp:nvSpPr>
      <dsp:spPr>
        <a:xfrm>
          <a:off x="6263246" y="2056351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6366859"/>
            <a:satOff val="-5745"/>
            <a:lumOff val="-1281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Mediator</a:t>
          </a:r>
        </a:p>
      </dsp:txBody>
      <dsp:txXfrm>
        <a:off x="6280976" y="2074081"/>
        <a:ext cx="2165541" cy="327672"/>
      </dsp:txXfrm>
    </dsp:sp>
    <dsp:sp modelId="{E100C3B7-2558-4803-9D91-8B820ED963D1}">
      <dsp:nvSpPr>
        <dsp:cNvPr id="0" name=""/>
        <dsp:cNvSpPr/>
      </dsp:nvSpPr>
      <dsp:spPr>
        <a:xfrm>
          <a:off x="5878326" y="2463060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6764787"/>
            <a:satOff val="-6105"/>
            <a:lumOff val="-13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7638FC-A3FB-4A3D-88A3-C0CDD0967E72}">
      <dsp:nvSpPr>
        <dsp:cNvPr id="0" name=""/>
        <dsp:cNvSpPr/>
      </dsp:nvSpPr>
      <dsp:spPr>
        <a:xfrm>
          <a:off x="6263246" y="2463060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6764787"/>
            <a:satOff val="-6105"/>
            <a:lumOff val="-13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Memento</a:t>
          </a:r>
        </a:p>
      </dsp:txBody>
      <dsp:txXfrm>
        <a:off x="6280976" y="2480790"/>
        <a:ext cx="2165541" cy="327672"/>
      </dsp:txXfrm>
    </dsp:sp>
    <dsp:sp modelId="{A34491CD-89CF-497C-82D5-2DD271105377}">
      <dsp:nvSpPr>
        <dsp:cNvPr id="0" name=""/>
        <dsp:cNvSpPr/>
      </dsp:nvSpPr>
      <dsp:spPr>
        <a:xfrm>
          <a:off x="5878326" y="2869769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7162716"/>
            <a:satOff val="-6464"/>
            <a:lumOff val="-144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DA641-69E2-4809-A5D5-A91757C8D4FA}">
      <dsp:nvSpPr>
        <dsp:cNvPr id="0" name=""/>
        <dsp:cNvSpPr/>
      </dsp:nvSpPr>
      <dsp:spPr>
        <a:xfrm>
          <a:off x="6263246" y="2869769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7162716"/>
            <a:satOff val="-6464"/>
            <a:lumOff val="-144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Observer</a:t>
          </a:r>
        </a:p>
      </dsp:txBody>
      <dsp:txXfrm>
        <a:off x="6280976" y="2887499"/>
        <a:ext cx="2165541" cy="327672"/>
      </dsp:txXfrm>
    </dsp:sp>
    <dsp:sp modelId="{3F4B38C7-0136-419B-B716-232B61B33FCB}">
      <dsp:nvSpPr>
        <dsp:cNvPr id="0" name=""/>
        <dsp:cNvSpPr/>
      </dsp:nvSpPr>
      <dsp:spPr>
        <a:xfrm>
          <a:off x="5878326" y="3276477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7560645"/>
            <a:satOff val="-6823"/>
            <a:lumOff val="-152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2A943A-717C-4943-BB94-BA88234539BB}">
      <dsp:nvSpPr>
        <dsp:cNvPr id="0" name=""/>
        <dsp:cNvSpPr/>
      </dsp:nvSpPr>
      <dsp:spPr>
        <a:xfrm>
          <a:off x="6263246" y="3276477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7560645"/>
            <a:satOff val="-6823"/>
            <a:lumOff val="-152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State</a:t>
          </a:r>
        </a:p>
      </dsp:txBody>
      <dsp:txXfrm>
        <a:off x="6280976" y="3294207"/>
        <a:ext cx="2165541" cy="327672"/>
      </dsp:txXfrm>
    </dsp:sp>
    <dsp:sp modelId="{A6ABA017-0D10-44C5-BCEE-CD0DF141B535}">
      <dsp:nvSpPr>
        <dsp:cNvPr id="0" name=""/>
        <dsp:cNvSpPr/>
      </dsp:nvSpPr>
      <dsp:spPr>
        <a:xfrm>
          <a:off x="5878326" y="3683186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7958574"/>
            <a:satOff val="-7182"/>
            <a:lumOff val="-160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FE1128-ED55-446C-BE19-3C8A7A92491F}">
      <dsp:nvSpPr>
        <dsp:cNvPr id="0" name=""/>
        <dsp:cNvSpPr/>
      </dsp:nvSpPr>
      <dsp:spPr>
        <a:xfrm>
          <a:off x="6263246" y="3683186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7958574"/>
            <a:satOff val="-7182"/>
            <a:lumOff val="-160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Strategy</a:t>
          </a:r>
        </a:p>
      </dsp:txBody>
      <dsp:txXfrm>
        <a:off x="6280976" y="3700916"/>
        <a:ext cx="2165541" cy="327672"/>
      </dsp:txXfrm>
    </dsp:sp>
    <dsp:sp modelId="{6AD8CABF-9F91-442C-87AD-408B65C5EF05}">
      <dsp:nvSpPr>
        <dsp:cNvPr id="0" name=""/>
        <dsp:cNvSpPr/>
      </dsp:nvSpPr>
      <dsp:spPr>
        <a:xfrm>
          <a:off x="5878326" y="4089895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8356502"/>
            <a:satOff val="-7541"/>
            <a:lumOff val="-168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DA73C-3FD8-486A-9E82-DB3EEDBC6509}">
      <dsp:nvSpPr>
        <dsp:cNvPr id="0" name=""/>
        <dsp:cNvSpPr/>
      </dsp:nvSpPr>
      <dsp:spPr>
        <a:xfrm>
          <a:off x="6263246" y="4089895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8356502"/>
            <a:satOff val="-7541"/>
            <a:lumOff val="-168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Template</a:t>
          </a:r>
        </a:p>
      </dsp:txBody>
      <dsp:txXfrm>
        <a:off x="6280976" y="4107625"/>
        <a:ext cx="2165541" cy="327672"/>
      </dsp:txXfrm>
    </dsp:sp>
    <dsp:sp modelId="{D01E2590-24C4-4460-B40B-73221582E909}">
      <dsp:nvSpPr>
        <dsp:cNvPr id="0" name=""/>
        <dsp:cNvSpPr/>
      </dsp:nvSpPr>
      <dsp:spPr>
        <a:xfrm>
          <a:off x="5878326" y="4496603"/>
          <a:ext cx="363132" cy="363132"/>
        </a:xfrm>
        <a:prstGeom prst="roundRect">
          <a:avLst>
            <a:gd name="adj" fmla="val 16670"/>
          </a:avLst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AE038C-6B1B-4DF3-9D08-E54B336EF153}">
      <dsp:nvSpPr>
        <dsp:cNvPr id="0" name=""/>
        <dsp:cNvSpPr/>
      </dsp:nvSpPr>
      <dsp:spPr>
        <a:xfrm>
          <a:off x="6263246" y="4496603"/>
          <a:ext cx="2201001" cy="363132"/>
        </a:xfrm>
        <a:prstGeom prst="roundRect">
          <a:avLst>
            <a:gd name="adj" fmla="val 16670"/>
          </a:avLst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Visitor</a:t>
          </a:r>
        </a:p>
      </dsp:txBody>
      <dsp:txXfrm>
        <a:off x="6280976" y="4514333"/>
        <a:ext cx="2165541" cy="32767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785BD3-16D9-4705-BE35-EF98976227DB}">
      <dsp:nvSpPr>
        <dsp:cNvPr id="0" name=""/>
        <dsp:cNvSpPr/>
      </dsp:nvSpPr>
      <dsp:spPr>
        <a:xfrm>
          <a:off x="753873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Class</a:t>
          </a:r>
          <a:endParaRPr lang="en-US" sz="1700" kern="1200"/>
        </a:p>
      </dsp:txBody>
      <dsp:txXfrm>
        <a:off x="753873" y="1307"/>
        <a:ext cx="1630896" cy="978537"/>
      </dsp:txXfrm>
    </dsp:sp>
    <dsp:sp modelId="{FD48D3B7-C1BE-401E-9B6A-55506963CB1E}">
      <dsp:nvSpPr>
        <dsp:cNvPr id="0" name=""/>
        <dsp:cNvSpPr/>
      </dsp:nvSpPr>
      <dsp:spPr>
        <a:xfrm>
          <a:off x="2547859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Object</a:t>
          </a:r>
          <a:endParaRPr lang="en-US" sz="1700" kern="1200"/>
        </a:p>
      </dsp:txBody>
      <dsp:txXfrm>
        <a:off x="2547859" y="1307"/>
        <a:ext cx="1630896" cy="978537"/>
      </dsp:txXfrm>
    </dsp:sp>
    <dsp:sp modelId="{9A3FD822-16A8-4D54-A470-B2F6C7194E1D}">
      <dsp:nvSpPr>
        <dsp:cNvPr id="0" name=""/>
        <dsp:cNvSpPr/>
      </dsp:nvSpPr>
      <dsp:spPr>
        <a:xfrm>
          <a:off x="4341844" y="1307"/>
          <a:ext cx="1630896" cy="978537"/>
        </a:xfrm>
        <a:prstGeom prst="rect">
          <a:avLst/>
        </a:prstGeom>
        <a:solidFill>
          <a:schemeClr val="tx2">
            <a:lumMod val="7500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Constructors</a:t>
          </a:r>
          <a:endParaRPr lang="en-US" sz="1700" kern="1200"/>
        </a:p>
      </dsp:txBody>
      <dsp:txXfrm>
        <a:off x="4341844" y="1307"/>
        <a:ext cx="1630896" cy="978537"/>
      </dsp:txXfrm>
    </dsp:sp>
    <dsp:sp modelId="{BB92803F-D4C8-4239-9612-D29362550511}">
      <dsp:nvSpPr>
        <dsp:cNvPr id="0" name=""/>
        <dsp:cNvSpPr/>
      </dsp:nvSpPr>
      <dsp:spPr>
        <a:xfrm>
          <a:off x="6135830" y="1307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Inheritance</a:t>
          </a:r>
          <a:endParaRPr lang="en-US" sz="1700" kern="1200"/>
        </a:p>
      </dsp:txBody>
      <dsp:txXfrm>
        <a:off x="6135830" y="1307"/>
        <a:ext cx="1630896" cy="978537"/>
      </dsp:txXfrm>
    </dsp:sp>
    <dsp:sp modelId="{202CC41C-21A3-4FFE-BE8A-2D77421EB60F}">
      <dsp:nvSpPr>
        <dsp:cNvPr id="0" name=""/>
        <dsp:cNvSpPr/>
      </dsp:nvSpPr>
      <dsp:spPr>
        <a:xfrm>
          <a:off x="753873" y="1142935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Method Overriding</a:t>
          </a:r>
          <a:endParaRPr lang="en-US" sz="1700" kern="1200"/>
        </a:p>
      </dsp:txBody>
      <dsp:txXfrm>
        <a:off x="753873" y="1142935"/>
        <a:ext cx="1630896" cy="978537"/>
      </dsp:txXfrm>
    </dsp:sp>
    <dsp:sp modelId="{B3D61577-38EF-4E44-86DB-9A83F71150E5}">
      <dsp:nvSpPr>
        <dsp:cNvPr id="0" name=""/>
        <dsp:cNvSpPr/>
      </dsp:nvSpPr>
      <dsp:spPr>
        <a:xfrm>
          <a:off x="2547859" y="1142935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>
              <a:latin typeface="Century Gothic" panose="020B0502020202020204"/>
              <a:ea typeface="+mn-ea"/>
              <a:cs typeface="+mn-cs"/>
            </a:rPr>
            <a:t>Encapsulation</a:t>
          </a:r>
        </a:p>
      </dsp:txBody>
      <dsp:txXfrm>
        <a:off x="2547859" y="1142935"/>
        <a:ext cx="1630896" cy="978537"/>
      </dsp:txXfrm>
    </dsp:sp>
    <dsp:sp modelId="{60E6A43E-F43B-4AF3-86AB-B40B39BB0DAB}">
      <dsp:nvSpPr>
        <dsp:cNvPr id="0" name=""/>
        <dsp:cNvSpPr/>
      </dsp:nvSpPr>
      <dsp:spPr>
        <a:xfrm>
          <a:off x="4341844" y="1142935"/>
          <a:ext cx="1630896" cy="978537"/>
        </a:xfrm>
        <a:prstGeom prst="rect">
          <a:avLst/>
        </a:prstGeom>
        <a:solidFill>
          <a:schemeClr val="tx2">
            <a:lumMod val="7500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latin typeface="Arial"/>
              <a:ea typeface="+mn-ea"/>
              <a:cs typeface="+mn-cs"/>
            </a:rPr>
            <a:t>Interfaces</a:t>
          </a:r>
        </a:p>
      </dsp:txBody>
      <dsp:txXfrm>
        <a:off x="4341844" y="1142935"/>
        <a:ext cx="1630896" cy="978537"/>
      </dsp:txXfrm>
    </dsp:sp>
    <dsp:sp modelId="{9A806A5F-63C3-4492-84AB-11E3F7441EB8}">
      <dsp:nvSpPr>
        <dsp:cNvPr id="0" name=""/>
        <dsp:cNvSpPr/>
      </dsp:nvSpPr>
      <dsp:spPr>
        <a:xfrm>
          <a:off x="6135830" y="1142935"/>
          <a:ext cx="1630896" cy="978537"/>
        </a:xfrm>
        <a:prstGeom prst="rect">
          <a:avLst/>
        </a:prstGeom>
        <a:solidFill>
          <a:schemeClr val="tx2">
            <a:lumMod val="75000"/>
          </a:schemeClr>
        </a:soli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Abstractions</a:t>
          </a:r>
          <a:endParaRPr lang="en-US" sz="1700" kern="1200"/>
        </a:p>
      </dsp:txBody>
      <dsp:txXfrm>
        <a:off x="6135830" y="1142935"/>
        <a:ext cx="1630896" cy="978537"/>
      </dsp:txXfrm>
    </dsp:sp>
    <dsp:sp modelId="{2066F880-56B1-45B8-9A49-E93FEA75B8AF}">
      <dsp:nvSpPr>
        <dsp:cNvPr id="0" name=""/>
        <dsp:cNvSpPr/>
      </dsp:nvSpPr>
      <dsp:spPr>
        <a:xfrm>
          <a:off x="3444851" y="2284562"/>
          <a:ext cx="1630896" cy="97853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/>
            <a:t>Polymorphism</a:t>
          </a:r>
          <a:endParaRPr lang="en-US" sz="1700" kern="1200"/>
        </a:p>
      </dsp:txBody>
      <dsp:txXfrm>
        <a:off x="3444851" y="2284562"/>
        <a:ext cx="1630896" cy="978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5CEB6-EDD1-49BD-BE44-D991B874A28E}">
      <dsp:nvSpPr>
        <dsp:cNvPr id="0" name=""/>
        <dsp:cNvSpPr/>
      </dsp:nvSpPr>
      <dsp:spPr>
        <a:xfrm>
          <a:off x="0" y="398"/>
          <a:ext cx="8520600" cy="9324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F36E87-9417-4FE1-BD1C-40FAA8052977}">
      <dsp:nvSpPr>
        <dsp:cNvPr id="0" name=""/>
        <dsp:cNvSpPr/>
      </dsp:nvSpPr>
      <dsp:spPr>
        <a:xfrm>
          <a:off x="282069" y="210202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1E3CC-A700-4B65-B4A8-880722FB8A6C}">
      <dsp:nvSpPr>
        <dsp:cNvPr id="0" name=""/>
        <dsp:cNvSpPr/>
      </dsp:nvSpPr>
      <dsp:spPr>
        <a:xfrm>
          <a:off x="1076991" y="398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Allows behaviour / property to be added to an individual object without impacting the behaviour of the class.</a:t>
          </a:r>
          <a:endParaRPr lang="en-US" sz="2000" kern="1200"/>
        </a:p>
      </dsp:txBody>
      <dsp:txXfrm>
        <a:off x="1076991" y="398"/>
        <a:ext cx="7443608" cy="932460"/>
      </dsp:txXfrm>
    </dsp:sp>
    <dsp:sp modelId="{26922F90-EB4F-4F24-9C84-11D223EE4EA7}">
      <dsp:nvSpPr>
        <dsp:cNvPr id="0" name=""/>
        <dsp:cNvSpPr/>
      </dsp:nvSpPr>
      <dsp:spPr>
        <a:xfrm>
          <a:off x="0" y="1165973"/>
          <a:ext cx="8520600" cy="9324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647C1B-826C-4B14-8254-0858A8CB3AA2}">
      <dsp:nvSpPr>
        <dsp:cNvPr id="0" name=""/>
        <dsp:cNvSpPr/>
      </dsp:nvSpPr>
      <dsp:spPr>
        <a:xfrm>
          <a:off x="282069" y="1375777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757477-56D8-4EF9-813D-63E78713149C}">
      <dsp:nvSpPr>
        <dsp:cNvPr id="0" name=""/>
        <dsp:cNvSpPr/>
      </dsp:nvSpPr>
      <dsp:spPr>
        <a:xfrm>
          <a:off x="1076991" y="1165973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This can be added statistically or dynamically. </a:t>
          </a:r>
          <a:endParaRPr lang="en-US" sz="2000" kern="1200"/>
        </a:p>
      </dsp:txBody>
      <dsp:txXfrm>
        <a:off x="1076991" y="1165973"/>
        <a:ext cx="7443608" cy="932460"/>
      </dsp:txXfrm>
    </dsp:sp>
    <dsp:sp modelId="{4025E8D3-E846-43CF-9A54-CD66144BE869}">
      <dsp:nvSpPr>
        <dsp:cNvPr id="0" name=""/>
        <dsp:cNvSpPr/>
      </dsp:nvSpPr>
      <dsp:spPr>
        <a:xfrm>
          <a:off x="0" y="2331549"/>
          <a:ext cx="8520600" cy="9324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429FBD-6D98-4857-95B1-D5B21C6DDC74}">
      <dsp:nvSpPr>
        <dsp:cNvPr id="0" name=""/>
        <dsp:cNvSpPr/>
      </dsp:nvSpPr>
      <dsp:spPr>
        <a:xfrm>
          <a:off x="282069" y="2541352"/>
          <a:ext cx="512853" cy="51285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16358E-37F7-494F-867B-ED50DFDF0829}">
      <dsp:nvSpPr>
        <dsp:cNvPr id="0" name=""/>
        <dsp:cNvSpPr/>
      </dsp:nvSpPr>
      <dsp:spPr>
        <a:xfrm>
          <a:off x="1076991" y="2331549"/>
          <a:ext cx="7443608" cy="93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685" tIns="98685" rIns="98685" bIns="986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/>
            <a:t>Alternative for sub classing and avoid many number of classes or many number of attributes</a:t>
          </a:r>
          <a:endParaRPr lang="en-US" sz="2000" kern="1200"/>
        </a:p>
      </dsp:txBody>
      <dsp:txXfrm>
        <a:off x="1076991" y="2331549"/>
        <a:ext cx="7443608" cy="93246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D88633-62D9-4C6A-952B-B6E68FCB3E70}">
      <dsp:nvSpPr>
        <dsp:cNvPr id="0" name=""/>
        <dsp:cNvSpPr/>
      </dsp:nvSpPr>
      <dsp:spPr>
        <a:xfrm>
          <a:off x="0" y="37980"/>
          <a:ext cx="8422105" cy="917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decorator design pattern allows objects to dynamically add behaviors to others.</a:t>
          </a:r>
        </a:p>
      </dsp:txBody>
      <dsp:txXfrm>
        <a:off x="44778" y="82758"/>
        <a:ext cx="8332549" cy="827724"/>
      </dsp:txXfrm>
    </dsp:sp>
    <dsp:sp modelId="{3B9C53F6-06EB-4630-9AB1-5807619E3013}">
      <dsp:nvSpPr>
        <dsp:cNvPr id="0" name=""/>
        <dsp:cNvSpPr/>
      </dsp:nvSpPr>
      <dsp:spPr>
        <a:xfrm>
          <a:off x="0" y="1096380"/>
          <a:ext cx="8422105" cy="917280"/>
        </a:xfrm>
        <a:prstGeom prst="roundRect">
          <a:avLst/>
        </a:prstGeom>
        <a:solidFill>
          <a:schemeClr val="accent2">
            <a:hueOff val="-2918144"/>
            <a:satOff val="-2633"/>
            <a:lumOff val="-58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 hide a complex, and resource demanding object until it is needed.</a:t>
          </a:r>
        </a:p>
      </dsp:txBody>
      <dsp:txXfrm>
        <a:off x="44778" y="1141158"/>
        <a:ext cx="8332549" cy="827724"/>
      </dsp:txXfrm>
    </dsp:sp>
    <dsp:sp modelId="{E7789BB0-F795-4C7A-B13F-628A751F8806}">
      <dsp:nvSpPr>
        <dsp:cNvPr id="0" name=""/>
        <dsp:cNvSpPr/>
      </dsp:nvSpPr>
      <dsp:spPr>
        <a:xfrm>
          <a:off x="0" y="2154780"/>
          <a:ext cx="8422105" cy="917280"/>
        </a:xfrm>
        <a:prstGeom prst="roundRect">
          <a:avLst/>
        </a:prstGeom>
        <a:solidFill>
          <a:schemeClr val="accent2">
            <a:hueOff val="-5836287"/>
            <a:satOff val="-5267"/>
            <a:lumOff val="-1175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 reduce the number of classes needed to offer a  combination of behaviors.</a:t>
          </a:r>
        </a:p>
      </dsp:txBody>
      <dsp:txXfrm>
        <a:off x="44778" y="2199558"/>
        <a:ext cx="8332549" cy="827724"/>
      </dsp:txXfrm>
    </dsp:sp>
    <dsp:sp modelId="{2DADEEEE-CE93-4F10-8C60-D471168017E4}">
      <dsp:nvSpPr>
        <dsp:cNvPr id="0" name=""/>
        <dsp:cNvSpPr/>
      </dsp:nvSpPr>
      <dsp:spPr>
        <a:xfrm>
          <a:off x="0" y="3213180"/>
          <a:ext cx="8422105" cy="917280"/>
        </a:xfrm>
        <a:prstGeom prst="roundRect">
          <a:avLst/>
        </a:prstGeom>
        <a:solidFill>
          <a:schemeClr val="accent2">
            <a:hueOff val="-8754431"/>
            <a:satOff val="-7900"/>
            <a:lumOff val="-176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It lets you build a tree-like structure of objects that can be treated as a single, uniform object type.</a:t>
          </a:r>
        </a:p>
      </dsp:txBody>
      <dsp:txXfrm>
        <a:off x="44778" y="3257958"/>
        <a:ext cx="8332549" cy="8277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063359-9A14-43FA-90D1-5CB0B68F7837}">
      <dsp:nvSpPr>
        <dsp:cNvPr id="0" name=""/>
        <dsp:cNvSpPr/>
      </dsp:nvSpPr>
      <dsp:spPr>
        <a:xfrm>
          <a:off x="0" y="579"/>
          <a:ext cx="6055575" cy="13549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A244C8-20E0-4EAF-B473-A770F7A03550}">
      <dsp:nvSpPr>
        <dsp:cNvPr id="0" name=""/>
        <dsp:cNvSpPr/>
      </dsp:nvSpPr>
      <dsp:spPr>
        <a:xfrm>
          <a:off x="409869" y="305440"/>
          <a:ext cx="745217" cy="745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64C4D2-BD35-4999-8F87-3431989A31FD}">
      <dsp:nvSpPr>
        <dsp:cNvPr id="0" name=""/>
        <dsp:cNvSpPr/>
      </dsp:nvSpPr>
      <dsp:spPr>
        <a:xfrm>
          <a:off x="1564956" y="579"/>
          <a:ext cx="4490618" cy="135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98" tIns="143398" rIns="143398" bIns="1433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The existing structure is untouched, so you cannot introduce bugs there.</a:t>
          </a:r>
        </a:p>
      </dsp:txBody>
      <dsp:txXfrm>
        <a:off x="1564956" y="579"/>
        <a:ext cx="4490618" cy="1354940"/>
      </dsp:txXfrm>
    </dsp:sp>
    <dsp:sp modelId="{DDC1C74F-9E96-466F-A517-B0E96EB7D441}">
      <dsp:nvSpPr>
        <dsp:cNvPr id="0" name=""/>
        <dsp:cNvSpPr/>
      </dsp:nvSpPr>
      <dsp:spPr>
        <a:xfrm>
          <a:off x="0" y="1694254"/>
          <a:ext cx="6055575" cy="13549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0A3AC-2087-4B0E-BFD1-0839E676D001}">
      <dsp:nvSpPr>
        <dsp:cNvPr id="0" name=""/>
        <dsp:cNvSpPr/>
      </dsp:nvSpPr>
      <dsp:spPr>
        <a:xfrm>
          <a:off x="409869" y="1999116"/>
          <a:ext cx="745217" cy="745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465D5-A244-40BF-80AD-33360B3BF647}">
      <dsp:nvSpPr>
        <dsp:cNvPr id="0" name=""/>
        <dsp:cNvSpPr/>
      </dsp:nvSpPr>
      <dsp:spPr>
        <a:xfrm>
          <a:off x="1564956" y="1694254"/>
          <a:ext cx="4490618" cy="135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98" tIns="143398" rIns="143398" bIns="1433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New functionalities can be added to an existing object easily.</a:t>
          </a:r>
        </a:p>
      </dsp:txBody>
      <dsp:txXfrm>
        <a:off x="1564956" y="1694254"/>
        <a:ext cx="4490618" cy="1354940"/>
      </dsp:txXfrm>
    </dsp:sp>
    <dsp:sp modelId="{DF25BC12-0EFA-4C54-990C-FD0A8949B7B9}">
      <dsp:nvSpPr>
        <dsp:cNvPr id="0" name=""/>
        <dsp:cNvSpPr/>
      </dsp:nvSpPr>
      <dsp:spPr>
        <a:xfrm>
          <a:off x="0" y="3387930"/>
          <a:ext cx="6055575" cy="135494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2872B3-4C0A-4B2B-B98E-8FC01AD4B92D}">
      <dsp:nvSpPr>
        <dsp:cNvPr id="0" name=""/>
        <dsp:cNvSpPr/>
      </dsp:nvSpPr>
      <dsp:spPr>
        <a:xfrm>
          <a:off x="409869" y="3692792"/>
          <a:ext cx="745217" cy="74521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D57A9E-E810-495E-960C-F8B4EAF7726F}">
      <dsp:nvSpPr>
        <dsp:cNvPr id="0" name=""/>
        <dsp:cNvSpPr/>
      </dsp:nvSpPr>
      <dsp:spPr>
        <a:xfrm>
          <a:off x="1564956" y="3387930"/>
          <a:ext cx="4490618" cy="13549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3398" tIns="143398" rIns="143398" bIns="143398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You do not need to predict/implement all the supported functionalities at once (in other words, in the initial design phase). You can develop incrementally. </a:t>
          </a:r>
        </a:p>
      </dsp:txBody>
      <dsp:txXfrm>
        <a:off x="1564956" y="3387930"/>
        <a:ext cx="4490618" cy="135494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A40C6-CC90-4A91-A6C2-33DADB329539}">
      <dsp:nvSpPr>
        <dsp:cNvPr id="0" name=""/>
        <dsp:cNvSpPr/>
      </dsp:nvSpPr>
      <dsp:spPr>
        <a:xfrm>
          <a:off x="0" y="3245"/>
          <a:ext cx="5316429" cy="10234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CED601-3708-425D-856B-94BBCFA22DD8}">
      <dsp:nvSpPr>
        <dsp:cNvPr id="0" name=""/>
        <dsp:cNvSpPr/>
      </dsp:nvSpPr>
      <dsp:spPr>
        <a:xfrm>
          <a:off x="309592" y="233521"/>
          <a:ext cx="563445" cy="5628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3C77BF-DCB2-448D-9C63-1A24E1F8ECD0}">
      <dsp:nvSpPr>
        <dsp:cNvPr id="0" name=""/>
        <dsp:cNvSpPr/>
      </dsp:nvSpPr>
      <dsp:spPr>
        <a:xfrm>
          <a:off x="1182631" y="3245"/>
          <a:ext cx="4087463" cy="1024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21" tIns="108421" rIns="108421" bIns="10842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Separate core and decorator features. </a:t>
          </a:r>
        </a:p>
      </dsp:txBody>
      <dsp:txXfrm>
        <a:off x="1182631" y="3245"/>
        <a:ext cx="4087463" cy="1024447"/>
      </dsp:txXfrm>
    </dsp:sp>
    <dsp:sp modelId="{A4128525-2745-4D1D-97EE-5C9B34C24CEE}">
      <dsp:nvSpPr>
        <dsp:cNvPr id="0" name=""/>
        <dsp:cNvSpPr/>
      </dsp:nvSpPr>
      <dsp:spPr>
        <a:xfrm>
          <a:off x="0" y="1276043"/>
          <a:ext cx="5316429" cy="102344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85B5D3-0B87-4A9F-A4CE-4F6CD87A8D47}">
      <dsp:nvSpPr>
        <dsp:cNvPr id="0" name=""/>
        <dsp:cNvSpPr/>
      </dsp:nvSpPr>
      <dsp:spPr>
        <a:xfrm>
          <a:off x="309592" y="1506318"/>
          <a:ext cx="563445" cy="5628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DFA450-CCFF-4B39-B81A-B371BD641A2D}">
      <dsp:nvSpPr>
        <dsp:cNvPr id="0" name=""/>
        <dsp:cNvSpPr/>
      </dsp:nvSpPr>
      <dsp:spPr>
        <a:xfrm>
          <a:off x="1182631" y="1276043"/>
          <a:ext cx="4087463" cy="1024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21" tIns="108421" rIns="108421" bIns="10842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If you create too many decorators in the system, it will be hard to maintain and debug. So, in that case, they can create unnecessary confusion. </a:t>
          </a:r>
        </a:p>
      </dsp:txBody>
      <dsp:txXfrm>
        <a:off x="1182631" y="1276043"/>
        <a:ext cx="4087463" cy="1024447"/>
      </dsp:txXfrm>
    </dsp:sp>
    <dsp:sp modelId="{0474C21F-404A-48AF-A116-13F16AED0E31}">
      <dsp:nvSpPr>
        <dsp:cNvPr id="0" name=""/>
        <dsp:cNvSpPr/>
      </dsp:nvSpPr>
      <dsp:spPr>
        <a:xfrm>
          <a:off x="0" y="2548841"/>
          <a:ext cx="5316429" cy="10234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33AC04-3BA0-4854-8358-35A8A2EC7062}">
      <dsp:nvSpPr>
        <dsp:cNvPr id="0" name=""/>
        <dsp:cNvSpPr/>
      </dsp:nvSpPr>
      <dsp:spPr>
        <a:xfrm>
          <a:off x="309592" y="2779116"/>
          <a:ext cx="563445" cy="5628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BF84EA-B418-49E8-86BC-367C74E1B26B}">
      <dsp:nvSpPr>
        <dsp:cNvPr id="0" name=""/>
        <dsp:cNvSpPr/>
      </dsp:nvSpPr>
      <dsp:spPr>
        <a:xfrm>
          <a:off x="1182631" y="2548841"/>
          <a:ext cx="4087463" cy="102444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8421" tIns="108421" rIns="108421" bIns="10842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Handling conflicts between decorators. </a:t>
          </a:r>
        </a:p>
      </dsp:txBody>
      <dsp:txXfrm>
        <a:off x="1182631" y="2548841"/>
        <a:ext cx="4087463" cy="102444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8610D4-882D-4A9C-B961-037F002F70BC}">
      <dsp:nvSpPr>
        <dsp:cNvPr id="0" name=""/>
        <dsp:cNvSpPr/>
      </dsp:nvSpPr>
      <dsp:spPr>
        <a:xfrm>
          <a:off x="0" y="417"/>
          <a:ext cx="8520600" cy="975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64C6EF-1131-49CB-BEA7-DE491F75EFCD}">
      <dsp:nvSpPr>
        <dsp:cNvPr id="0" name=""/>
        <dsp:cNvSpPr/>
      </dsp:nvSpPr>
      <dsp:spPr>
        <a:xfrm>
          <a:off x="295202" y="219989"/>
          <a:ext cx="536731" cy="5367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F06274-C1F5-4CBA-880F-78F5FFB974A2}">
      <dsp:nvSpPr>
        <dsp:cNvPr id="0" name=""/>
        <dsp:cNvSpPr/>
      </dsp:nvSpPr>
      <dsp:spPr>
        <a:xfrm>
          <a:off x="1127136" y="417"/>
          <a:ext cx="7393463" cy="97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80" tIns="103280" rIns="103280" bIns="10328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When designing a system, what advantages does using the Decorator pattern provide compared to simply adding new functionality through inheritance?</a:t>
          </a:r>
        </a:p>
      </dsp:txBody>
      <dsp:txXfrm>
        <a:off x="1127136" y="417"/>
        <a:ext cx="7393463" cy="975875"/>
      </dsp:txXfrm>
    </dsp:sp>
    <dsp:sp modelId="{D1E30C2F-0B46-4FD5-8D1A-81486E501A9D}">
      <dsp:nvSpPr>
        <dsp:cNvPr id="0" name=""/>
        <dsp:cNvSpPr/>
      </dsp:nvSpPr>
      <dsp:spPr>
        <a:xfrm>
          <a:off x="0" y="1220262"/>
          <a:ext cx="8520600" cy="975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8C3711-959D-43DF-A3A6-FA36E59BDFC1}">
      <dsp:nvSpPr>
        <dsp:cNvPr id="0" name=""/>
        <dsp:cNvSpPr/>
      </dsp:nvSpPr>
      <dsp:spPr>
        <a:xfrm>
          <a:off x="295202" y="1439834"/>
          <a:ext cx="536731" cy="5367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1F9178-8A1D-4C66-994A-26FF045B33F9}">
      <dsp:nvSpPr>
        <dsp:cNvPr id="0" name=""/>
        <dsp:cNvSpPr/>
      </dsp:nvSpPr>
      <dsp:spPr>
        <a:xfrm>
          <a:off x="1127136" y="1220262"/>
          <a:ext cx="7393463" cy="97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80" tIns="103280" rIns="103280" bIns="10328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How does the Decorator pattern support the Open/Closed Principle (open for extension, closed for modification)? Can you think of a scenario from your own coding experience where this would be useful?</a:t>
          </a:r>
        </a:p>
      </dsp:txBody>
      <dsp:txXfrm>
        <a:off x="1127136" y="1220262"/>
        <a:ext cx="7393463" cy="975875"/>
      </dsp:txXfrm>
    </dsp:sp>
    <dsp:sp modelId="{15B8682A-A250-4088-B690-D418E5C998B9}">
      <dsp:nvSpPr>
        <dsp:cNvPr id="0" name=""/>
        <dsp:cNvSpPr/>
      </dsp:nvSpPr>
      <dsp:spPr>
        <a:xfrm>
          <a:off x="0" y="2440106"/>
          <a:ext cx="8520600" cy="97587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26CF1C-5BF2-4520-80AE-CEFB7E0AA7ED}">
      <dsp:nvSpPr>
        <dsp:cNvPr id="0" name=""/>
        <dsp:cNvSpPr/>
      </dsp:nvSpPr>
      <dsp:spPr>
        <a:xfrm>
          <a:off x="295202" y="2659679"/>
          <a:ext cx="536731" cy="53673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80CC0F-43EF-47A8-84EC-1C62AF8A63A7}">
      <dsp:nvSpPr>
        <dsp:cNvPr id="0" name=""/>
        <dsp:cNvSpPr/>
      </dsp:nvSpPr>
      <dsp:spPr>
        <a:xfrm>
          <a:off x="1127136" y="2440106"/>
          <a:ext cx="7393463" cy="97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280" tIns="103280" rIns="103280" bIns="10328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What are some potential drawbacks of using multiple decorators in a system, and how might you balance flexibility with complexity?</a:t>
          </a:r>
        </a:p>
      </dsp:txBody>
      <dsp:txXfrm>
        <a:off x="1127136" y="2440106"/>
        <a:ext cx="7393463" cy="975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PictureAccentList">
  <dgm:title val=""/>
  <dgm:desc val=""/>
  <dgm:catLst>
    <dgm:cat type="picture" pri="14000"/>
    <dgm:cat type="list" pri="14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</dgm:ptLst>
      <dgm:cxnLst>
        <dgm:cxn modelId="4" srcId="0" destId="1" srcOrd="0" destOrd="0"/>
        <dgm:cxn modelId="5" srcId="1" destId="11" srcOrd="0" destOrd="0"/>
        <dgm:cxn modelId="6" srcId="1" destId="12" srcOrd="0" destOrd="0"/>
        <dgm:cxn modelId="14" srcId="1" destId="13" srcOrd="0" destOrd="0"/>
      </dgm:cxnLst>
      <dgm:bg/>
      <dgm:whole/>
    </dgm:dataModel>
  </dgm:clrData>
  <dgm:layoutNode name="layout">
    <dgm:varLst>
      <dgm:chMax/>
      <dgm:chPref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L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primFontSz" for="des" forName="childText" refType="primFontSz" refFor="des" refForName="rootText" op="lte"/>
      <dgm:constr type="w" for="des" forName="rootComposite" refType="w" fact="4"/>
      <dgm:constr type="h" for="des" forName="rootComposite" refType="h"/>
      <dgm:constr type="w" for="des" forName="childComposite" refType="w" refFor="des" refForName="rootComposite"/>
      <dgm:constr type="h" for="des" forName="childComposite" refType="h" refFor="des" refForName="rootComposite"/>
      <dgm:constr type="sibSp" refType="w" refFor="des" refForName="rootComposite" fact="0.1"/>
      <dgm:constr type="sibSp" for="des" forName="childShape" refType="h" refFor="des" refForName="rootComposite" fact="0.12"/>
      <dgm:constr type="sp" for="des" forName="root" refType="h" refFor="des" refForName="rootComposite" fact="0.18"/>
    </dgm:constrLst>
    <dgm:ruleLst/>
    <dgm:forEach name="Name3" axis="ch">
      <dgm:forEach name="Name4" axis="self" ptType="node" cnt="1">
        <dgm:layoutNode name="root">
          <dgm:varLst>
            <dgm:chMax/>
            <dgm:chPref val="4"/>
          </dgm:varLst>
          <dgm:alg type="hierRoot"/>
          <dgm:shape xmlns:r="http://schemas.openxmlformats.org/officeDocument/2006/relationships" r:blip="">
            <dgm:adjLst/>
          </dgm:shape>
          <dgm:presOf/>
          <dgm:constrLst/>
          <dgm:ruleLst/>
          <dgm:layoutNode name="rootComposite">
            <dgm:varLst/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onstrLst>
              <dgm:constr type="l" for="ch" forName="rootText"/>
              <dgm:constr type="t" for="ch" forName="rootText"/>
              <dgm:constr type="w" for="ch" forName="rootText" refType="w"/>
              <dgm:constr type="h" for="ch" forName="rootText" refType="h"/>
            </dgm:constrLst>
            <dgm:ruleLst/>
            <dgm:layoutNode name="rootText" styleLbl="node0">
              <dgm:varLst>
                <dgm:chMax/>
                <dgm:chPref val="4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  <dgm:rule type="primFontSz" val="65" fact="NaN" max="NaN"/>
              </dgm:ruleLst>
            </dgm:layoutNode>
          </dgm:layoutNode>
          <dgm:layoutNode name="childShape">
            <dgm:varLst>
              <dgm:chMax val="0"/>
              <dgm:chPref val="0"/>
            </dgm:varLst>
            <dgm:alg type="hierChild">
              <dgm:param type="chAlign" val="r"/>
              <dgm:param type="linDir" val="fromT"/>
              <dgm:param type="fallback" val="2D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5" axis="ch">
              <dgm:forEach name="Name6" axis="self" ptType="node">
                <dgm:layoutNode name="childComposite">
                  <dgm:varLst>
                    <dgm:chMax val="0"/>
                    <dgm:chPref val="0"/>
                  </dgm:varLst>
                  <dgm:alg type="composite"/>
                  <dgm:shape xmlns:r="http://schemas.openxmlformats.org/officeDocument/2006/relationships" r:blip="">
                    <dgm:adjLst/>
                  </dgm:shape>
                  <dgm:presOf/>
                  <dgm:choose name="Name7">
                    <dgm:if name="Name8" func="var" arg="dir" op="equ" val="norm">
                      <dgm:constrLst>
                        <dgm:constr type="w" for="ch" forName="Image" refType="h"/>
                        <dgm:constr type="h" for="ch" forName="Image" refType="h"/>
                        <dgm:constr type="l" for="ch" forName="Image"/>
                        <dgm:constr type="t" for="ch" forName="Image"/>
                        <dgm:constr type="h" for="ch" forName="childText" refType="h"/>
                        <dgm:constr type="l" for="ch" forName="childText" refType="w" refFor="ch" refForName="Image" fact="1.06"/>
                        <dgm:constr type="t" for="ch" forName="childText"/>
                      </dgm:constrLst>
                    </dgm:if>
                    <dgm:else name="Name9">
                      <dgm:constrLst>
                        <dgm:constr type="w" for="ch" forName="Image" refType="h"/>
                        <dgm:constr type="h" for="ch" forName="Image" refType="h"/>
                        <dgm:constr type="r" for="ch" forName="Image" refType="w"/>
                        <dgm:constr type="t" for="ch" forName="Image"/>
                        <dgm:constr type="h" for="ch" forName="childText" refType="h"/>
                        <dgm:constr type="t" for="ch" forName="childText"/>
                        <dgm:constr type="wOff" for="ch" forName="childText" refType="w" refFor="ch" refForName="Image" fact="-1.06"/>
                      </dgm:constrLst>
                    </dgm:else>
                  </dgm:choose>
                  <dgm:ruleLst/>
                  <dgm:layoutNode name="Image" styleLbl="node1">
                    <dgm:alg type="sp"/>
                    <dgm:shape xmlns:r="http://schemas.openxmlformats.org/officeDocument/2006/relationships" type="roundRect" r:blip="" blipPhldr="1">
                      <dgm:adjLst>
                        <dgm:adj idx="1" val="0.1667"/>
                      </dgm:adjLst>
                    </dgm:shape>
                    <dgm:presOf/>
                  </dgm:layoutNode>
                  <dgm:layoutNode name="childText" styleLbl="lnNode1">
                    <dgm:varLst>
                      <dgm:chMax val="0"/>
                      <dgm:chPref val="0"/>
                      <dgm:bulletEnabled val="1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667"/>
                      </dgm:adjLst>
                    </dgm:shape>
                    <dgm:presOf axis="self desOrSelf" ptType="node node" st="1 1" cnt="1 0"/>
                    <dgm:ruleLst>
                      <dgm:rule type="primFontSz" val="5" fact="NaN" max="NaN"/>
                    </dgm:ruleLst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ee1ae848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eee1ae848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eee1ae848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eee1ae848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eee1ae8486_0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eee1ae8486_0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eee1ae8486_0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eee1ae8486_0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965c9e557e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965c9e557e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eee1ae8486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1eee1ae8486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1eee1ae8486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1eee1ae8486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eee1ae848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eee1ae848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1eee1ae8486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1eee1ae8486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ee1ae8486_0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1eee1ae8486_0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eee1ae8486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1eee1ae8486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eee1ae8486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1eee1ae8486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ee1ae84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eee1ae84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eee1ae8486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1eee1ae8486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eee1ae8486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1eee1ae8486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1eee1ae848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1eee1ae848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4566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31892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13943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40167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42675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40419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6665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2908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5483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00880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8570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9648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88357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13197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1379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1398341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045648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0111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143082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3051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615712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 Design Pattern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 descr="A blue background with text and a sign with a stack of objects&#10;&#10;AI-generated content may be incorrect.">
            <a:extLst>
              <a:ext uri="{FF2B5EF4-FFF2-40B4-BE49-F238E27FC236}">
                <a16:creationId xmlns:a16="http://schemas.microsoft.com/office/drawing/2014/main" id="{19B1ABC4-D3FA-20A3-E2FD-CFCC0A42D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DAE57-3C84-D9D7-A884-51448A0EF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DE0B8-715C-18F9-1ABB-3473E906B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6A498A-FC33-6D7B-54CB-B85925D6D3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F3EAF-5AF8-FF9E-A1D9-5C5C9D81527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6835F0D-D0CE-F6D1-3C6D-ADE1410B5D8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1802720"/>
              </p:ext>
            </p:extLst>
          </p:nvPr>
        </p:nvGraphicFramePr>
        <p:xfrm>
          <a:off x="178755" y="130629"/>
          <a:ext cx="8653545" cy="48607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0225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82A4E-8897-82B9-FA0E-012912620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OOP Principals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64796-0DF2-90C5-D692-09708B8B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 anchor="ctr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" sz="900" smtClean="0"/>
              <a:pPr marL="0" lvl="0" indent="0" rtl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3</a:t>
            </a:fld>
            <a:endParaRPr lang="en" sz="900"/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AE7FEE9A-87EB-B8A1-DEC3-558D41E234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1355088"/>
              </p:ext>
            </p:extLst>
          </p:nvPr>
        </p:nvGraphicFramePr>
        <p:xfrm>
          <a:off x="445924" y="856529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3268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/>
              <a:t>How would you model different types of coffee?</a:t>
            </a:r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4294967295"/>
          </p:nvPr>
        </p:nvSpPr>
        <p:spPr>
          <a:xfrm>
            <a:off x="5073650" y="1208088"/>
            <a:ext cx="4070350" cy="3263900"/>
          </a:xfrm>
        </p:spPr>
        <p:txBody>
          <a:bodyPr spcFirstLastPara="1" lIns="91425" tIns="91425" rIns="91425" bIns="91425" anchor="t" anchorCtr="0">
            <a:normAutofit/>
          </a:bodyPr>
          <a:lstStyle/>
          <a:p>
            <a:pPr marL="457200" lvl="0" indent="-342900"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One class many properties?</a:t>
            </a:r>
          </a:p>
          <a:p>
            <a:pPr marL="457200" lvl="0" indent="-342900">
              <a:spcAft>
                <a:spcPts val="6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n-US" b="0" i="0" u="none" strike="noStrike" cap="none">
                <a:solidFill>
                  <a:schemeClr val="dk1"/>
                </a:solidFill>
              </a:rPr>
              <a:t>Many classes?</a:t>
            </a: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/>
          <a:srcRect t="6399" r="5" b="13395"/>
          <a:stretch>
            <a:fillRect/>
          </a:stretch>
        </p:blipFill>
        <p:spPr>
          <a:xfrm>
            <a:off x="311700" y="1208225"/>
            <a:ext cx="4069800" cy="32644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166CD5-2A42-BA5D-CBA8-14710486B8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992" y="3382450"/>
            <a:ext cx="2722483" cy="17068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-2176"/>
            <a:ext cx="2238375" cy="18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43400" y="-6950"/>
            <a:ext cx="306165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838" y="1868099"/>
            <a:ext cx="2226700" cy="16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11225" y="3457113"/>
            <a:ext cx="2419350" cy="1645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238375" y="1837250"/>
            <a:ext cx="2962952" cy="170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002800" y="1801013"/>
            <a:ext cx="2226701" cy="181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0" y="3470063"/>
            <a:ext cx="2438400" cy="161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983350" y="1811561"/>
            <a:ext cx="2438401" cy="1641033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157225" y="-47350"/>
            <a:ext cx="2072275" cy="207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219325" y="-6950"/>
            <a:ext cx="2419350" cy="18954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DF688A-F103-D991-BDC9-1EA102E8CA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>
            <a:spLocks noGrp="1"/>
          </p:cNvSpPr>
          <p:nvPr>
            <p:ph type="title"/>
          </p:nvPr>
        </p:nvSpPr>
        <p:spPr>
          <a:xfrm>
            <a:off x="227975" y="160050"/>
            <a:ext cx="8832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https://hoppersunlimited.com.au/varieties/</a:t>
            </a:r>
            <a:endParaRPr sz="2000"/>
          </a:p>
        </p:txBody>
      </p:sp>
      <p:pic>
        <p:nvPicPr>
          <p:cNvPr id="98" name="Google Shape;9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1900" y="885150"/>
            <a:ext cx="5238650" cy="417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B73A75-ADB4-0FA8-E386-3FD3392DA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A090-1DD4-CD4E-73D4-957C15743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1926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 b="1"/>
              <a:t>☕ Coffee Shop – Possible Add-ons</a:t>
            </a:r>
            <a:br>
              <a:rPr lang="en-US" b="1"/>
            </a:b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5EA7ED-1142-F6CB-BDAC-C084DA88F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2058091"/>
            <a:ext cx="6180816" cy="2510783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US"/>
          </a:p>
        </p:txBody>
      </p:sp>
      <p:pic>
        <p:nvPicPr>
          <p:cNvPr id="1046" name="Picture 22" descr="Generated image">
            <a:extLst>
              <a:ext uri="{FF2B5EF4-FFF2-40B4-BE49-F238E27FC236}">
                <a16:creationId xmlns:a16="http://schemas.microsoft.com/office/drawing/2014/main" id="{8E7B40C8-8BF8-24F9-D627-8A420D324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018" y="574626"/>
            <a:ext cx="6486525" cy="4324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8E00D855-30DD-A7E4-F19B-9A2780DC5E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6511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FFAC9-8CE5-7878-632F-61E812F15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277" y="6036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US"/>
              <a:t>What are the combinations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487DA7-A652-5AAC-9119-32DAF2479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5CBD1D-8845-F843-EBCE-3756C10D4B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344252"/>
              </p:ext>
            </p:extLst>
          </p:nvPr>
        </p:nvGraphicFramePr>
        <p:xfrm>
          <a:off x="311700" y="574625"/>
          <a:ext cx="4179877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818">
                  <a:extLst>
                    <a:ext uri="{9D8B030D-6E8A-4147-A177-3AD203B41FA5}">
                      <a16:colId xmlns:a16="http://schemas.microsoft.com/office/drawing/2014/main" val="2443299645"/>
                    </a:ext>
                  </a:extLst>
                </a:gridCol>
                <a:gridCol w="2211059">
                  <a:extLst>
                    <a:ext uri="{9D8B030D-6E8A-4147-A177-3AD203B41FA5}">
                      <a16:colId xmlns:a16="http://schemas.microsoft.com/office/drawing/2014/main" val="12112119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Number of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Combinations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537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536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252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2167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1024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886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32,768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34505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3A5EE8-EB67-6ABF-9A54-3F103BC37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7147798"/>
              </p:ext>
            </p:extLst>
          </p:nvPr>
        </p:nvGraphicFramePr>
        <p:xfrm>
          <a:off x="5566611" y="1554223"/>
          <a:ext cx="246360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3608">
                  <a:extLst>
                    <a:ext uri="{9D8B030D-6E8A-4147-A177-3AD203B41FA5}">
                      <a16:colId xmlns:a16="http://schemas.microsoft.com/office/drawing/2014/main" val="2263335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Combinations for n =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3792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3369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9201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3558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823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A,B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637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426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7934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A,B,C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529925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571D9-A869-1434-D437-34C757D496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15673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761FD25-9F4B-C0CF-B576-446A149F32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7013" y="117706"/>
            <a:ext cx="8571043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2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/>
              <a:t>Add-ons / Ingredients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Milk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Honey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Whipped Cream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Vanilla Flavor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Caramel Flavor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Hazelnut Flavor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Chocolate Syrup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Cinnamon Sprinkle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 Espresso Shot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Soy Milk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Almond Milk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Oat Milk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800" b="1"/>
              <a:t>Size / Strength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Small Size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Medium Size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Large Size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Decaf</a:t>
            </a: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Extra Strong Brew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800" b="1"/>
              <a:t>Serving Style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</a:rPr>
              <a:t>Takeaway Cup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</a:rPr>
              <a:t>Reusable Cup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</a:rPr>
              <a:t>Glass Mug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80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 b="1"/>
              <a:t>Seasonal</a:t>
            </a: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en-US" sz="1800" b="1"/>
              <a:t>/ Special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</a:rPr>
              <a:t>Pumpkin Spice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</a:rPr>
              <a:t>Peppermint Flavor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1800">
                <a:solidFill>
                  <a:schemeClr val="tx1"/>
                </a:solidFill>
                <a:latin typeface="Arial" panose="020B0604020202020204" pitchFamily="34" charset="0"/>
              </a:rPr>
              <a:t>Festive Toppings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sz="1800" b="1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EF4CEED-9116-7127-1F19-228AB606D3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12968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/>
              <a:t>Introduction</a:t>
            </a:r>
          </a:p>
        </p:txBody>
      </p:sp>
      <p:graphicFrame>
        <p:nvGraphicFramePr>
          <p:cNvPr id="106" name="Google Shape;104;p19">
            <a:extLst>
              <a:ext uri="{FF2B5EF4-FFF2-40B4-BE49-F238E27FC236}">
                <a16:creationId xmlns:a16="http://schemas.microsoft.com/office/drawing/2014/main" id="{9F80332B-A513-F9C0-C796-4FA364D12F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26457629"/>
              </p:ext>
            </p:extLst>
          </p:nvPr>
        </p:nvGraphicFramePr>
        <p:xfrm>
          <a:off x="311700" y="1208225"/>
          <a:ext cx="8520600" cy="3264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89556F-F6B4-3444-0B9B-F1F23AE058C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642" y="154641"/>
            <a:ext cx="6950501" cy="48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2382ED-EB1B-E761-4760-58119E6F9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18" name="Google Shape;11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450" y="190500"/>
            <a:ext cx="8657098" cy="48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FADD30-7362-F734-F8EA-E04DB76A0A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F08C4C-8E12-B62E-E1F6-436C96A005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CD403C-0298-798C-1E2B-E3BF5D3BC6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39" name="Google Shape;13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35725" y="57000"/>
            <a:ext cx="9584525" cy="5391301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D3007B-B11E-0D80-D7A9-FD3C06387B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7793AA-E926-1568-2183-D559EF82062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2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1D31F4-7C57-D5ED-6597-B8E279F168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60" name="Google Shape;16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C10B16-70A2-5B88-3AE7-D26826A86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roup 189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222498"/>
            <a:ext cx="2236395" cy="2406650"/>
            <a:chOff x="9206969" y="2963333"/>
            <a:chExt cx="2981858" cy="3208867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1" name="Rectangle 190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7404" cy="5143501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222498"/>
            <a:ext cx="2236395" cy="2406650"/>
            <a:chOff x="9206969" y="2963333"/>
            <a:chExt cx="2981858" cy="3208867"/>
          </a:xfrm>
        </p:grpSpPr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5" name="Google Shape;165;p28"/>
          <p:cNvSpPr txBox="1">
            <a:spLocks noGrp="1"/>
          </p:cNvSpPr>
          <p:nvPr>
            <p:ph type="title"/>
          </p:nvPr>
        </p:nvSpPr>
        <p:spPr>
          <a:xfrm>
            <a:off x="69058" y="124090"/>
            <a:ext cx="9005884" cy="65810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>
                <a:schemeClr val="dk1"/>
              </a:buClr>
              <a:buSzPct val="40909"/>
            </a:pPr>
            <a:r>
              <a:rPr lang="en-US" sz="2000" kern="1200" cap="all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What are the reasons for using the decorator design pattern?</a:t>
            </a:r>
          </a:p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endParaRPr lang="en-US" sz="2000" kern="1200" cap="all">
              <a:ln w="3175" cmpd="sng"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94" name="Google Shape;166;p28">
            <a:extLst>
              <a:ext uri="{FF2B5EF4-FFF2-40B4-BE49-F238E27FC236}">
                <a16:creationId xmlns:a16="http://schemas.microsoft.com/office/drawing/2014/main" id="{1508E64D-7D84-5999-0EF0-65B348EF0C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7030390"/>
              </p:ext>
            </p:extLst>
          </p:nvPr>
        </p:nvGraphicFramePr>
        <p:xfrm>
          <a:off x="433137" y="706067"/>
          <a:ext cx="8422105" cy="4168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73FCECB-E8B5-18B3-406E-A18CBC949D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roup 188">
            <a:extLst>
              <a:ext uri="{FF2B5EF4-FFF2-40B4-BE49-F238E27FC236}">
                <a16:creationId xmlns:a16="http://schemas.microsoft.com/office/drawing/2014/main" id="{6CC7770B-E4E1-42D6-9437-DAA4A3A9E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222498"/>
            <a:ext cx="2236395" cy="2406650"/>
            <a:chOff x="9206969" y="2963333"/>
            <a:chExt cx="2981858" cy="3208867"/>
          </a:xfrm>
        </p:grpSpPr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5A26DE5B-A1A6-4746-8EF7-4D6809ED75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77A3DDA-BF17-4302-867E-EBFD777B06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CBE30704-4227-4B7B-BDB8-BFCF39086F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B923B1E7-AEA4-42D8-8F4A-9D116F2966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321B6244-6EAE-442C-ACCF-8146103EC1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196" name="Rectangle 195">
            <a:extLst>
              <a:ext uri="{FF2B5EF4-FFF2-40B4-BE49-F238E27FC236}">
                <a16:creationId xmlns:a16="http://schemas.microsoft.com/office/drawing/2014/main" id="{290FE681-1E05-478A-89DC-5F7AB37C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513159" y="514349"/>
            <a:ext cx="2810333" cy="36690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algn="r" defTabSz="457200">
              <a:lnSpc>
                <a:spcPct val="90000"/>
              </a:lnSpc>
              <a:spcBef>
                <a:spcPct val="0"/>
              </a:spcBef>
              <a:spcAft>
                <a:spcPts val="1200"/>
              </a:spcAft>
              <a:buClr>
                <a:schemeClr val="dk1"/>
              </a:buClr>
              <a:buSzPct val="61111"/>
            </a:pPr>
            <a:r>
              <a:rPr lang="en-US" sz="3300" b="1"/>
              <a:t>What is the difference between proxy and decorator design pattern?</a:t>
            </a:r>
          </a:p>
        </p:txBody>
      </p: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2E2F21DC-5F0E-42CF-B89C-C1E25E175C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88087" y="1149279"/>
            <a:ext cx="0" cy="2399169"/>
          </a:xfrm>
          <a:prstGeom prst="line">
            <a:avLst/>
          </a:prstGeom>
          <a:ln w="19050">
            <a:solidFill>
              <a:schemeClr val="tx1"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Google Shape;184;p31"/>
          <p:cNvSpPr txBox="1">
            <a:spLocks noGrp="1"/>
          </p:cNvSpPr>
          <p:nvPr>
            <p:ph type="body" idx="1"/>
          </p:nvPr>
        </p:nvSpPr>
        <p:spPr>
          <a:xfrm>
            <a:off x="3734971" y="514349"/>
            <a:ext cx="4716195" cy="366903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indent="0" defTabSz="457200">
              <a:spcBef>
                <a:spcPct val="200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  A protection proxy might be implemented like a decorator, but you should not forget the intent of a proxy. 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Decorators focus on adding responsibilities, but proxies focus on controlling the access to an object. 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Proxies differ from each other through their types and implementations. </a:t>
            </a:r>
          </a:p>
          <a:p>
            <a:pPr marL="0" lvl="0" indent="0" defTabSz="457200">
              <a:spcBef>
                <a:spcPct val="20000"/>
              </a:spcBef>
              <a:spcAft>
                <a:spcPts val="600"/>
              </a:spcAft>
              <a:buSzPct val="80000"/>
              <a:buFont typeface="Wingdings 3" panose="05040102010807070707" pitchFamily="18" charset="2"/>
              <a:buChar char=""/>
            </a:pPr>
            <a:r>
              <a:rPr lang="en-US">
                <a:solidFill>
                  <a:schemeClr val="tx1"/>
                </a:solidFill>
              </a:rPr>
              <a:t>If you can remember their purposes, in most cases you will be able to clearly distinguish proxies from decorators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3DFE80-2838-CDD3-4F25-6FA513743BD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roup 209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222498"/>
            <a:ext cx="2236395" cy="2406650"/>
            <a:chOff x="9206969" y="2963333"/>
            <a:chExt cx="2981858" cy="3208867"/>
          </a:xfrm>
        </p:grpSpPr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7" name="Rectangle 216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7404" cy="5143501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671A53-D684-5F9C-F60A-3FC10A8F7A27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7772400" y="4183856"/>
            <a:ext cx="856683" cy="5024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lv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US" sz="2200" b="0" i="0" kern="1200">
                <a:solidFill>
                  <a:srgbClr val="0A304A"/>
                </a:solidFill>
                <a:effectLst/>
                <a:latin typeface="+mn-lt"/>
                <a:ea typeface="+mn-ea"/>
                <a:cs typeface="+mn-cs"/>
              </a:rPr>
              <a:pPr lvl="0" indent="0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t>21</a:t>
            </a:fld>
            <a:endParaRPr lang="en-US" sz="2200" b="0" i="0" kern="1200">
              <a:solidFill>
                <a:srgbClr val="0A304A"/>
              </a:solidFill>
              <a:effectLst/>
              <a:latin typeface="+mn-lt"/>
              <a:ea typeface="+mn-ea"/>
              <a:cs typeface="+mn-cs"/>
            </a:endParaRPr>
          </a:p>
        </p:txBody>
      </p:sp>
      <p:grpSp>
        <p:nvGrpSpPr>
          <p:cNvPr id="221" name="Group 220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222498"/>
            <a:ext cx="2236395" cy="2406650"/>
            <a:chOff x="9206969" y="2963333"/>
            <a:chExt cx="2981858" cy="3208867"/>
          </a:xfrm>
        </p:grpSpPr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9" name="Google Shape;189;p32"/>
          <p:cNvSpPr txBox="1">
            <a:spLocks noGrp="1"/>
          </p:cNvSpPr>
          <p:nvPr>
            <p:ph type="title"/>
          </p:nvPr>
        </p:nvSpPr>
        <p:spPr>
          <a:xfrm>
            <a:off x="6734404" y="672879"/>
            <a:ext cx="2282922" cy="243645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300" b="1" kern="1200" cap="all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What are the key advantages of using a decorator</a:t>
            </a:r>
            <a:endParaRPr lang="en-US" sz="2300" kern="1200" cap="all">
              <a:ln w="3175" cmpd="sng">
                <a:noFill/>
              </a:ln>
              <a:solidFill>
                <a:srgbClr val="FFFFFF"/>
              </a:solidFill>
              <a:effectLst/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06" name="Google Shape;190;p32">
            <a:extLst>
              <a:ext uri="{FF2B5EF4-FFF2-40B4-BE49-F238E27FC236}">
                <a16:creationId xmlns:a16="http://schemas.microsoft.com/office/drawing/2014/main" id="{EEE07D3F-A4BA-F89C-2B0E-4D932336A4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9314998"/>
              </p:ext>
            </p:extLst>
          </p:nvPr>
        </p:nvGraphicFramePr>
        <p:xfrm>
          <a:off x="334736" y="138793"/>
          <a:ext cx="6055575" cy="4743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201">
            <a:extLst>
              <a:ext uri="{FF2B5EF4-FFF2-40B4-BE49-F238E27FC236}">
                <a16:creationId xmlns:a16="http://schemas.microsoft.com/office/drawing/2014/main" id="{B455B88A-C127-47B3-B317-724BD4EA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222498"/>
            <a:ext cx="2236395" cy="2406650"/>
            <a:chOff x="9206969" y="2963333"/>
            <a:chExt cx="2981858" cy="3208867"/>
          </a:xfrm>
        </p:grpSpPr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3F07A923-368D-45E6-AACC-9ECE4057A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3FE16B44-FE3C-4330-AF20-E869FC7B7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1CB6733-6A12-4A1C-87C3-B676FB381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A754CCFD-DC5E-453F-B95A-F045ED9B2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AE826A39-89EA-44EA-ABC5-F446934921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9" name="Rectangle 208">
            <a:extLst>
              <a:ext uri="{FF2B5EF4-FFF2-40B4-BE49-F238E27FC236}">
                <a16:creationId xmlns:a16="http://schemas.microsoft.com/office/drawing/2014/main" id="{2C33F367-76E5-4D2A-96B1-4FD443CDD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10000">
                <a:schemeClr val="dk2">
                  <a:tint val="97000"/>
                  <a:hueMod val="92000"/>
                  <a:satMod val="169000"/>
                  <a:lumMod val="164000"/>
                </a:schemeClr>
              </a:gs>
              <a:gs pos="100000">
                <a:schemeClr val="dk2">
                  <a:shade val="96000"/>
                  <a:satMod val="120000"/>
                  <a:lumMod val="90000"/>
                </a:schemeClr>
              </a:gs>
            </a:gsLst>
            <a:lin ang="612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Snip Diagonal Corner Rectangle 21">
            <a:extLst>
              <a:ext uri="{FF2B5EF4-FFF2-40B4-BE49-F238E27FC236}">
                <a16:creationId xmlns:a16="http://schemas.microsoft.com/office/drawing/2014/main" id="{6F769419-3E73-449D-B62A-0CDEC946A6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7404" cy="5143501"/>
          </a:xfrm>
          <a:prstGeom prst="snip2DiagRect">
            <a:avLst>
              <a:gd name="adj1" fmla="val 0"/>
              <a:gd name="adj2" fmla="val 0"/>
            </a:avLst>
          </a:prstGeom>
          <a:solidFill>
            <a:schemeClr val="bg1">
              <a:alpha val="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A6515200-42F9-488F-9895-6CDBCD1E8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05229" y="2222498"/>
            <a:ext cx="2236395" cy="2406650"/>
            <a:chOff x="9206969" y="2963333"/>
            <a:chExt cx="2981858" cy="3208867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43185F0E-78D5-4C2D-9239-D3515B448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D5BD9142-FF9C-4EED-A027-18D095481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42F547D3-9752-4481-B3A8-50E08610B8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F1999C2F-3D0D-4813-9696-83630A6FE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EC737390-C9CA-456B-9F40-D7A76EA242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rgbClr val="FFFF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5" name="Google Shape;195;p33"/>
          <p:cNvSpPr txBox="1">
            <a:spLocks noGrp="1"/>
          </p:cNvSpPr>
          <p:nvPr>
            <p:ph type="title"/>
          </p:nvPr>
        </p:nvSpPr>
        <p:spPr>
          <a:xfrm>
            <a:off x="6441495" y="706068"/>
            <a:ext cx="2282922" cy="2436458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 lvl="0" indent="0" defTabSz="457200">
              <a:lnSpc>
                <a:spcPct val="90000"/>
              </a:lnSpc>
              <a:spcBef>
                <a:spcPct val="0"/>
              </a:spcBef>
              <a:spcAft>
                <a:spcPts val="0"/>
              </a:spcAft>
            </a:pPr>
            <a:r>
              <a:rPr lang="en-US" sz="2000" kern="1200" cap="all">
                <a:ln w="3175" cmpd="sng">
                  <a:noFill/>
                </a:ln>
                <a:solidFill>
                  <a:srgbClr val="FFFFFF"/>
                </a:solidFill>
                <a:effectLst/>
                <a:latin typeface="+mj-lt"/>
                <a:ea typeface="+mj-ea"/>
                <a:cs typeface="+mj-cs"/>
              </a:rPr>
              <a:t>What are the disadvantages associated with this pattern?</a:t>
            </a:r>
          </a:p>
        </p:txBody>
      </p:sp>
      <p:graphicFrame>
        <p:nvGraphicFramePr>
          <p:cNvPr id="198" name="Google Shape;196;p33">
            <a:extLst>
              <a:ext uri="{FF2B5EF4-FFF2-40B4-BE49-F238E27FC236}">
                <a16:creationId xmlns:a16="http://schemas.microsoft.com/office/drawing/2014/main" id="{2CBE05D7-36D6-2584-2525-7F1BB6F916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961790"/>
              </p:ext>
            </p:extLst>
          </p:nvPr>
        </p:nvGraphicFramePr>
        <p:xfrm>
          <a:off x="705483" y="706068"/>
          <a:ext cx="5316429" cy="35765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BEC286-0BF8-2638-399E-07B77A5009F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3CEB-067E-DDC2-9D8C-CA1B2110B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Reflective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83A3A3-E19C-5D93-2CED-657DD6BF318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  <p:graphicFrame>
        <p:nvGraphicFramePr>
          <p:cNvPr id="10" name="Text Placeholder 2">
            <a:extLst>
              <a:ext uri="{FF2B5EF4-FFF2-40B4-BE49-F238E27FC236}">
                <a16:creationId xmlns:a16="http://schemas.microsoft.com/office/drawing/2014/main" id="{E4747B45-8BBA-4E49-2B4E-FB68607FDA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02931994"/>
              </p:ext>
            </p:extLst>
          </p:nvPr>
        </p:nvGraphicFramePr>
        <p:xfrm>
          <a:off x="311700" y="1093644"/>
          <a:ext cx="8520600" cy="3416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8465459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bf2655a-b97a-4cd5-9749-fa15d2d37c4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1A51792A418F4A9A575028F3A039FF" ma:contentTypeVersion="13" ma:contentTypeDescription="Create a new document." ma:contentTypeScope="" ma:versionID="dbbb3a872386501ea0db3d7f91cf00ca">
  <xsd:schema xmlns:xsd="http://www.w3.org/2001/XMLSchema" xmlns:xs="http://www.w3.org/2001/XMLSchema" xmlns:p="http://schemas.microsoft.com/office/2006/metadata/properties" xmlns:ns3="bbf2655a-b97a-4cd5-9749-fa15d2d37c4f" xmlns:ns4="6327976d-0e7f-4f4d-9e8d-9adece0280c7" targetNamespace="http://schemas.microsoft.com/office/2006/metadata/properties" ma:root="true" ma:fieldsID="06edd250f22a9adbb0f047e677c7ff0f" ns3:_="" ns4:_="">
    <xsd:import namespace="bbf2655a-b97a-4cd5-9749-fa15d2d37c4f"/>
    <xsd:import namespace="6327976d-0e7f-4f4d-9e8d-9adece0280c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f2655a-b97a-4cd5-9749-fa15d2d37c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27976d-0e7f-4f4d-9e8d-9adece0280c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5615828-365C-4A3B-9FCF-CD8CA121620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CB47B4-7188-4857-ABB1-4843EA701246}">
  <ds:schemaRefs>
    <ds:schemaRef ds:uri="6327976d-0e7f-4f4d-9e8d-9adece0280c7"/>
    <ds:schemaRef ds:uri="bbf2655a-b97a-4cd5-9749-fa15d2d37c4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3F17CD7-F9C1-4EDB-B196-39E15872F47B}">
  <ds:schemaRefs>
    <ds:schemaRef ds:uri="6327976d-0e7f-4f4d-9e8d-9adece0280c7"/>
    <ds:schemaRef ds:uri="bbf2655a-b97a-4cd5-9749-fa15d2d37c4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Application>Microsoft Office PowerPoint</Application>
  <PresentationFormat>On-screen Show (16:9)</PresentationFormat>
  <Slides>23</Slides>
  <Notes>17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Slice</vt:lpstr>
      <vt:lpstr>Decorator Design Pattern</vt:lpstr>
      <vt:lpstr>PowerPoint Presentation</vt:lpstr>
      <vt:lpstr>OOP Principals </vt:lpstr>
      <vt:lpstr>How would you model different types of coffee?</vt:lpstr>
      <vt:lpstr>PowerPoint Presentation</vt:lpstr>
      <vt:lpstr>https://hoppersunlimited.com.au/varieties/</vt:lpstr>
      <vt:lpstr>☕ Coffee Shop – Possible Add-ons </vt:lpstr>
      <vt:lpstr>What are the combinations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are the reasons for using the decorator design pattern? </vt:lpstr>
      <vt:lpstr>What is the difference between proxy and decorator design pattern?</vt:lpstr>
      <vt:lpstr>What are the key advantages of using a decorator</vt:lpstr>
      <vt:lpstr>What are the disadvantages associated with this pattern?</vt:lpstr>
      <vt:lpstr>Reflective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13</cp:revision>
  <dcterms:modified xsi:type="dcterms:W3CDTF">2026-08-21T11:59:08Z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0x010100F51A51792A418F4A9A575028F3A039FF</vt:lpwstr>
  </property>
</Properties>
</file>