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27"/>
  </p:notesMasterIdLst>
  <p:sldIdLst>
    <p:sldId id="256" r:id="rId5"/>
    <p:sldId id="281" r:id="rId6"/>
    <p:sldId id="284" r:id="rId7"/>
    <p:sldId id="282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7"/>
    <p:sldId id="269" r:id="rId18"/>
    <p:sldId id="270" r:id="rId19"/>
    <p:sldId id="271" r:id="rId20"/>
    <p:sldId id="272" r:id="rId21"/>
    <p:sldId id="273" r:id="rId22"/>
    <p:sldId id="276" r:id="rId23"/>
    <p:sldId id="279" r:id="rId24"/>
    <p:sldId id="280" r:id="rId25"/>
    <p:sldId id="283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4850B-CCB8-4D0B-B952-24561AABB46B}" v="20" dt="2025-08-04T17:29:47.720"/>
  </p1510:revLst>
</p1510:revInfo>
</file>

<file path=ppt/tableStyles.xml><?xml version="1.0" encoding="utf-8"?>
<a:tblStyleLst xmlns:a="http://schemas.openxmlformats.org/drawingml/2006/main" def="{F54CE190-10E5-4C96-911B-C521327B310B}">
  <a:tblStyle styleId="{F54CE190-10E5-4C96-911B-C521327B31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D54850B-CCB8-4D0B-B952-24561AABB46B}"/>
    <pc:docChg chg="undo custSel addSld delSld modSld">
      <pc:chgData name="Mr. PPG Dinesh Asanka" userId="54a4306b-b9cd-436b-92bf-e616bbdb8176" providerId="ADAL" clId="{7D54850B-CCB8-4D0B-B952-24561AABB46B}" dt="2025-08-04T17:30:11.193" v="152" actId="478"/>
      <pc:docMkLst>
        <pc:docMk/>
      </pc:docMkLst>
      <pc:sldChg chg="del">
        <pc:chgData name="Mr. PPG Dinesh Asanka" userId="54a4306b-b9cd-436b-92bf-e616bbdb8176" providerId="ADAL" clId="{7D54850B-CCB8-4D0B-B952-24561AABB46B}" dt="2025-08-04T16:40:01.723" v="0" actId="47"/>
        <pc:sldMkLst>
          <pc:docMk/>
          <pc:sldMk cId="0" sldId="266"/>
        </pc:sldMkLst>
      </pc:sldChg>
      <pc:sldChg chg="del">
        <pc:chgData name="Mr. PPG Dinesh Asanka" userId="54a4306b-b9cd-436b-92bf-e616bbdb8176" providerId="ADAL" clId="{7D54850B-CCB8-4D0B-B952-24561AABB46B}" dt="2025-08-04T16:40:04.123" v="1" actId="47"/>
        <pc:sldMkLst>
          <pc:docMk/>
          <pc:sldMk cId="0" sldId="267"/>
        </pc:sldMkLst>
      </pc:sldChg>
      <pc:sldChg chg="del">
        <pc:chgData name="Mr. PPG Dinesh Asanka" userId="54a4306b-b9cd-436b-92bf-e616bbdb8176" providerId="ADAL" clId="{7D54850B-CCB8-4D0B-B952-24561AABB46B}" dt="2025-08-04T16:40:20.275" v="2" actId="47"/>
        <pc:sldMkLst>
          <pc:docMk/>
          <pc:sldMk cId="0" sldId="274"/>
        </pc:sldMkLst>
      </pc:sldChg>
      <pc:sldChg chg="del">
        <pc:chgData name="Mr. PPG Dinesh Asanka" userId="54a4306b-b9cd-436b-92bf-e616bbdb8176" providerId="ADAL" clId="{7D54850B-CCB8-4D0B-B952-24561AABB46B}" dt="2025-08-04T16:40:21.340" v="3" actId="47"/>
        <pc:sldMkLst>
          <pc:docMk/>
          <pc:sldMk cId="0" sldId="275"/>
        </pc:sldMkLst>
      </pc:sldChg>
      <pc:sldChg chg="addSp delSp modSp mod">
        <pc:chgData name="Mr. PPG Dinesh Asanka" userId="54a4306b-b9cd-436b-92bf-e616bbdb8176" providerId="ADAL" clId="{7D54850B-CCB8-4D0B-B952-24561AABB46B}" dt="2025-08-04T17:30:11.193" v="152" actId="478"/>
        <pc:sldMkLst>
          <pc:docMk/>
          <pc:sldMk cId="0" sldId="276"/>
        </pc:sldMkLst>
        <pc:spChg chg="add del mod">
          <ac:chgData name="Mr. PPG Dinesh Asanka" userId="54a4306b-b9cd-436b-92bf-e616bbdb8176" providerId="ADAL" clId="{7D54850B-CCB8-4D0B-B952-24561AABB46B}" dt="2025-08-04T17:30:11.193" v="152" actId="478"/>
          <ac:spMkLst>
            <pc:docMk/>
            <pc:sldMk cId="0" sldId="276"/>
            <ac:spMk id="2" creationId="{B9CE8B07-8301-40B6-40F0-93854823C813}"/>
          </ac:spMkLst>
        </pc:spChg>
        <pc:spChg chg="mod">
          <ac:chgData name="Mr. PPG Dinesh Asanka" userId="54a4306b-b9cd-436b-92bf-e616bbdb8176" providerId="ADAL" clId="{7D54850B-CCB8-4D0B-B952-24561AABB46B}" dt="2025-08-04T17:29:23.713" v="143" actId="123"/>
          <ac:spMkLst>
            <pc:docMk/>
            <pc:sldMk cId="0" sldId="276"/>
            <ac:spMk id="215" creationId="{00000000-0000-0000-0000-000000000000}"/>
          </ac:spMkLst>
        </pc:spChg>
      </pc:sldChg>
      <pc:sldChg chg="del">
        <pc:chgData name="Mr. PPG Dinesh Asanka" userId="54a4306b-b9cd-436b-92bf-e616bbdb8176" providerId="ADAL" clId="{7D54850B-CCB8-4D0B-B952-24561AABB46B}" dt="2025-08-04T17:29:09.230" v="140" actId="47"/>
        <pc:sldMkLst>
          <pc:docMk/>
          <pc:sldMk cId="0" sldId="277"/>
        </pc:sldMkLst>
      </pc:sldChg>
      <pc:sldChg chg="del">
        <pc:chgData name="Mr. PPG Dinesh Asanka" userId="54a4306b-b9cd-436b-92bf-e616bbdb8176" providerId="ADAL" clId="{7D54850B-CCB8-4D0B-B952-24561AABB46B}" dt="2025-08-04T17:29:10.490" v="141" actId="47"/>
        <pc:sldMkLst>
          <pc:docMk/>
          <pc:sldMk cId="0" sldId="278"/>
        </pc:sldMkLst>
      </pc:sldChg>
      <pc:sldChg chg="modSp">
        <pc:chgData name="Mr. PPG Dinesh Asanka" userId="54a4306b-b9cd-436b-92bf-e616bbdb8176" providerId="ADAL" clId="{7D54850B-CCB8-4D0B-B952-24561AABB46B}" dt="2025-08-04T16:43:55.883" v="105" actId="123"/>
        <pc:sldMkLst>
          <pc:docMk/>
          <pc:sldMk cId="0" sldId="280"/>
        </pc:sldMkLst>
        <pc:graphicFrameChg chg="mod">
          <ac:chgData name="Mr. PPG Dinesh Asanka" userId="54a4306b-b9cd-436b-92bf-e616bbdb8176" providerId="ADAL" clId="{7D54850B-CCB8-4D0B-B952-24561AABB46B}" dt="2025-08-04T16:43:55.883" v="105" actId="123"/>
          <ac:graphicFrameMkLst>
            <pc:docMk/>
            <pc:sldMk cId="0" sldId="280"/>
            <ac:graphicFrameMk id="250" creationId="{CA2848F8-8C4E-6140-CF2E-651BB35B6484}"/>
          </ac:graphicFrameMkLst>
        </pc:graphicFrameChg>
      </pc:sldChg>
      <pc:sldChg chg="addSp modSp mod setBg modClrScheme chgLayout">
        <pc:chgData name="Mr. PPG Dinesh Asanka" userId="54a4306b-b9cd-436b-92bf-e616bbdb8176" providerId="ADAL" clId="{7D54850B-CCB8-4D0B-B952-24561AABB46B}" dt="2025-08-04T17:17:18.531" v="132" actId="14100"/>
        <pc:sldMkLst>
          <pc:docMk/>
          <pc:sldMk cId="211500075" sldId="282"/>
        </pc:sldMkLst>
        <pc:spChg chg="mod">
          <ac:chgData name="Mr. PPG Dinesh Asanka" userId="54a4306b-b9cd-436b-92bf-e616bbdb8176" providerId="ADAL" clId="{7D54850B-CCB8-4D0B-B952-24561AABB46B}" dt="2025-08-04T17:17:12.285" v="130" actId="26606"/>
          <ac:spMkLst>
            <pc:docMk/>
            <pc:sldMk cId="211500075" sldId="282"/>
            <ac:spMk id="2" creationId="{610E6E78-35FF-297D-7BB5-10ECCD281508}"/>
          </ac:spMkLst>
        </pc:spChg>
        <pc:spChg chg="mod ord">
          <ac:chgData name="Mr. PPG Dinesh Asanka" userId="54a4306b-b9cd-436b-92bf-e616bbdb8176" providerId="ADAL" clId="{7D54850B-CCB8-4D0B-B952-24561AABB46B}" dt="2025-08-04T17:17:18.531" v="132" actId="14100"/>
          <ac:spMkLst>
            <pc:docMk/>
            <pc:sldMk cId="211500075" sldId="282"/>
            <ac:spMk id="3" creationId="{C7255153-2369-27C0-06C1-629C5A63B427}"/>
          </ac:spMkLst>
        </pc:spChg>
        <pc:spChg chg="mod">
          <ac:chgData name="Mr. PPG Dinesh Asanka" userId="54a4306b-b9cd-436b-92bf-e616bbdb8176" providerId="ADAL" clId="{7D54850B-CCB8-4D0B-B952-24561AABB46B}" dt="2025-08-04T17:17:12.285" v="130" actId="26606"/>
          <ac:spMkLst>
            <pc:docMk/>
            <pc:sldMk cId="211500075" sldId="282"/>
            <ac:spMk id="4" creationId="{59352ED6-0AAF-4529-0EEB-D5D88DF58430}"/>
          </ac:spMkLst>
        </pc:spChg>
        <pc:picChg chg="add mod">
          <ac:chgData name="Mr. PPG Dinesh Asanka" userId="54a4306b-b9cd-436b-92bf-e616bbdb8176" providerId="ADAL" clId="{7D54850B-CCB8-4D0B-B952-24561AABB46B}" dt="2025-08-04T17:17:12.285" v="130" actId="26606"/>
          <ac:picMkLst>
            <pc:docMk/>
            <pc:sldMk cId="211500075" sldId="282"/>
            <ac:picMk id="1026" creationId="{6BD6DB6E-B2E8-3989-34FA-63E23B95CF97}"/>
          </ac:picMkLst>
        </pc:picChg>
      </pc:sldChg>
      <pc:sldChg chg="modSp new mod">
        <pc:chgData name="Mr. PPG Dinesh Asanka" userId="54a4306b-b9cd-436b-92bf-e616bbdb8176" providerId="ADAL" clId="{7D54850B-CCB8-4D0B-B952-24561AABB46B}" dt="2025-08-04T16:42:57.244" v="92" actId="1076"/>
        <pc:sldMkLst>
          <pc:docMk/>
          <pc:sldMk cId="1009450514" sldId="283"/>
        </pc:sldMkLst>
        <pc:spChg chg="mod">
          <ac:chgData name="Mr. PPG Dinesh Asanka" userId="54a4306b-b9cd-436b-92bf-e616bbdb8176" providerId="ADAL" clId="{7D54850B-CCB8-4D0B-B952-24561AABB46B}" dt="2025-08-04T16:42:57.244" v="92" actId="1076"/>
          <ac:spMkLst>
            <pc:docMk/>
            <pc:sldMk cId="1009450514" sldId="283"/>
            <ac:spMk id="2" creationId="{887655F4-AD1A-F7DE-E7BA-8611A258839A}"/>
          </ac:spMkLst>
        </pc:spChg>
      </pc:sldChg>
      <pc:sldChg chg="addSp delSp modSp new mod modClrScheme chgLayout">
        <pc:chgData name="Mr. PPG Dinesh Asanka" userId="54a4306b-b9cd-436b-92bf-e616bbdb8176" providerId="ADAL" clId="{7D54850B-CCB8-4D0B-B952-24561AABB46B}" dt="2025-08-04T17:18:54.274" v="139" actId="108"/>
        <pc:sldMkLst>
          <pc:docMk/>
          <pc:sldMk cId="1713268560" sldId="284"/>
        </pc:sldMkLst>
        <pc:spChg chg="mod">
          <ac:chgData name="Mr. PPG Dinesh Asanka" userId="54a4306b-b9cd-436b-92bf-e616bbdb8176" providerId="ADAL" clId="{7D54850B-CCB8-4D0B-B952-24561AABB46B}" dt="2025-08-04T17:18:21.774" v="136" actId="26606"/>
          <ac:spMkLst>
            <pc:docMk/>
            <pc:sldMk cId="1713268560" sldId="284"/>
            <ac:spMk id="2" creationId="{EE682A4E-8897-82B9-FA0E-012912620465}"/>
          </ac:spMkLst>
        </pc:spChg>
        <pc:spChg chg="del mod">
          <ac:chgData name="Mr. PPG Dinesh Asanka" userId="54a4306b-b9cd-436b-92bf-e616bbdb8176" providerId="ADAL" clId="{7D54850B-CCB8-4D0B-B952-24561AABB46B}" dt="2025-08-04T17:18:21.774" v="136" actId="26606"/>
          <ac:spMkLst>
            <pc:docMk/>
            <pc:sldMk cId="1713268560" sldId="284"/>
            <ac:spMk id="3" creationId="{D4EF42DF-E42D-4E3C-1418-A8DC976B0881}"/>
          </ac:spMkLst>
        </pc:spChg>
        <pc:spChg chg="mod">
          <ac:chgData name="Mr. PPG Dinesh Asanka" userId="54a4306b-b9cd-436b-92bf-e616bbdb8176" providerId="ADAL" clId="{7D54850B-CCB8-4D0B-B952-24561AABB46B}" dt="2025-08-04T17:18:21.774" v="136" actId="26606"/>
          <ac:spMkLst>
            <pc:docMk/>
            <pc:sldMk cId="1713268560" sldId="284"/>
            <ac:spMk id="4" creationId="{73864796-0DF2-90C5-D692-09708B8BED8C}"/>
          </ac:spMkLst>
        </pc:spChg>
        <pc:graphicFrameChg chg="add mod">
          <ac:chgData name="Mr. PPG Dinesh Asanka" userId="54a4306b-b9cd-436b-92bf-e616bbdb8176" providerId="ADAL" clId="{7D54850B-CCB8-4D0B-B952-24561AABB46B}" dt="2025-08-04T17:18:54.274" v="139" actId="108"/>
          <ac:graphicFrameMkLst>
            <pc:docMk/>
            <pc:sldMk cId="1713268560" sldId="284"/>
            <ac:graphicFrameMk id="6" creationId="{AE7FEE9A-87EB-B8A1-DEC3-558D41E2348A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image" Target="../media/image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image" Target="../media/image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BC285D-7C90-45EC-919F-95B8ED8A0C28}" type="doc">
      <dgm:prSet loTypeId="urn:microsoft.com/office/officeart/2008/layout/PictureAccent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0B67E32-E6BD-4983-9653-5C720FF5C9AC}">
      <dgm:prSet phldrT="[Text]" custT="1"/>
      <dgm:spPr/>
      <dgm:t>
        <a:bodyPr/>
        <a:lstStyle/>
        <a:p>
          <a:r>
            <a:rPr lang="en-US" sz="2000" b="1" kern="1200" dirty="0">
              <a:latin typeface="Arial"/>
              <a:ea typeface="+mn-ea"/>
              <a:cs typeface="+mn-cs"/>
            </a:rPr>
            <a:t>Creational</a:t>
          </a:r>
          <a:r>
            <a:rPr lang="en-US" sz="2000" b="1" kern="1200" dirty="0"/>
            <a:t> (5)</a:t>
          </a:r>
        </a:p>
      </dgm:t>
    </dgm:pt>
    <dgm:pt modelId="{B68382FD-FCD8-48AC-880B-F2BD8AC3B529}" type="parTrans" cxnId="{22882534-2790-41E0-92AE-8362E66D5214}">
      <dgm:prSet/>
      <dgm:spPr/>
      <dgm:t>
        <a:bodyPr/>
        <a:lstStyle/>
        <a:p>
          <a:endParaRPr lang="en-US"/>
        </a:p>
      </dgm:t>
    </dgm:pt>
    <dgm:pt modelId="{33370808-742A-410A-9059-EEB54400542E}" type="sibTrans" cxnId="{22882534-2790-41E0-92AE-8362E66D5214}">
      <dgm:prSet/>
      <dgm:spPr/>
      <dgm:t>
        <a:bodyPr/>
        <a:lstStyle/>
        <a:p>
          <a:endParaRPr lang="en-US"/>
        </a:p>
      </dgm:t>
    </dgm:pt>
    <dgm:pt modelId="{1CC591C8-C948-45EE-867F-895B7CBBB002}">
      <dgm:prSet phldrT="[Text]"/>
      <dgm:spPr/>
      <dgm:t>
        <a:bodyPr/>
        <a:lstStyle/>
        <a:p>
          <a:pPr>
            <a:buNone/>
          </a:pPr>
          <a:r>
            <a:rPr lang="en-US" dirty="0"/>
            <a:t>Factory</a:t>
          </a:r>
        </a:p>
      </dgm:t>
    </dgm:pt>
    <dgm:pt modelId="{7FE73F14-D9A5-4858-A7DF-D2C46AFBF238}" type="parTrans" cxnId="{A4DEB4F5-060F-416B-978E-D01D324F86C3}">
      <dgm:prSet/>
      <dgm:spPr/>
      <dgm:t>
        <a:bodyPr/>
        <a:lstStyle/>
        <a:p>
          <a:endParaRPr lang="en-US"/>
        </a:p>
      </dgm:t>
    </dgm:pt>
    <dgm:pt modelId="{EA925A09-6AA5-4185-9E26-54802AAEBCC0}" type="sibTrans" cxnId="{A4DEB4F5-060F-416B-978E-D01D324F86C3}">
      <dgm:prSet/>
      <dgm:spPr/>
      <dgm:t>
        <a:bodyPr/>
        <a:lstStyle/>
        <a:p>
          <a:endParaRPr lang="en-US"/>
        </a:p>
      </dgm:t>
    </dgm:pt>
    <dgm:pt modelId="{DDBB3C66-D5E4-4FC0-91BC-C61300BC37FA}">
      <dgm:prSet phldrT="[Text]"/>
      <dgm:spPr/>
      <dgm:t>
        <a:bodyPr/>
        <a:lstStyle/>
        <a:p>
          <a:r>
            <a:rPr lang="en-US" b="1" dirty="0"/>
            <a:t>Structural (7)</a:t>
          </a:r>
          <a:endParaRPr lang="en-US" dirty="0"/>
        </a:p>
      </dgm:t>
    </dgm:pt>
    <dgm:pt modelId="{8048B7FF-CAC6-410A-B397-445FF483B94B}" type="parTrans" cxnId="{1657EFE0-2A26-4DE8-9B3D-CAD70A5B058F}">
      <dgm:prSet/>
      <dgm:spPr/>
      <dgm:t>
        <a:bodyPr/>
        <a:lstStyle/>
        <a:p>
          <a:endParaRPr lang="en-US"/>
        </a:p>
      </dgm:t>
    </dgm:pt>
    <dgm:pt modelId="{D41F61FF-4452-4981-9F84-CF1EDCB01EE5}" type="sibTrans" cxnId="{1657EFE0-2A26-4DE8-9B3D-CAD70A5B058F}">
      <dgm:prSet/>
      <dgm:spPr/>
      <dgm:t>
        <a:bodyPr/>
        <a:lstStyle/>
        <a:p>
          <a:endParaRPr lang="en-US"/>
        </a:p>
      </dgm:t>
    </dgm:pt>
    <dgm:pt modelId="{2B657BF5-4A26-4CD9-B902-E0676D265266}">
      <dgm:prSet phldrT="[Text]"/>
      <dgm:spPr/>
      <dgm:t>
        <a:bodyPr/>
        <a:lstStyle/>
        <a:p>
          <a:pPr>
            <a:buNone/>
          </a:pPr>
          <a:r>
            <a:rPr lang="en-US" dirty="0"/>
            <a:t>Adapter</a:t>
          </a:r>
        </a:p>
      </dgm:t>
    </dgm:pt>
    <dgm:pt modelId="{AD2F32A6-90CE-40CD-8475-A244527A9B19}" type="parTrans" cxnId="{169A3ED5-5052-43A0-82D4-8E4B3A319F13}">
      <dgm:prSet/>
      <dgm:spPr/>
      <dgm:t>
        <a:bodyPr/>
        <a:lstStyle/>
        <a:p>
          <a:endParaRPr lang="en-US"/>
        </a:p>
      </dgm:t>
    </dgm:pt>
    <dgm:pt modelId="{DDB011C5-727F-4AA9-8D3F-4766D235E191}" type="sibTrans" cxnId="{169A3ED5-5052-43A0-82D4-8E4B3A319F13}">
      <dgm:prSet/>
      <dgm:spPr/>
      <dgm:t>
        <a:bodyPr/>
        <a:lstStyle/>
        <a:p>
          <a:endParaRPr lang="en-US"/>
        </a:p>
      </dgm:t>
    </dgm:pt>
    <dgm:pt modelId="{435E0EAF-C8D9-4EA8-BA75-E6227BC64A76}">
      <dgm:prSet phldrT="[Text]"/>
      <dgm:spPr/>
      <dgm:t>
        <a:bodyPr/>
        <a:lstStyle/>
        <a:p>
          <a:r>
            <a:rPr lang="en-US" b="1" dirty="0"/>
            <a:t>Behavioral (11)</a:t>
          </a:r>
          <a:endParaRPr lang="en-US" dirty="0"/>
        </a:p>
      </dgm:t>
    </dgm:pt>
    <dgm:pt modelId="{D12C3D16-34C0-4F23-9339-C8E1307B2628}" type="parTrans" cxnId="{8B733144-9B60-4310-A6E8-4DBA91DF05EF}">
      <dgm:prSet/>
      <dgm:spPr/>
      <dgm:t>
        <a:bodyPr/>
        <a:lstStyle/>
        <a:p>
          <a:endParaRPr lang="en-US"/>
        </a:p>
      </dgm:t>
    </dgm:pt>
    <dgm:pt modelId="{5A3E3F88-25FD-4B91-9416-5FFE41347D4C}" type="sibTrans" cxnId="{8B733144-9B60-4310-A6E8-4DBA91DF05EF}">
      <dgm:prSet/>
      <dgm:spPr/>
      <dgm:t>
        <a:bodyPr/>
        <a:lstStyle/>
        <a:p>
          <a:endParaRPr lang="en-US"/>
        </a:p>
      </dgm:t>
    </dgm:pt>
    <dgm:pt modelId="{518A4EE0-101F-44E6-991F-C21F5D23D07B}">
      <dgm:prSet phldrT="[Text]"/>
      <dgm:spPr/>
      <dgm:t>
        <a:bodyPr/>
        <a:lstStyle/>
        <a:p>
          <a:pPr>
            <a:buNone/>
          </a:pPr>
          <a:r>
            <a:rPr lang="en-US" dirty="0"/>
            <a:t>Chain Of Responsibility</a:t>
          </a:r>
        </a:p>
      </dgm:t>
    </dgm:pt>
    <dgm:pt modelId="{B568E182-4317-46C3-AF4D-3D1F55BAA12A}" type="parTrans" cxnId="{E12F90BE-AFA1-4A6D-BE07-03C33995C4DF}">
      <dgm:prSet/>
      <dgm:spPr/>
      <dgm:t>
        <a:bodyPr/>
        <a:lstStyle/>
        <a:p>
          <a:endParaRPr lang="en-US"/>
        </a:p>
      </dgm:t>
    </dgm:pt>
    <dgm:pt modelId="{70FD0B30-9EA2-4660-B21E-A06A2E6E4FA8}" type="sibTrans" cxnId="{E12F90BE-AFA1-4A6D-BE07-03C33995C4DF}">
      <dgm:prSet/>
      <dgm:spPr/>
      <dgm:t>
        <a:bodyPr/>
        <a:lstStyle/>
        <a:p>
          <a:endParaRPr lang="en-US"/>
        </a:p>
      </dgm:t>
    </dgm:pt>
    <dgm:pt modelId="{9FC16266-A3AA-4006-AC28-6A1678432771}">
      <dgm:prSet/>
      <dgm:spPr/>
      <dgm:t>
        <a:bodyPr/>
        <a:lstStyle/>
        <a:p>
          <a:pPr>
            <a:buNone/>
          </a:pPr>
          <a:r>
            <a:rPr lang="en-US"/>
            <a:t>Abstract Factory</a:t>
          </a:r>
        </a:p>
      </dgm:t>
    </dgm:pt>
    <dgm:pt modelId="{BE0196EE-5E3E-401E-BACB-F03B93060EC4}" type="parTrans" cxnId="{E2966B05-27BF-4A87-83D2-96954AC255DD}">
      <dgm:prSet/>
      <dgm:spPr/>
      <dgm:t>
        <a:bodyPr/>
        <a:lstStyle/>
        <a:p>
          <a:endParaRPr lang="en-US"/>
        </a:p>
      </dgm:t>
    </dgm:pt>
    <dgm:pt modelId="{001EA975-2D26-444D-AE7E-AABAB071BCDE}" type="sibTrans" cxnId="{E2966B05-27BF-4A87-83D2-96954AC255DD}">
      <dgm:prSet/>
      <dgm:spPr/>
      <dgm:t>
        <a:bodyPr/>
        <a:lstStyle/>
        <a:p>
          <a:endParaRPr lang="en-US"/>
        </a:p>
      </dgm:t>
    </dgm:pt>
    <dgm:pt modelId="{F9DF6F99-84D7-480E-8CB8-F8A20F1E0D1F}">
      <dgm:prSet/>
      <dgm:spPr/>
      <dgm:t>
        <a:bodyPr/>
        <a:lstStyle/>
        <a:p>
          <a:pPr>
            <a:buNone/>
          </a:pPr>
          <a:r>
            <a:rPr lang="en-US"/>
            <a:t>Singleton</a:t>
          </a:r>
        </a:p>
      </dgm:t>
    </dgm:pt>
    <dgm:pt modelId="{7ECA580C-D664-4A37-8F26-24C5067218E0}" type="parTrans" cxnId="{20F134B8-79FB-4B23-9BD4-9B63BE13AF7F}">
      <dgm:prSet/>
      <dgm:spPr/>
      <dgm:t>
        <a:bodyPr/>
        <a:lstStyle/>
        <a:p>
          <a:endParaRPr lang="en-US"/>
        </a:p>
      </dgm:t>
    </dgm:pt>
    <dgm:pt modelId="{6D7AEB61-BADC-4244-B351-402FCB861B47}" type="sibTrans" cxnId="{20F134B8-79FB-4B23-9BD4-9B63BE13AF7F}">
      <dgm:prSet/>
      <dgm:spPr/>
      <dgm:t>
        <a:bodyPr/>
        <a:lstStyle/>
        <a:p>
          <a:endParaRPr lang="en-US"/>
        </a:p>
      </dgm:t>
    </dgm:pt>
    <dgm:pt modelId="{DC603C3D-2F0D-4E4A-BECB-D8F7204D360E}">
      <dgm:prSet/>
      <dgm:spPr/>
      <dgm:t>
        <a:bodyPr/>
        <a:lstStyle/>
        <a:p>
          <a:pPr>
            <a:buNone/>
          </a:pPr>
          <a:r>
            <a:rPr lang="en-US" dirty="0"/>
            <a:t>Prototype</a:t>
          </a:r>
        </a:p>
      </dgm:t>
    </dgm:pt>
    <dgm:pt modelId="{A4A24C9D-E7A5-4F26-8673-CBE836464CE3}" type="parTrans" cxnId="{32918213-176B-48F2-8652-A011D7D5FAB5}">
      <dgm:prSet/>
      <dgm:spPr/>
      <dgm:t>
        <a:bodyPr/>
        <a:lstStyle/>
        <a:p>
          <a:endParaRPr lang="en-US"/>
        </a:p>
      </dgm:t>
    </dgm:pt>
    <dgm:pt modelId="{90C20434-8BE4-4795-B82E-AB3BDCCB4AF2}" type="sibTrans" cxnId="{32918213-176B-48F2-8652-A011D7D5FAB5}">
      <dgm:prSet/>
      <dgm:spPr/>
      <dgm:t>
        <a:bodyPr/>
        <a:lstStyle/>
        <a:p>
          <a:endParaRPr lang="en-US"/>
        </a:p>
      </dgm:t>
    </dgm:pt>
    <dgm:pt modelId="{C3605881-D93E-4CFF-B6EA-86A7364DB81C}">
      <dgm:prSet/>
      <dgm:spPr/>
      <dgm:t>
        <a:bodyPr/>
        <a:lstStyle/>
        <a:p>
          <a:pPr>
            <a:buNone/>
          </a:pPr>
          <a:r>
            <a:rPr lang="en-US" dirty="0"/>
            <a:t>Builder</a:t>
          </a:r>
        </a:p>
      </dgm:t>
    </dgm:pt>
    <dgm:pt modelId="{695E3AF8-0E64-43A8-8D8A-97F41BA6ACA8}" type="parTrans" cxnId="{A250B4AE-6502-4D80-8F80-C7F726E0C869}">
      <dgm:prSet/>
      <dgm:spPr/>
      <dgm:t>
        <a:bodyPr/>
        <a:lstStyle/>
        <a:p>
          <a:endParaRPr lang="en-US"/>
        </a:p>
      </dgm:t>
    </dgm:pt>
    <dgm:pt modelId="{E77B7C0D-D5EE-4956-8154-486FD6109B6F}" type="sibTrans" cxnId="{A250B4AE-6502-4D80-8F80-C7F726E0C869}">
      <dgm:prSet/>
      <dgm:spPr/>
      <dgm:t>
        <a:bodyPr/>
        <a:lstStyle/>
        <a:p>
          <a:endParaRPr lang="en-US"/>
        </a:p>
      </dgm:t>
    </dgm:pt>
    <dgm:pt modelId="{82F0C38A-EC2F-4D67-BAAD-D7B855C1D441}">
      <dgm:prSet/>
      <dgm:spPr/>
      <dgm:t>
        <a:bodyPr/>
        <a:lstStyle/>
        <a:p>
          <a:pPr>
            <a:buNone/>
          </a:pPr>
          <a:r>
            <a:rPr lang="en-US"/>
            <a:t>Bridge</a:t>
          </a:r>
        </a:p>
      </dgm:t>
    </dgm:pt>
    <dgm:pt modelId="{00F2F01F-1A72-4E07-AB55-DE41748EBCAD}" type="parTrans" cxnId="{53654585-08E8-415C-B5F4-9463E6D6E423}">
      <dgm:prSet/>
      <dgm:spPr/>
      <dgm:t>
        <a:bodyPr/>
        <a:lstStyle/>
        <a:p>
          <a:endParaRPr lang="en-US"/>
        </a:p>
      </dgm:t>
    </dgm:pt>
    <dgm:pt modelId="{22ED902E-568C-480E-97DE-B5056D89D754}" type="sibTrans" cxnId="{53654585-08E8-415C-B5F4-9463E6D6E423}">
      <dgm:prSet/>
      <dgm:spPr/>
      <dgm:t>
        <a:bodyPr/>
        <a:lstStyle/>
        <a:p>
          <a:endParaRPr lang="en-US"/>
        </a:p>
      </dgm:t>
    </dgm:pt>
    <dgm:pt modelId="{D7C1C573-0399-4C46-8690-32E6A99B632E}">
      <dgm:prSet/>
      <dgm:spPr/>
      <dgm:t>
        <a:bodyPr/>
        <a:lstStyle/>
        <a:p>
          <a:pPr>
            <a:buNone/>
          </a:pPr>
          <a:r>
            <a:rPr lang="en-US"/>
            <a:t>Composite</a:t>
          </a:r>
        </a:p>
      </dgm:t>
    </dgm:pt>
    <dgm:pt modelId="{6E530B3A-ACE0-416E-AA20-30F27882CC42}" type="parTrans" cxnId="{D401D52F-C216-49A6-9405-379948C0B45A}">
      <dgm:prSet/>
      <dgm:spPr/>
      <dgm:t>
        <a:bodyPr/>
        <a:lstStyle/>
        <a:p>
          <a:endParaRPr lang="en-US"/>
        </a:p>
      </dgm:t>
    </dgm:pt>
    <dgm:pt modelId="{E8C01554-DC97-4C53-8844-2AE1D6F51951}" type="sibTrans" cxnId="{D401D52F-C216-49A6-9405-379948C0B45A}">
      <dgm:prSet/>
      <dgm:spPr/>
      <dgm:t>
        <a:bodyPr/>
        <a:lstStyle/>
        <a:p>
          <a:endParaRPr lang="en-US"/>
        </a:p>
      </dgm:t>
    </dgm:pt>
    <dgm:pt modelId="{669F23B4-CCA2-4C27-8EEE-FC2C05F7097F}">
      <dgm:prSet/>
      <dgm:spPr/>
      <dgm:t>
        <a:bodyPr/>
        <a:lstStyle/>
        <a:p>
          <a:pPr>
            <a:buNone/>
          </a:pPr>
          <a:r>
            <a:rPr lang="en-US"/>
            <a:t>Decorator</a:t>
          </a:r>
        </a:p>
      </dgm:t>
    </dgm:pt>
    <dgm:pt modelId="{F27C7280-C792-45B5-9626-8EDE9A29266E}" type="parTrans" cxnId="{2698E440-9C8F-4E10-B56C-985CA50D7DFB}">
      <dgm:prSet/>
      <dgm:spPr/>
      <dgm:t>
        <a:bodyPr/>
        <a:lstStyle/>
        <a:p>
          <a:endParaRPr lang="en-US"/>
        </a:p>
      </dgm:t>
    </dgm:pt>
    <dgm:pt modelId="{034E4DD3-30AB-40C4-94D6-70CBB0E3CF50}" type="sibTrans" cxnId="{2698E440-9C8F-4E10-B56C-985CA50D7DFB}">
      <dgm:prSet/>
      <dgm:spPr/>
      <dgm:t>
        <a:bodyPr/>
        <a:lstStyle/>
        <a:p>
          <a:endParaRPr lang="en-US"/>
        </a:p>
      </dgm:t>
    </dgm:pt>
    <dgm:pt modelId="{39EBDA15-7A47-4D7F-A097-53C6F6520B13}">
      <dgm:prSet/>
      <dgm:spPr/>
      <dgm:t>
        <a:bodyPr/>
        <a:lstStyle/>
        <a:p>
          <a:pPr>
            <a:buNone/>
          </a:pPr>
          <a:r>
            <a:rPr lang="en-US"/>
            <a:t>Facade</a:t>
          </a:r>
        </a:p>
      </dgm:t>
    </dgm:pt>
    <dgm:pt modelId="{ED526A3E-13D2-4E98-A1EA-CD84CF223654}" type="parTrans" cxnId="{D28356E7-51DE-434D-9B0A-BE4CBF744C61}">
      <dgm:prSet/>
      <dgm:spPr/>
      <dgm:t>
        <a:bodyPr/>
        <a:lstStyle/>
        <a:p>
          <a:endParaRPr lang="en-US"/>
        </a:p>
      </dgm:t>
    </dgm:pt>
    <dgm:pt modelId="{ADBFF251-E5A0-4A50-A13D-A09C1A8F04A8}" type="sibTrans" cxnId="{D28356E7-51DE-434D-9B0A-BE4CBF744C61}">
      <dgm:prSet/>
      <dgm:spPr/>
      <dgm:t>
        <a:bodyPr/>
        <a:lstStyle/>
        <a:p>
          <a:endParaRPr lang="en-US"/>
        </a:p>
      </dgm:t>
    </dgm:pt>
    <dgm:pt modelId="{CCB4E9EE-D863-4BEF-96B5-C77840A3901D}">
      <dgm:prSet/>
      <dgm:spPr/>
      <dgm:t>
        <a:bodyPr/>
        <a:lstStyle/>
        <a:p>
          <a:pPr>
            <a:buNone/>
          </a:pPr>
          <a:r>
            <a:rPr lang="en-US" dirty="0"/>
            <a:t>Flyweight</a:t>
          </a:r>
        </a:p>
      </dgm:t>
    </dgm:pt>
    <dgm:pt modelId="{E81EF071-A62B-45B8-A526-9A81C705C004}" type="parTrans" cxnId="{1D0D69ED-9C69-4094-A47F-60C8E957D94E}">
      <dgm:prSet/>
      <dgm:spPr/>
      <dgm:t>
        <a:bodyPr/>
        <a:lstStyle/>
        <a:p>
          <a:endParaRPr lang="en-US"/>
        </a:p>
      </dgm:t>
    </dgm:pt>
    <dgm:pt modelId="{50C2F9F6-6754-4BF6-B967-350B36808AB7}" type="sibTrans" cxnId="{1D0D69ED-9C69-4094-A47F-60C8E957D94E}">
      <dgm:prSet/>
      <dgm:spPr/>
      <dgm:t>
        <a:bodyPr/>
        <a:lstStyle/>
        <a:p>
          <a:endParaRPr lang="en-US"/>
        </a:p>
      </dgm:t>
    </dgm:pt>
    <dgm:pt modelId="{265774D4-7499-4C9D-9005-739A780AACC3}">
      <dgm:prSet/>
      <dgm:spPr/>
      <dgm:t>
        <a:bodyPr/>
        <a:lstStyle/>
        <a:p>
          <a:pPr>
            <a:buNone/>
          </a:pPr>
          <a:r>
            <a:rPr lang="en-US" dirty="0"/>
            <a:t>Proxy</a:t>
          </a:r>
        </a:p>
      </dgm:t>
    </dgm:pt>
    <dgm:pt modelId="{28629E04-4ADE-41D8-B8A0-5BFD1F389EDA}" type="parTrans" cxnId="{3F96FEF8-EAF1-4DA7-9FCE-3CBFAB435ED3}">
      <dgm:prSet/>
      <dgm:spPr/>
      <dgm:t>
        <a:bodyPr/>
        <a:lstStyle/>
        <a:p>
          <a:endParaRPr lang="en-US"/>
        </a:p>
      </dgm:t>
    </dgm:pt>
    <dgm:pt modelId="{74356159-1D49-4FA0-AE20-7905C1C0D525}" type="sibTrans" cxnId="{3F96FEF8-EAF1-4DA7-9FCE-3CBFAB435ED3}">
      <dgm:prSet/>
      <dgm:spPr/>
      <dgm:t>
        <a:bodyPr/>
        <a:lstStyle/>
        <a:p>
          <a:endParaRPr lang="en-US"/>
        </a:p>
      </dgm:t>
    </dgm:pt>
    <dgm:pt modelId="{CA16B275-0732-4E58-9C3E-37EFEA069689}">
      <dgm:prSet/>
      <dgm:spPr/>
      <dgm:t>
        <a:bodyPr/>
        <a:lstStyle/>
        <a:p>
          <a:pPr>
            <a:buNone/>
          </a:pPr>
          <a:r>
            <a:rPr lang="en-US"/>
            <a:t>Command</a:t>
          </a:r>
        </a:p>
      </dgm:t>
    </dgm:pt>
    <dgm:pt modelId="{91BB24FE-87C5-4A31-A391-57EC41F3BFA6}" type="parTrans" cxnId="{497ECE6E-3D27-4DB1-B1F4-D8A32A0303AF}">
      <dgm:prSet/>
      <dgm:spPr/>
      <dgm:t>
        <a:bodyPr/>
        <a:lstStyle/>
        <a:p>
          <a:endParaRPr lang="en-US"/>
        </a:p>
      </dgm:t>
    </dgm:pt>
    <dgm:pt modelId="{2E16D0E8-C933-4ABC-B6A3-4344EB32779D}" type="sibTrans" cxnId="{497ECE6E-3D27-4DB1-B1F4-D8A32A0303AF}">
      <dgm:prSet/>
      <dgm:spPr/>
      <dgm:t>
        <a:bodyPr/>
        <a:lstStyle/>
        <a:p>
          <a:endParaRPr lang="en-US"/>
        </a:p>
      </dgm:t>
    </dgm:pt>
    <dgm:pt modelId="{6A3372AB-A568-4FFF-85D4-80965BB08930}">
      <dgm:prSet/>
      <dgm:spPr/>
      <dgm:t>
        <a:bodyPr/>
        <a:lstStyle/>
        <a:p>
          <a:pPr>
            <a:buNone/>
          </a:pPr>
          <a:r>
            <a:rPr lang="en-US"/>
            <a:t>Interpreter</a:t>
          </a:r>
        </a:p>
      </dgm:t>
    </dgm:pt>
    <dgm:pt modelId="{356DE15D-824B-4508-87F3-8EB280FFC20E}" type="parTrans" cxnId="{59774101-5E7B-4D97-9864-A549CE9EFF86}">
      <dgm:prSet/>
      <dgm:spPr/>
      <dgm:t>
        <a:bodyPr/>
        <a:lstStyle/>
        <a:p>
          <a:endParaRPr lang="en-US"/>
        </a:p>
      </dgm:t>
    </dgm:pt>
    <dgm:pt modelId="{86099820-350A-420C-9846-547691F1F63C}" type="sibTrans" cxnId="{59774101-5E7B-4D97-9864-A549CE9EFF86}">
      <dgm:prSet/>
      <dgm:spPr/>
      <dgm:t>
        <a:bodyPr/>
        <a:lstStyle/>
        <a:p>
          <a:endParaRPr lang="en-US"/>
        </a:p>
      </dgm:t>
    </dgm:pt>
    <dgm:pt modelId="{EEFF46E0-E6FA-4831-B1DC-00C8E406704C}">
      <dgm:prSet/>
      <dgm:spPr/>
      <dgm:t>
        <a:bodyPr/>
        <a:lstStyle/>
        <a:p>
          <a:pPr>
            <a:buNone/>
          </a:pPr>
          <a:r>
            <a:rPr lang="en-US"/>
            <a:t>Iterator</a:t>
          </a:r>
        </a:p>
      </dgm:t>
    </dgm:pt>
    <dgm:pt modelId="{3F890DFC-F025-464B-9D0C-83A15CAC76EA}" type="parTrans" cxnId="{C9746F6D-E43C-410D-91F8-166640A76F4A}">
      <dgm:prSet/>
      <dgm:spPr/>
      <dgm:t>
        <a:bodyPr/>
        <a:lstStyle/>
        <a:p>
          <a:endParaRPr lang="en-US"/>
        </a:p>
      </dgm:t>
    </dgm:pt>
    <dgm:pt modelId="{D1615101-46C0-4E6D-AC10-A0234D60888A}" type="sibTrans" cxnId="{C9746F6D-E43C-410D-91F8-166640A76F4A}">
      <dgm:prSet/>
      <dgm:spPr/>
      <dgm:t>
        <a:bodyPr/>
        <a:lstStyle/>
        <a:p>
          <a:endParaRPr lang="en-US"/>
        </a:p>
      </dgm:t>
    </dgm:pt>
    <dgm:pt modelId="{87A40218-308D-4A3F-A3A0-CF713ABC4BE8}">
      <dgm:prSet/>
      <dgm:spPr/>
      <dgm:t>
        <a:bodyPr/>
        <a:lstStyle/>
        <a:p>
          <a:pPr>
            <a:buNone/>
          </a:pPr>
          <a:r>
            <a:rPr lang="en-US"/>
            <a:t>Mediator</a:t>
          </a:r>
        </a:p>
      </dgm:t>
    </dgm:pt>
    <dgm:pt modelId="{C389F307-C7A2-4520-940A-00B70F6D1095}" type="parTrans" cxnId="{B575A5DD-C864-4072-93ED-A77128400134}">
      <dgm:prSet/>
      <dgm:spPr/>
      <dgm:t>
        <a:bodyPr/>
        <a:lstStyle/>
        <a:p>
          <a:endParaRPr lang="en-US"/>
        </a:p>
      </dgm:t>
    </dgm:pt>
    <dgm:pt modelId="{5FBFB786-19B1-4D40-8FF0-29103C6AE401}" type="sibTrans" cxnId="{B575A5DD-C864-4072-93ED-A77128400134}">
      <dgm:prSet/>
      <dgm:spPr/>
      <dgm:t>
        <a:bodyPr/>
        <a:lstStyle/>
        <a:p>
          <a:endParaRPr lang="en-US"/>
        </a:p>
      </dgm:t>
    </dgm:pt>
    <dgm:pt modelId="{C7F4C38C-8F7E-47EC-8029-CF9E9C4C6B48}">
      <dgm:prSet/>
      <dgm:spPr/>
      <dgm:t>
        <a:bodyPr/>
        <a:lstStyle/>
        <a:p>
          <a:pPr>
            <a:buNone/>
          </a:pPr>
          <a:r>
            <a:rPr lang="en-US"/>
            <a:t>Memento</a:t>
          </a:r>
        </a:p>
      </dgm:t>
    </dgm:pt>
    <dgm:pt modelId="{4732F3F3-A9B3-444F-AD05-409FDCD10D3C}" type="parTrans" cxnId="{31F97289-8FC4-4047-AF6C-4CB782EFD1DF}">
      <dgm:prSet/>
      <dgm:spPr/>
      <dgm:t>
        <a:bodyPr/>
        <a:lstStyle/>
        <a:p>
          <a:endParaRPr lang="en-US"/>
        </a:p>
      </dgm:t>
    </dgm:pt>
    <dgm:pt modelId="{70661CD3-5BDB-49D5-AD66-86041FCF0606}" type="sibTrans" cxnId="{31F97289-8FC4-4047-AF6C-4CB782EFD1DF}">
      <dgm:prSet/>
      <dgm:spPr/>
      <dgm:t>
        <a:bodyPr/>
        <a:lstStyle/>
        <a:p>
          <a:endParaRPr lang="en-US"/>
        </a:p>
      </dgm:t>
    </dgm:pt>
    <dgm:pt modelId="{425888E5-CB37-44AE-81D5-E3D0666F2D3D}">
      <dgm:prSet/>
      <dgm:spPr/>
      <dgm:t>
        <a:bodyPr/>
        <a:lstStyle/>
        <a:p>
          <a:pPr>
            <a:buNone/>
          </a:pPr>
          <a:r>
            <a:rPr lang="en-US"/>
            <a:t>Observer</a:t>
          </a:r>
        </a:p>
      </dgm:t>
    </dgm:pt>
    <dgm:pt modelId="{560B05E8-A453-4498-AE82-AD05F89644B0}" type="parTrans" cxnId="{A5F7A6AC-BA74-4BC6-8185-FE34C3CADFB1}">
      <dgm:prSet/>
      <dgm:spPr/>
      <dgm:t>
        <a:bodyPr/>
        <a:lstStyle/>
        <a:p>
          <a:endParaRPr lang="en-US"/>
        </a:p>
      </dgm:t>
    </dgm:pt>
    <dgm:pt modelId="{11957A35-8A8A-4AF9-9ED0-F06F0B18C14F}" type="sibTrans" cxnId="{A5F7A6AC-BA74-4BC6-8185-FE34C3CADFB1}">
      <dgm:prSet/>
      <dgm:spPr/>
      <dgm:t>
        <a:bodyPr/>
        <a:lstStyle/>
        <a:p>
          <a:endParaRPr lang="en-US"/>
        </a:p>
      </dgm:t>
    </dgm:pt>
    <dgm:pt modelId="{D6BB2AC8-D6AB-4F17-91D6-73B46B57B8AC}">
      <dgm:prSet/>
      <dgm:spPr/>
      <dgm:t>
        <a:bodyPr/>
        <a:lstStyle/>
        <a:p>
          <a:pPr>
            <a:buNone/>
          </a:pPr>
          <a:r>
            <a:rPr lang="en-US"/>
            <a:t>State</a:t>
          </a:r>
        </a:p>
      </dgm:t>
    </dgm:pt>
    <dgm:pt modelId="{04B26705-C14D-49E3-A5D9-C550576B93A1}" type="parTrans" cxnId="{8E1F73BF-EE1B-46B8-83C7-0CAFB9920F5B}">
      <dgm:prSet/>
      <dgm:spPr/>
      <dgm:t>
        <a:bodyPr/>
        <a:lstStyle/>
        <a:p>
          <a:endParaRPr lang="en-US"/>
        </a:p>
      </dgm:t>
    </dgm:pt>
    <dgm:pt modelId="{C3B4E574-3DC8-4243-B277-4829317EC681}" type="sibTrans" cxnId="{8E1F73BF-EE1B-46B8-83C7-0CAFB9920F5B}">
      <dgm:prSet/>
      <dgm:spPr/>
      <dgm:t>
        <a:bodyPr/>
        <a:lstStyle/>
        <a:p>
          <a:endParaRPr lang="en-US"/>
        </a:p>
      </dgm:t>
    </dgm:pt>
    <dgm:pt modelId="{611D6A56-F7BF-46EA-9C40-B4E208E6A98B}">
      <dgm:prSet/>
      <dgm:spPr/>
      <dgm:t>
        <a:bodyPr/>
        <a:lstStyle/>
        <a:p>
          <a:pPr>
            <a:buNone/>
          </a:pPr>
          <a:r>
            <a:rPr lang="en-US"/>
            <a:t>Strategy</a:t>
          </a:r>
        </a:p>
      </dgm:t>
    </dgm:pt>
    <dgm:pt modelId="{CDA2FA00-B958-4F3C-97A4-BC059C6C675B}" type="parTrans" cxnId="{654A4F5C-520E-4F9D-B1A7-CCB6D7936D2C}">
      <dgm:prSet/>
      <dgm:spPr/>
      <dgm:t>
        <a:bodyPr/>
        <a:lstStyle/>
        <a:p>
          <a:endParaRPr lang="en-US"/>
        </a:p>
      </dgm:t>
    </dgm:pt>
    <dgm:pt modelId="{D45904F2-DE9A-432F-BAC6-A95CA1ED484F}" type="sibTrans" cxnId="{654A4F5C-520E-4F9D-B1A7-CCB6D7936D2C}">
      <dgm:prSet/>
      <dgm:spPr/>
      <dgm:t>
        <a:bodyPr/>
        <a:lstStyle/>
        <a:p>
          <a:endParaRPr lang="en-US"/>
        </a:p>
      </dgm:t>
    </dgm:pt>
    <dgm:pt modelId="{7E60FE7A-2ABB-4727-86E0-109DD24C069B}">
      <dgm:prSet/>
      <dgm:spPr/>
      <dgm:t>
        <a:bodyPr/>
        <a:lstStyle/>
        <a:p>
          <a:pPr>
            <a:buNone/>
          </a:pPr>
          <a:r>
            <a:rPr lang="en-US"/>
            <a:t>Template</a:t>
          </a:r>
        </a:p>
      </dgm:t>
    </dgm:pt>
    <dgm:pt modelId="{7A46F42A-C22E-4D69-A7B3-3F82FE37F394}" type="parTrans" cxnId="{A4A76D08-11ED-4414-A812-A9D026C55198}">
      <dgm:prSet/>
      <dgm:spPr/>
      <dgm:t>
        <a:bodyPr/>
        <a:lstStyle/>
        <a:p>
          <a:endParaRPr lang="en-US"/>
        </a:p>
      </dgm:t>
    </dgm:pt>
    <dgm:pt modelId="{5A698701-715E-4727-AA86-47F5F27EB7BC}" type="sibTrans" cxnId="{A4A76D08-11ED-4414-A812-A9D026C55198}">
      <dgm:prSet/>
      <dgm:spPr/>
      <dgm:t>
        <a:bodyPr/>
        <a:lstStyle/>
        <a:p>
          <a:endParaRPr lang="en-US"/>
        </a:p>
      </dgm:t>
    </dgm:pt>
    <dgm:pt modelId="{2DEE88D0-B3C5-4AA4-B1BA-92A00E82C15C}">
      <dgm:prSet/>
      <dgm:spPr/>
      <dgm:t>
        <a:bodyPr/>
        <a:lstStyle/>
        <a:p>
          <a:r>
            <a:rPr lang="en-US" dirty="0"/>
            <a:t>Visitor</a:t>
          </a:r>
        </a:p>
      </dgm:t>
    </dgm:pt>
    <dgm:pt modelId="{192EDCD3-686E-4C24-8936-D0EA7444B4B8}" type="parTrans" cxnId="{273FA72A-EAC2-47BC-8B0A-837CF77B6FFD}">
      <dgm:prSet/>
      <dgm:spPr/>
      <dgm:t>
        <a:bodyPr/>
        <a:lstStyle/>
        <a:p>
          <a:endParaRPr lang="en-US"/>
        </a:p>
      </dgm:t>
    </dgm:pt>
    <dgm:pt modelId="{C3DF1EE8-EB94-416A-93E9-603933324492}" type="sibTrans" cxnId="{273FA72A-EAC2-47BC-8B0A-837CF77B6FFD}">
      <dgm:prSet/>
      <dgm:spPr/>
      <dgm:t>
        <a:bodyPr/>
        <a:lstStyle/>
        <a:p>
          <a:endParaRPr lang="en-US"/>
        </a:p>
      </dgm:t>
    </dgm:pt>
    <dgm:pt modelId="{2FE9878E-8CAD-4AB7-89C5-CAE9529326B4}" type="pres">
      <dgm:prSet presAssocID="{3ABC285D-7C90-45EC-919F-95B8ED8A0C28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E8055A6C-2FF6-4CC7-9E1B-174EA89B1612}" type="pres">
      <dgm:prSet presAssocID="{00B67E32-E6BD-4983-9653-5C720FF5C9AC}" presName="root" presStyleCnt="0">
        <dgm:presLayoutVars>
          <dgm:chMax/>
          <dgm:chPref val="4"/>
        </dgm:presLayoutVars>
      </dgm:prSet>
      <dgm:spPr/>
    </dgm:pt>
    <dgm:pt modelId="{B7EA0A2C-AB4D-4E0F-8729-15FA33E7412C}" type="pres">
      <dgm:prSet presAssocID="{00B67E32-E6BD-4983-9653-5C720FF5C9AC}" presName="rootComposite" presStyleCnt="0">
        <dgm:presLayoutVars/>
      </dgm:prSet>
      <dgm:spPr/>
    </dgm:pt>
    <dgm:pt modelId="{7F9C100C-E150-4380-AA70-7990A8A1A21F}" type="pres">
      <dgm:prSet presAssocID="{00B67E32-E6BD-4983-9653-5C720FF5C9AC}" presName="rootText" presStyleLbl="node0" presStyleIdx="0" presStyleCnt="3" custLinFactNeighborX="2059" custLinFactNeighborY="-281">
        <dgm:presLayoutVars>
          <dgm:chMax/>
          <dgm:chPref val="4"/>
        </dgm:presLayoutVars>
      </dgm:prSet>
      <dgm:spPr/>
    </dgm:pt>
    <dgm:pt modelId="{B5E2BECF-3B49-4C1C-B3FE-1DD08699B424}" type="pres">
      <dgm:prSet presAssocID="{00B67E32-E6BD-4983-9653-5C720FF5C9AC}" presName="childShape" presStyleCnt="0">
        <dgm:presLayoutVars>
          <dgm:chMax val="0"/>
          <dgm:chPref val="0"/>
        </dgm:presLayoutVars>
      </dgm:prSet>
      <dgm:spPr/>
    </dgm:pt>
    <dgm:pt modelId="{B6C637CA-AFB6-4412-B11F-8ADB246BF8C6}" type="pres">
      <dgm:prSet presAssocID="{1CC591C8-C948-45EE-867F-895B7CBBB002}" presName="childComposite" presStyleCnt="0">
        <dgm:presLayoutVars>
          <dgm:chMax val="0"/>
          <dgm:chPref val="0"/>
        </dgm:presLayoutVars>
      </dgm:prSet>
      <dgm:spPr/>
    </dgm:pt>
    <dgm:pt modelId="{2345C84C-55F9-4323-BCFB-15982D922E90}" type="pres">
      <dgm:prSet presAssocID="{1CC591C8-C948-45EE-867F-895B7CBBB002}" presName="Image" presStyleLbl="node1" presStyleIdx="0" presStyleCnt="2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01F2E92-ECAF-4744-B20C-3B1B8FB0B0E2}" type="pres">
      <dgm:prSet presAssocID="{1CC591C8-C948-45EE-867F-895B7CBBB002}" presName="childText" presStyleLbl="lnNode1" presStyleIdx="0" presStyleCnt="23">
        <dgm:presLayoutVars>
          <dgm:chMax val="0"/>
          <dgm:chPref val="0"/>
          <dgm:bulletEnabled val="1"/>
        </dgm:presLayoutVars>
      </dgm:prSet>
      <dgm:spPr/>
    </dgm:pt>
    <dgm:pt modelId="{165F3019-0E77-4304-B5F4-BD6197DFC814}" type="pres">
      <dgm:prSet presAssocID="{9FC16266-A3AA-4006-AC28-6A1678432771}" presName="childComposite" presStyleCnt="0">
        <dgm:presLayoutVars>
          <dgm:chMax val="0"/>
          <dgm:chPref val="0"/>
        </dgm:presLayoutVars>
      </dgm:prSet>
      <dgm:spPr/>
    </dgm:pt>
    <dgm:pt modelId="{D0D168E3-1E55-4E4B-8795-EEF0CD8A1856}" type="pres">
      <dgm:prSet presAssocID="{9FC16266-A3AA-4006-AC28-6A1678432771}" presName="Image" presStyleLbl="node1" presStyleIdx="1" presStyleCnt="23"/>
      <dgm:spPr/>
    </dgm:pt>
    <dgm:pt modelId="{3A722E23-6447-4473-B5C0-58683C5C0AF1}" type="pres">
      <dgm:prSet presAssocID="{9FC16266-A3AA-4006-AC28-6A1678432771}" presName="childText" presStyleLbl="lnNode1" presStyleIdx="1" presStyleCnt="23">
        <dgm:presLayoutVars>
          <dgm:chMax val="0"/>
          <dgm:chPref val="0"/>
          <dgm:bulletEnabled val="1"/>
        </dgm:presLayoutVars>
      </dgm:prSet>
      <dgm:spPr/>
    </dgm:pt>
    <dgm:pt modelId="{5A2E885C-2611-4E85-B7FD-69F48E74D5FD}" type="pres">
      <dgm:prSet presAssocID="{F9DF6F99-84D7-480E-8CB8-F8A20F1E0D1F}" presName="childComposite" presStyleCnt="0">
        <dgm:presLayoutVars>
          <dgm:chMax val="0"/>
          <dgm:chPref val="0"/>
        </dgm:presLayoutVars>
      </dgm:prSet>
      <dgm:spPr/>
    </dgm:pt>
    <dgm:pt modelId="{F46AB5A2-873D-4B13-B13A-496FE8CDCDCD}" type="pres">
      <dgm:prSet presAssocID="{F9DF6F99-84D7-480E-8CB8-F8A20F1E0D1F}" presName="Image" presStyleLbl="node1" presStyleIdx="2" presStyleCnt="2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3DB289B-ED83-47B2-AE0B-9D0FA9B3FB77}" type="pres">
      <dgm:prSet presAssocID="{F9DF6F99-84D7-480E-8CB8-F8A20F1E0D1F}" presName="childText" presStyleLbl="lnNode1" presStyleIdx="2" presStyleCnt="23">
        <dgm:presLayoutVars>
          <dgm:chMax val="0"/>
          <dgm:chPref val="0"/>
          <dgm:bulletEnabled val="1"/>
        </dgm:presLayoutVars>
      </dgm:prSet>
      <dgm:spPr/>
    </dgm:pt>
    <dgm:pt modelId="{D2D8DBFF-0F88-4B51-9B7F-D506BB1E600C}" type="pres">
      <dgm:prSet presAssocID="{DC603C3D-2F0D-4E4A-BECB-D8F7204D360E}" presName="childComposite" presStyleCnt="0">
        <dgm:presLayoutVars>
          <dgm:chMax val="0"/>
          <dgm:chPref val="0"/>
        </dgm:presLayoutVars>
      </dgm:prSet>
      <dgm:spPr/>
    </dgm:pt>
    <dgm:pt modelId="{BF4D439D-DD97-4AF3-81AF-A3C89FA119D4}" type="pres">
      <dgm:prSet presAssocID="{DC603C3D-2F0D-4E4A-BECB-D8F7204D360E}" presName="Image" presStyleLbl="node1" presStyleIdx="3" presStyleCnt="23"/>
      <dgm:spPr/>
    </dgm:pt>
    <dgm:pt modelId="{A6AB8507-F1ED-4615-8612-83685BBED448}" type="pres">
      <dgm:prSet presAssocID="{DC603C3D-2F0D-4E4A-BECB-D8F7204D360E}" presName="childText" presStyleLbl="lnNode1" presStyleIdx="3" presStyleCnt="23">
        <dgm:presLayoutVars>
          <dgm:chMax val="0"/>
          <dgm:chPref val="0"/>
          <dgm:bulletEnabled val="1"/>
        </dgm:presLayoutVars>
      </dgm:prSet>
      <dgm:spPr/>
    </dgm:pt>
    <dgm:pt modelId="{EB980DFE-903C-4E00-9F2B-A66162A7A334}" type="pres">
      <dgm:prSet presAssocID="{C3605881-D93E-4CFF-B6EA-86A7364DB81C}" presName="childComposite" presStyleCnt="0">
        <dgm:presLayoutVars>
          <dgm:chMax val="0"/>
          <dgm:chPref val="0"/>
        </dgm:presLayoutVars>
      </dgm:prSet>
      <dgm:spPr/>
    </dgm:pt>
    <dgm:pt modelId="{E050190B-98CC-46A6-BF44-5A0777207822}" type="pres">
      <dgm:prSet presAssocID="{C3605881-D93E-4CFF-B6EA-86A7364DB81C}" presName="Image" presStyleLbl="node1" presStyleIdx="4" presStyleCnt="23"/>
      <dgm:spPr/>
    </dgm:pt>
    <dgm:pt modelId="{8F9F6772-553F-4464-971E-4D6EC3811E40}" type="pres">
      <dgm:prSet presAssocID="{C3605881-D93E-4CFF-B6EA-86A7364DB81C}" presName="childText" presStyleLbl="lnNode1" presStyleIdx="4" presStyleCnt="23">
        <dgm:presLayoutVars>
          <dgm:chMax val="0"/>
          <dgm:chPref val="0"/>
          <dgm:bulletEnabled val="1"/>
        </dgm:presLayoutVars>
      </dgm:prSet>
      <dgm:spPr/>
    </dgm:pt>
    <dgm:pt modelId="{DE0C2747-4C6D-4726-94D5-277EBEAEE0BA}" type="pres">
      <dgm:prSet presAssocID="{DDBB3C66-D5E4-4FC0-91BC-C61300BC37FA}" presName="root" presStyleCnt="0">
        <dgm:presLayoutVars>
          <dgm:chMax/>
          <dgm:chPref val="4"/>
        </dgm:presLayoutVars>
      </dgm:prSet>
      <dgm:spPr/>
    </dgm:pt>
    <dgm:pt modelId="{3139C078-D01C-4E38-9829-DAF6FBC7B06B}" type="pres">
      <dgm:prSet presAssocID="{DDBB3C66-D5E4-4FC0-91BC-C61300BC37FA}" presName="rootComposite" presStyleCnt="0">
        <dgm:presLayoutVars/>
      </dgm:prSet>
      <dgm:spPr/>
    </dgm:pt>
    <dgm:pt modelId="{A724DE05-5801-48B6-B620-AD479B725240}" type="pres">
      <dgm:prSet presAssocID="{DDBB3C66-D5E4-4FC0-91BC-C61300BC37FA}" presName="rootText" presStyleLbl="node0" presStyleIdx="1" presStyleCnt="3">
        <dgm:presLayoutVars>
          <dgm:chMax/>
          <dgm:chPref val="4"/>
        </dgm:presLayoutVars>
      </dgm:prSet>
      <dgm:spPr/>
    </dgm:pt>
    <dgm:pt modelId="{5711A8AF-7FEE-45AC-BC7F-423D9F2B05E2}" type="pres">
      <dgm:prSet presAssocID="{DDBB3C66-D5E4-4FC0-91BC-C61300BC37FA}" presName="childShape" presStyleCnt="0">
        <dgm:presLayoutVars>
          <dgm:chMax val="0"/>
          <dgm:chPref val="0"/>
        </dgm:presLayoutVars>
      </dgm:prSet>
      <dgm:spPr/>
    </dgm:pt>
    <dgm:pt modelId="{F6299DF4-01F2-45FB-830B-843E2DB91664}" type="pres">
      <dgm:prSet presAssocID="{2B657BF5-4A26-4CD9-B902-E0676D265266}" presName="childComposite" presStyleCnt="0">
        <dgm:presLayoutVars>
          <dgm:chMax val="0"/>
          <dgm:chPref val="0"/>
        </dgm:presLayoutVars>
      </dgm:prSet>
      <dgm:spPr/>
    </dgm:pt>
    <dgm:pt modelId="{497DCF19-8D53-422B-922F-049BEE4D63EB}" type="pres">
      <dgm:prSet presAssocID="{2B657BF5-4A26-4CD9-B902-E0676D265266}" presName="Image" presStyleLbl="node1" presStyleIdx="5" presStyleCnt="23"/>
      <dgm:spPr/>
    </dgm:pt>
    <dgm:pt modelId="{03F550E2-AF53-4F0D-97D6-0CB4FB98BD14}" type="pres">
      <dgm:prSet presAssocID="{2B657BF5-4A26-4CD9-B902-E0676D265266}" presName="childText" presStyleLbl="lnNode1" presStyleIdx="5" presStyleCnt="23">
        <dgm:presLayoutVars>
          <dgm:chMax val="0"/>
          <dgm:chPref val="0"/>
          <dgm:bulletEnabled val="1"/>
        </dgm:presLayoutVars>
      </dgm:prSet>
      <dgm:spPr/>
    </dgm:pt>
    <dgm:pt modelId="{849CB70B-3AEA-4887-B796-7846A06D2D46}" type="pres">
      <dgm:prSet presAssocID="{82F0C38A-EC2F-4D67-BAAD-D7B855C1D441}" presName="childComposite" presStyleCnt="0">
        <dgm:presLayoutVars>
          <dgm:chMax val="0"/>
          <dgm:chPref val="0"/>
        </dgm:presLayoutVars>
      </dgm:prSet>
      <dgm:spPr/>
    </dgm:pt>
    <dgm:pt modelId="{A913864A-4C21-4370-8497-A818BD170A8C}" type="pres">
      <dgm:prSet presAssocID="{82F0C38A-EC2F-4D67-BAAD-D7B855C1D441}" presName="Image" presStyleLbl="node1" presStyleIdx="6" presStyleCnt="23"/>
      <dgm:spPr/>
    </dgm:pt>
    <dgm:pt modelId="{C93C715B-3942-405E-9B40-48EE24955C90}" type="pres">
      <dgm:prSet presAssocID="{82F0C38A-EC2F-4D67-BAAD-D7B855C1D441}" presName="childText" presStyleLbl="lnNode1" presStyleIdx="6" presStyleCnt="23">
        <dgm:presLayoutVars>
          <dgm:chMax val="0"/>
          <dgm:chPref val="0"/>
          <dgm:bulletEnabled val="1"/>
        </dgm:presLayoutVars>
      </dgm:prSet>
      <dgm:spPr/>
    </dgm:pt>
    <dgm:pt modelId="{A907EC29-A9BF-4C5E-AC10-E5175552A615}" type="pres">
      <dgm:prSet presAssocID="{D7C1C573-0399-4C46-8690-32E6A99B632E}" presName="childComposite" presStyleCnt="0">
        <dgm:presLayoutVars>
          <dgm:chMax val="0"/>
          <dgm:chPref val="0"/>
        </dgm:presLayoutVars>
      </dgm:prSet>
      <dgm:spPr/>
    </dgm:pt>
    <dgm:pt modelId="{5FBD51F4-9665-4409-BB24-104F93CC76F4}" type="pres">
      <dgm:prSet presAssocID="{D7C1C573-0399-4C46-8690-32E6A99B632E}" presName="Image" presStyleLbl="node1" presStyleIdx="7" presStyleCnt="23"/>
      <dgm:spPr/>
    </dgm:pt>
    <dgm:pt modelId="{A130DA05-85B9-4111-AE25-F10BEDD17D53}" type="pres">
      <dgm:prSet presAssocID="{D7C1C573-0399-4C46-8690-32E6A99B632E}" presName="childText" presStyleLbl="lnNode1" presStyleIdx="7" presStyleCnt="23">
        <dgm:presLayoutVars>
          <dgm:chMax val="0"/>
          <dgm:chPref val="0"/>
          <dgm:bulletEnabled val="1"/>
        </dgm:presLayoutVars>
      </dgm:prSet>
      <dgm:spPr/>
    </dgm:pt>
    <dgm:pt modelId="{96789FD7-2A79-4D2F-849A-973A80B346E1}" type="pres">
      <dgm:prSet presAssocID="{669F23B4-CCA2-4C27-8EEE-FC2C05F7097F}" presName="childComposite" presStyleCnt="0">
        <dgm:presLayoutVars>
          <dgm:chMax val="0"/>
          <dgm:chPref val="0"/>
        </dgm:presLayoutVars>
      </dgm:prSet>
      <dgm:spPr/>
    </dgm:pt>
    <dgm:pt modelId="{CFAB9D68-0FFD-4703-8B03-C95501F159AE}" type="pres">
      <dgm:prSet presAssocID="{669F23B4-CCA2-4C27-8EEE-FC2C05F7097F}" presName="Image" presStyleLbl="node1" presStyleIdx="8" presStyleCnt="23"/>
      <dgm:spPr/>
    </dgm:pt>
    <dgm:pt modelId="{4CC93FDD-C574-4EE8-B98A-6203A9F1C55C}" type="pres">
      <dgm:prSet presAssocID="{669F23B4-CCA2-4C27-8EEE-FC2C05F7097F}" presName="childText" presStyleLbl="lnNode1" presStyleIdx="8" presStyleCnt="23">
        <dgm:presLayoutVars>
          <dgm:chMax val="0"/>
          <dgm:chPref val="0"/>
          <dgm:bulletEnabled val="1"/>
        </dgm:presLayoutVars>
      </dgm:prSet>
      <dgm:spPr/>
    </dgm:pt>
    <dgm:pt modelId="{EF521CCC-450A-4AB4-8FEC-1C738C732350}" type="pres">
      <dgm:prSet presAssocID="{39EBDA15-7A47-4D7F-A097-53C6F6520B13}" presName="childComposite" presStyleCnt="0">
        <dgm:presLayoutVars>
          <dgm:chMax val="0"/>
          <dgm:chPref val="0"/>
        </dgm:presLayoutVars>
      </dgm:prSet>
      <dgm:spPr/>
    </dgm:pt>
    <dgm:pt modelId="{50A16B23-398D-42A3-A812-C0B022B6E6FF}" type="pres">
      <dgm:prSet presAssocID="{39EBDA15-7A47-4D7F-A097-53C6F6520B13}" presName="Image" presStyleLbl="node1" presStyleIdx="9" presStyleCnt="2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Calendar"/>
        </a:ext>
      </dgm:extLst>
    </dgm:pt>
    <dgm:pt modelId="{CE4BC17D-3F94-4113-A212-9BF8D6AA416C}" type="pres">
      <dgm:prSet presAssocID="{39EBDA15-7A47-4D7F-A097-53C6F6520B13}" presName="childText" presStyleLbl="lnNode1" presStyleIdx="9" presStyleCnt="23">
        <dgm:presLayoutVars>
          <dgm:chMax val="0"/>
          <dgm:chPref val="0"/>
          <dgm:bulletEnabled val="1"/>
        </dgm:presLayoutVars>
      </dgm:prSet>
      <dgm:spPr/>
    </dgm:pt>
    <dgm:pt modelId="{3BF34300-69B6-400C-A248-AECE1F7BB955}" type="pres">
      <dgm:prSet presAssocID="{CCB4E9EE-D863-4BEF-96B5-C77840A3901D}" presName="childComposite" presStyleCnt="0">
        <dgm:presLayoutVars>
          <dgm:chMax val="0"/>
          <dgm:chPref val="0"/>
        </dgm:presLayoutVars>
      </dgm:prSet>
      <dgm:spPr/>
    </dgm:pt>
    <dgm:pt modelId="{FFC86059-D624-40FC-9764-7169490CE198}" type="pres">
      <dgm:prSet presAssocID="{CCB4E9EE-D863-4BEF-96B5-C77840A3901D}" presName="Image" presStyleLbl="node1" presStyleIdx="10" presStyleCnt="23"/>
      <dgm:spPr/>
    </dgm:pt>
    <dgm:pt modelId="{D355510D-29A6-4A95-A7C6-259A149A787E}" type="pres">
      <dgm:prSet presAssocID="{CCB4E9EE-D863-4BEF-96B5-C77840A3901D}" presName="childText" presStyleLbl="lnNode1" presStyleIdx="10" presStyleCnt="23">
        <dgm:presLayoutVars>
          <dgm:chMax val="0"/>
          <dgm:chPref val="0"/>
          <dgm:bulletEnabled val="1"/>
        </dgm:presLayoutVars>
      </dgm:prSet>
      <dgm:spPr/>
    </dgm:pt>
    <dgm:pt modelId="{96341ECF-DE80-47AD-9DE4-56084ED700E2}" type="pres">
      <dgm:prSet presAssocID="{265774D4-7499-4C9D-9005-739A780AACC3}" presName="childComposite" presStyleCnt="0">
        <dgm:presLayoutVars>
          <dgm:chMax val="0"/>
          <dgm:chPref val="0"/>
        </dgm:presLayoutVars>
      </dgm:prSet>
      <dgm:spPr/>
    </dgm:pt>
    <dgm:pt modelId="{D504AA15-27E5-41D8-8629-A6ECB151CDB0}" type="pres">
      <dgm:prSet presAssocID="{265774D4-7499-4C9D-9005-739A780AACC3}" presName="Image" presStyleLbl="node1" presStyleIdx="11" presStyleCnt="23"/>
      <dgm:spPr/>
    </dgm:pt>
    <dgm:pt modelId="{90042E1F-45D6-4DE1-BD0B-45E38C20E5C9}" type="pres">
      <dgm:prSet presAssocID="{265774D4-7499-4C9D-9005-739A780AACC3}" presName="childText" presStyleLbl="lnNode1" presStyleIdx="11" presStyleCnt="23">
        <dgm:presLayoutVars>
          <dgm:chMax val="0"/>
          <dgm:chPref val="0"/>
          <dgm:bulletEnabled val="1"/>
        </dgm:presLayoutVars>
      </dgm:prSet>
      <dgm:spPr/>
    </dgm:pt>
    <dgm:pt modelId="{5AF9AABC-D353-48D7-9E45-08643319AD10}" type="pres">
      <dgm:prSet presAssocID="{435E0EAF-C8D9-4EA8-BA75-E6227BC64A76}" presName="root" presStyleCnt="0">
        <dgm:presLayoutVars>
          <dgm:chMax/>
          <dgm:chPref val="4"/>
        </dgm:presLayoutVars>
      </dgm:prSet>
      <dgm:spPr/>
    </dgm:pt>
    <dgm:pt modelId="{FC8FD02C-327F-447B-97E9-E7115835C1C5}" type="pres">
      <dgm:prSet presAssocID="{435E0EAF-C8D9-4EA8-BA75-E6227BC64A76}" presName="rootComposite" presStyleCnt="0">
        <dgm:presLayoutVars/>
      </dgm:prSet>
      <dgm:spPr/>
    </dgm:pt>
    <dgm:pt modelId="{4D3154D6-B60F-4022-9AFC-B9D0CC58C21F}" type="pres">
      <dgm:prSet presAssocID="{435E0EAF-C8D9-4EA8-BA75-E6227BC64A76}" presName="rootText" presStyleLbl="node0" presStyleIdx="2" presStyleCnt="3">
        <dgm:presLayoutVars>
          <dgm:chMax/>
          <dgm:chPref val="4"/>
        </dgm:presLayoutVars>
      </dgm:prSet>
      <dgm:spPr/>
    </dgm:pt>
    <dgm:pt modelId="{122E4907-328A-460C-8691-1E043BEA7461}" type="pres">
      <dgm:prSet presAssocID="{435E0EAF-C8D9-4EA8-BA75-E6227BC64A76}" presName="childShape" presStyleCnt="0">
        <dgm:presLayoutVars>
          <dgm:chMax val="0"/>
          <dgm:chPref val="0"/>
        </dgm:presLayoutVars>
      </dgm:prSet>
      <dgm:spPr/>
    </dgm:pt>
    <dgm:pt modelId="{DD2D93A5-F865-4BB8-A4FB-DD55A81B67D7}" type="pres">
      <dgm:prSet presAssocID="{518A4EE0-101F-44E6-991F-C21F5D23D07B}" presName="childComposite" presStyleCnt="0">
        <dgm:presLayoutVars>
          <dgm:chMax val="0"/>
          <dgm:chPref val="0"/>
        </dgm:presLayoutVars>
      </dgm:prSet>
      <dgm:spPr/>
    </dgm:pt>
    <dgm:pt modelId="{B9B055B9-C3CD-48B7-B982-D475ACFCD0E7}" type="pres">
      <dgm:prSet presAssocID="{518A4EE0-101F-44E6-991F-C21F5D23D07B}" presName="Image" presStyleLbl="node1" presStyleIdx="12" presStyleCnt="23"/>
      <dgm:spPr/>
    </dgm:pt>
    <dgm:pt modelId="{70DF5B22-9739-4875-8F2A-14FA0D289BE9}" type="pres">
      <dgm:prSet presAssocID="{518A4EE0-101F-44E6-991F-C21F5D23D07B}" presName="childText" presStyleLbl="lnNode1" presStyleIdx="12" presStyleCnt="23">
        <dgm:presLayoutVars>
          <dgm:chMax val="0"/>
          <dgm:chPref val="0"/>
          <dgm:bulletEnabled val="1"/>
        </dgm:presLayoutVars>
      </dgm:prSet>
      <dgm:spPr/>
    </dgm:pt>
    <dgm:pt modelId="{342E0E7B-0EBB-4CBF-9565-45BC6CB0BA48}" type="pres">
      <dgm:prSet presAssocID="{CA16B275-0732-4E58-9C3E-37EFEA069689}" presName="childComposite" presStyleCnt="0">
        <dgm:presLayoutVars>
          <dgm:chMax val="0"/>
          <dgm:chPref val="0"/>
        </dgm:presLayoutVars>
      </dgm:prSet>
      <dgm:spPr/>
    </dgm:pt>
    <dgm:pt modelId="{5D5442EE-7BC0-45BF-BF5D-9AE81721EA0F}" type="pres">
      <dgm:prSet presAssocID="{CA16B275-0732-4E58-9C3E-37EFEA069689}" presName="Image" presStyleLbl="node1" presStyleIdx="13" presStyleCnt="23"/>
      <dgm:spPr/>
    </dgm:pt>
    <dgm:pt modelId="{FA6FB898-050E-4138-B88D-B75B5CEB2255}" type="pres">
      <dgm:prSet presAssocID="{CA16B275-0732-4E58-9C3E-37EFEA069689}" presName="childText" presStyleLbl="lnNode1" presStyleIdx="13" presStyleCnt="23">
        <dgm:presLayoutVars>
          <dgm:chMax val="0"/>
          <dgm:chPref val="0"/>
          <dgm:bulletEnabled val="1"/>
        </dgm:presLayoutVars>
      </dgm:prSet>
      <dgm:spPr/>
    </dgm:pt>
    <dgm:pt modelId="{CDDFDCEA-EA74-40B7-9868-D8EAB8D60DD7}" type="pres">
      <dgm:prSet presAssocID="{6A3372AB-A568-4FFF-85D4-80965BB08930}" presName="childComposite" presStyleCnt="0">
        <dgm:presLayoutVars>
          <dgm:chMax val="0"/>
          <dgm:chPref val="0"/>
        </dgm:presLayoutVars>
      </dgm:prSet>
      <dgm:spPr/>
    </dgm:pt>
    <dgm:pt modelId="{88D5AF92-C238-42D8-8770-67DBBF923132}" type="pres">
      <dgm:prSet presAssocID="{6A3372AB-A568-4FFF-85D4-80965BB08930}" presName="Image" presStyleLbl="node1" presStyleIdx="14" presStyleCnt="23"/>
      <dgm:spPr/>
    </dgm:pt>
    <dgm:pt modelId="{1AF425D0-DE52-4B8D-AC4F-9BE04CC87064}" type="pres">
      <dgm:prSet presAssocID="{6A3372AB-A568-4FFF-85D4-80965BB08930}" presName="childText" presStyleLbl="lnNode1" presStyleIdx="14" presStyleCnt="23">
        <dgm:presLayoutVars>
          <dgm:chMax val="0"/>
          <dgm:chPref val="0"/>
          <dgm:bulletEnabled val="1"/>
        </dgm:presLayoutVars>
      </dgm:prSet>
      <dgm:spPr/>
    </dgm:pt>
    <dgm:pt modelId="{D5A2801D-5768-4E7A-BB04-96225913265D}" type="pres">
      <dgm:prSet presAssocID="{EEFF46E0-E6FA-4831-B1DC-00C8E406704C}" presName="childComposite" presStyleCnt="0">
        <dgm:presLayoutVars>
          <dgm:chMax val="0"/>
          <dgm:chPref val="0"/>
        </dgm:presLayoutVars>
      </dgm:prSet>
      <dgm:spPr/>
    </dgm:pt>
    <dgm:pt modelId="{9C39108E-435B-4162-8581-48791C073AA9}" type="pres">
      <dgm:prSet presAssocID="{EEFF46E0-E6FA-4831-B1DC-00C8E406704C}" presName="Image" presStyleLbl="node1" presStyleIdx="15" presStyleCnt="23"/>
      <dgm:spPr/>
    </dgm:pt>
    <dgm:pt modelId="{BF4CC417-1186-4230-AD5B-6D91D113EF0C}" type="pres">
      <dgm:prSet presAssocID="{EEFF46E0-E6FA-4831-B1DC-00C8E406704C}" presName="childText" presStyleLbl="lnNode1" presStyleIdx="15" presStyleCnt="23">
        <dgm:presLayoutVars>
          <dgm:chMax val="0"/>
          <dgm:chPref val="0"/>
          <dgm:bulletEnabled val="1"/>
        </dgm:presLayoutVars>
      </dgm:prSet>
      <dgm:spPr/>
    </dgm:pt>
    <dgm:pt modelId="{CA67950C-6F0F-444C-AB60-7578C338503A}" type="pres">
      <dgm:prSet presAssocID="{87A40218-308D-4A3F-A3A0-CF713ABC4BE8}" presName="childComposite" presStyleCnt="0">
        <dgm:presLayoutVars>
          <dgm:chMax val="0"/>
          <dgm:chPref val="0"/>
        </dgm:presLayoutVars>
      </dgm:prSet>
      <dgm:spPr/>
    </dgm:pt>
    <dgm:pt modelId="{3B215195-5F87-4FEF-BD94-13AA26E875F2}" type="pres">
      <dgm:prSet presAssocID="{87A40218-308D-4A3F-A3A0-CF713ABC4BE8}" presName="Image" presStyleLbl="node1" presStyleIdx="16" presStyleCnt="23"/>
      <dgm:spPr/>
    </dgm:pt>
    <dgm:pt modelId="{0DB3C14E-245F-4F4B-A0DE-399F2F631D0F}" type="pres">
      <dgm:prSet presAssocID="{87A40218-308D-4A3F-A3A0-CF713ABC4BE8}" presName="childText" presStyleLbl="lnNode1" presStyleIdx="16" presStyleCnt="23">
        <dgm:presLayoutVars>
          <dgm:chMax val="0"/>
          <dgm:chPref val="0"/>
          <dgm:bulletEnabled val="1"/>
        </dgm:presLayoutVars>
      </dgm:prSet>
      <dgm:spPr/>
    </dgm:pt>
    <dgm:pt modelId="{E36936B9-EB40-4FFB-AA2F-92BAD93DA57A}" type="pres">
      <dgm:prSet presAssocID="{C7F4C38C-8F7E-47EC-8029-CF9E9C4C6B48}" presName="childComposite" presStyleCnt="0">
        <dgm:presLayoutVars>
          <dgm:chMax val="0"/>
          <dgm:chPref val="0"/>
        </dgm:presLayoutVars>
      </dgm:prSet>
      <dgm:spPr/>
    </dgm:pt>
    <dgm:pt modelId="{E100C3B7-2558-4803-9D91-8B820ED963D1}" type="pres">
      <dgm:prSet presAssocID="{C7F4C38C-8F7E-47EC-8029-CF9E9C4C6B48}" presName="Image" presStyleLbl="node1" presStyleIdx="17" presStyleCnt="23"/>
      <dgm:spPr/>
    </dgm:pt>
    <dgm:pt modelId="{457638FC-A3FB-4A3D-88A3-C0CDD0967E72}" type="pres">
      <dgm:prSet presAssocID="{C7F4C38C-8F7E-47EC-8029-CF9E9C4C6B48}" presName="childText" presStyleLbl="lnNode1" presStyleIdx="17" presStyleCnt="23">
        <dgm:presLayoutVars>
          <dgm:chMax val="0"/>
          <dgm:chPref val="0"/>
          <dgm:bulletEnabled val="1"/>
        </dgm:presLayoutVars>
      </dgm:prSet>
      <dgm:spPr/>
    </dgm:pt>
    <dgm:pt modelId="{58923C34-47A6-42CE-B8BF-D4EB3D5C10AD}" type="pres">
      <dgm:prSet presAssocID="{425888E5-CB37-44AE-81D5-E3D0666F2D3D}" presName="childComposite" presStyleCnt="0">
        <dgm:presLayoutVars>
          <dgm:chMax val="0"/>
          <dgm:chPref val="0"/>
        </dgm:presLayoutVars>
      </dgm:prSet>
      <dgm:spPr/>
    </dgm:pt>
    <dgm:pt modelId="{A34491CD-89CF-497C-82D5-2DD271105377}" type="pres">
      <dgm:prSet presAssocID="{425888E5-CB37-44AE-81D5-E3D0666F2D3D}" presName="Image" presStyleLbl="node1" presStyleIdx="18" presStyleCnt="23"/>
      <dgm:spPr/>
    </dgm:pt>
    <dgm:pt modelId="{448DA641-69E2-4809-A5D5-A91757C8D4FA}" type="pres">
      <dgm:prSet presAssocID="{425888E5-CB37-44AE-81D5-E3D0666F2D3D}" presName="childText" presStyleLbl="lnNode1" presStyleIdx="18" presStyleCnt="23">
        <dgm:presLayoutVars>
          <dgm:chMax val="0"/>
          <dgm:chPref val="0"/>
          <dgm:bulletEnabled val="1"/>
        </dgm:presLayoutVars>
      </dgm:prSet>
      <dgm:spPr/>
    </dgm:pt>
    <dgm:pt modelId="{610581AC-44C8-42AF-ABDD-AF56C61A0A20}" type="pres">
      <dgm:prSet presAssocID="{D6BB2AC8-D6AB-4F17-91D6-73B46B57B8AC}" presName="childComposite" presStyleCnt="0">
        <dgm:presLayoutVars>
          <dgm:chMax val="0"/>
          <dgm:chPref val="0"/>
        </dgm:presLayoutVars>
      </dgm:prSet>
      <dgm:spPr/>
    </dgm:pt>
    <dgm:pt modelId="{3F4B38C7-0136-419B-B716-232B61B33FCB}" type="pres">
      <dgm:prSet presAssocID="{D6BB2AC8-D6AB-4F17-91D6-73B46B57B8AC}" presName="Image" presStyleLbl="node1" presStyleIdx="19" presStyleCnt="23"/>
      <dgm:spPr/>
    </dgm:pt>
    <dgm:pt modelId="{3D2A943A-717C-4943-BB94-BA88234539BB}" type="pres">
      <dgm:prSet presAssocID="{D6BB2AC8-D6AB-4F17-91D6-73B46B57B8AC}" presName="childText" presStyleLbl="lnNode1" presStyleIdx="19" presStyleCnt="23">
        <dgm:presLayoutVars>
          <dgm:chMax val="0"/>
          <dgm:chPref val="0"/>
          <dgm:bulletEnabled val="1"/>
        </dgm:presLayoutVars>
      </dgm:prSet>
      <dgm:spPr/>
    </dgm:pt>
    <dgm:pt modelId="{141930BC-2FB1-44E0-B21E-0378B677A75E}" type="pres">
      <dgm:prSet presAssocID="{611D6A56-F7BF-46EA-9C40-B4E208E6A98B}" presName="childComposite" presStyleCnt="0">
        <dgm:presLayoutVars>
          <dgm:chMax val="0"/>
          <dgm:chPref val="0"/>
        </dgm:presLayoutVars>
      </dgm:prSet>
      <dgm:spPr/>
    </dgm:pt>
    <dgm:pt modelId="{A6ABA017-0D10-44C5-BCEE-CD0DF141B535}" type="pres">
      <dgm:prSet presAssocID="{611D6A56-F7BF-46EA-9C40-B4E208E6A98B}" presName="Image" presStyleLbl="node1" presStyleIdx="20" presStyleCnt="23"/>
      <dgm:spPr/>
    </dgm:pt>
    <dgm:pt modelId="{54FE1128-ED55-446C-BE19-3C8A7A92491F}" type="pres">
      <dgm:prSet presAssocID="{611D6A56-F7BF-46EA-9C40-B4E208E6A98B}" presName="childText" presStyleLbl="lnNode1" presStyleIdx="20" presStyleCnt="23">
        <dgm:presLayoutVars>
          <dgm:chMax val="0"/>
          <dgm:chPref val="0"/>
          <dgm:bulletEnabled val="1"/>
        </dgm:presLayoutVars>
      </dgm:prSet>
      <dgm:spPr/>
    </dgm:pt>
    <dgm:pt modelId="{BD357CA2-B460-4713-96EC-BC9C6BB90150}" type="pres">
      <dgm:prSet presAssocID="{7E60FE7A-2ABB-4727-86E0-109DD24C069B}" presName="childComposite" presStyleCnt="0">
        <dgm:presLayoutVars>
          <dgm:chMax val="0"/>
          <dgm:chPref val="0"/>
        </dgm:presLayoutVars>
      </dgm:prSet>
      <dgm:spPr/>
    </dgm:pt>
    <dgm:pt modelId="{6AD8CABF-9F91-442C-87AD-408B65C5EF05}" type="pres">
      <dgm:prSet presAssocID="{7E60FE7A-2ABB-4727-86E0-109DD24C069B}" presName="Image" presStyleLbl="node1" presStyleIdx="21" presStyleCnt="23"/>
      <dgm:spPr/>
    </dgm:pt>
    <dgm:pt modelId="{376DA73C-3FD8-486A-9E82-DB3EEDBC6509}" type="pres">
      <dgm:prSet presAssocID="{7E60FE7A-2ABB-4727-86E0-109DD24C069B}" presName="childText" presStyleLbl="lnNode1" presStyleIdx="21" presStyleCnt="23">
        <dgm:presLayoutVars>
          <dgm:chMax val="0"/>
          <dgm:chPref val="0"/>
          <dgm:bulletEnabled val="1"/>
        </dgm:presLayoutVars>
      </dgm:prSet>
      <dgm:spPr/>
    </dgm:pt>
    <dgm:pt modelId="{8F9B82AB-35AD-418C-B4FA-98DD2645CE60}" type="pres">
      <dgm:prSet presAssocID="{2DEE88D0-B3C5-4AA4-B1BA-92A00E82C15C}" presName="childComposite" presStyleCnt="0">
        <dgm:presLayoutVars>
          <dgm:chMax val="0"/>
          <dgm:chPref val="0"/>
        </dgm:presLayoutVars>
      </dgm:prSet>
      <dgm:spPr/>
    </dgm:pt>
    <dgm:pt modelId="{D01E2590-24C4-4460-B40B-73221582E909}" type="pres">
      <dgm:prSet presAssocID="{2DEE88D0-B3C5-4AA4-B1BA-92A00E82C15C}" presName="Image" presStyleLbl="node1" presStyleIdx="22" presStyleCnt="23"/>
      <dgm:spPr/>
    </dgm:pt>
    <dgm:pt modelId="{A9AE038C-6B1B-4DF3-9D08-E54B336EF153}" type="pres">
      <dgm:prSet presAssocID="{2DEE88D0-B3C5-4AA4-B1BA-92A00E82C15C}" presName="childText" presStyleLbl="lnNode1" presStyleIdx="22" presStyleCnt="23">
        <dgm:presLayoutVars>
          <dgm:chMax val="0"/>
          <dgm:chPref val="0"/>
          <dgm:bulletEnabled val="1"/>
        </dgm:presLayoutVars>
      </dgm:prSet>
      <dgm:spPr/>
    </dgm:pt>
  </dgm:ptLst>
  <dgm:cxnLst>
    <dgm:cxn modelId="{59774101-5E7B-4D97-9864-A549CE9EFF86}" srcId="{435E0EAF-C8D9-4EA8-BA75-E6227BC64A76}" destId="{6A3372AB-A568-4FFF-85D4-80965BB08930}" srcOrd="2" destOrd="0" parTransId="{356DE15D-824B-4508-87F3-8EB280FFC20E}" sibTransId="{86099820-350A-420C-9846-547691F1F63C}"/>
    <dgm:cxn modelId="{23103204-7DB7-4F83-BA16-88F1503F595E}" type="presOf" srcId="{9FC16266-A3AA-4006-AC28-6A1678432771}" destId="{3A722E23-6447-4473-B5C0-58683C5C0AF1}" srcOrd="0" destOrd="0" presId="urn:microsoft.com/office/officeart/2008/layout/PictureAccentList"/>
    <dgm:cxn modelId="{E2966B05-27BF-4A87-83D2-96954AC255DD}" srcId="{00B67E32-E6BD-4983-9653-5C720FF5C9AC}" destId="{9FC16266-A3AA-4006-AC28-6A1678432771}" srcOrd="1" destOrd="0" parTransId="{BE0196EE-5E3E-401E-BACB-F03B93060EC4}" sibTransId="{001EA975-2D26-444D-AE7E-AABAB071BCDE}"/>
    <dgm:cxn modelId="{A660CE05-5FD3-413D-84F8-6C1DE5708CB5}" type="presOf" srcId="{C3605881-D93E-4CFF-B6EA-86A7364DB81C}" destId="{8F9F6772-553F-4464-971E-4D6EC3811E40}" srcOrd="0" destOrd="0" presId="urn:microsoft.com/office/officeart/2008/layout/PictureAccentList"/>
    <dgm:cxn modelId="{A4A76D08-11ED-4414-A812-A9D026C55198}" srcId="{435E0EAF-C8D9-4EA8-BA75-E6227BC64A76}" destId="{7E60FE7A-2ABB-4727-86E0-109DD24C069B}" srcOrd="9" destOrd="0" parTransId="{7A46F42A-C22E-4D69-A7B3-3F82FE37F394}" sibTransId="{5A698701-715E-4727-AA86-47F5F27EB7BC}"/>
    <dgm:cxn modelId="{D902B20B-63F1-4377-A856-E8797F587BAC}" type="presOf" srcId="{CA16B275-0732-4E58-9C3E-37EFEA069689}" destId="{FA6FB898-050E-4138-B88D-B75B5CEB2255}" srcOrd="0" destOrd="0" presId="urn:microsoft.com/office/officeart/2008/layout/PictureAccentList"/>
    <dgm:cxn modelId="{32918213-176B-48F2-8652-A011D7D5FAB5}" srcId="{00B67E32-E6BD-4983-9653-5C720FF5C9AC}" destId="{DC603C3D-2F0D-4E4A-BECB-D8F7204D360E}" srcOrd="3" destOrd="0" parTransId="{A4A24C9D-E7A5-4F26-8673-CBE836464CE3}" sibTransId="{90C20434-8BE4-4795-B82E-AB3BDCCB4AF2}"/>
    <dgm:cxn modelId="{273FA72A-EAC2-47BC-8B0A-837CF77B6FFD}" srcId="{435E0EAF-C8D9-4EA8-BA75-E6227BC64A76}" destId="{2DEE88D0-B3C5-4AA4-B1BA-92A00E82C15C}" srcOrd="10" destOrd="0" parTransId="{192EDCD3-686E-4C24-8936-D0EA7444B4B8}" sibTransId="{C3DF1EE8-EB94-416A-93E9-603933324492}"/>
    <dgm:cxn modelId="{D401D52F-C216-49A6-9405-379948C0B45A}" srcId="{DDBB3C66-D5E4-4FC0-91BC-C61300BC37FA}" destId="{D7C1C573-0399-4C46-8690-32E6A99B632E}" srcOrd="2" destOrd="0" parTransId="{6E530B3A-ACE0-416E-AA20-30F27882CC42}" sibTransId="{E8C01554-DC97-4C53-8844-2AE1D6F51951}"/>
    <dgm:cxn modelId="{22882534-2790-41E0-92AE-8362E66D5214}" srcId="{3ABC285D-7C90-45EC-919F-95B8ED8A0C28}" destId="{00B67E32-E6BD-4983-9653-5C720FF5C9AC}" srcOrd="0" destOrd="0" parTransId="{B68382FD-FCD8-48AC-880B-F2BD8AC3B529}" sibTransId="{33370808-742A-410A-9059-EEB54400542E}"/>
    <dgm:cxn modelId="{2698E440-9C8F-4E10-B56C-985CA50D7DFB}" srcId="{DDBB3C66-D5E4-4FC0-91BC-C61300BC37FA}" destId="{669F23B4-CCA2-4C27-8EEE-FC2C05F7097F}" srcOrd="3" destOrd="0" parTransId="{F27C7280-C792-45B5-9626-8EDE9A29266E}" sibTransId="{034E4DD3-30AB-40C4-94D6-70CBB0E3CF50}"/>
    <dgm:cxn modelId="{8951E940-5482-4A24-A1AB-A79038B14992}" type="presOf" srcId="{EEFF46E0-E6FA-4831-B1DC-00C8E406704C}" destId="{BF4CC417-1186-4230-AD5B-6D91D113EF0C}" srcOrd="0" destOrd="0" presId="urn:microsoft.com/office/officeart/2008/layout/PictureAccentList"/>
    <dgm:cxn modelId="{654A4F5C-520E-4F9D-B1A7-CCB6D7936D2C}" srcId="{435E0EAF-C8D9-4EA8-BA75-E6227BC64A76}" destId="{611D6A56-F7BF-46EA-9C40-B4E208E6A98B}" srcOrd="8" destOrd="0" parTransId="{CDA2FA00-B958-4F3C-97A4-BC059C6C675B}" sibTransId="{D45904F2-DE9A-432F-BAC6-A95CA1ED484F}"/>
    <dgm:cxn modelId="{34598C5F-570B-494C-851A-2EFA24E795E1}" type="presOf" srcId="{7E60FE7A-2ABB-4727-86E0-109DD24C069B}" destId="{376DA73C-3FD8-486A-9E82-DB3EEDBC6509}" srcOrd="0" destOrd="0" presId="urn:microsoft.com/office/officeart/2008/layout/PictureAccentList"/>
    <dgm:cxn modelId="{47D2DE61-ABF6-4ECD-B0B2-BF846787A9D4}" type="presOf" srcId="{00B67E32-E6BD-4983-9653-5C720FF5C9AC}" destId="{7F9C100C-E150-4380-AA70-7990A8A1A21F}" srcOrd="0" destOrd="0" presId="urn:microsoft.com/office/officeart/2008/layout/PictureAccentList"/>
    <dgm:cxn modelId="{8B733144-9B60-4310-A6E8-4DBA91DF05EF}" srcId="{3ABC285D-7C90-45EC-919F-95B8ED8A0C28}" destId="{435E0EAF-C8D9-4EA8-BA75-E6227BC64A76}" srcOrd="2" destOrd="0" parTransId="{D12C3D16-34C0-4F23-9339-C8E1307B2628}" sibTransId="{5A3E3F88-25FD-4B91-9416-5FFE41347D4C}"/>
    <dgm:cxn modelId="{4F17C265-2B11-4013-8F38-93813FCB6812}" type="presOf" srcId="{CCB4E9EE-D863-4BEF-96B5-C77840A3901D}" destId="{D355510D-29A6-4A95-A7C6-259A149A787E}" srcOrd="0" destOrd="0" presId="urn:microsoft.com/office/officeart/2008/layout/PictureAccentList"/>
    <dgm:cxn modelId="{EFA93268-5D55-433A-B6B0-8D5855B436D7}" type="presOf" srcId="{1CC591C8-C948-45EE-867F-895B7CBBB002}" destId="{D01F2E92-ECAF-4744-B20C-3B1B8FB0B0E2}" srcOrd="0" destOrd="0" presId="urn:microsoft.com/office/officeart/2008/layout/PictureAccentList"/>
    <dgm:cxn modelId="{C9746F6D-E43C-410D-91F8-166640A76F4A}" srcId="{435E0EAF-C8D9-4EA8-BA75-E6227BC64A76}" destId="{EEFF46E0-E6FA-4831-B1DC-00C8E406704C}" srcOrd="3" destOrd="0" parTransId="{3F890DFC-F025-464B-9D0C-83A15CAC76EA}" sibTransId="{D1615101-46C0-4E6D-AC10-A0234D60888A}"/>
    <dgm:cxn modelId="{497ECE6E-3D27-4DB1-B1F4-D8A32A0303AF}" srcId="{435E0EAF-C8D9-4EA8-BA75-E6227BC64A76}" destId="{CA16B275-0732-4E58-9C3E-37EFEA069689}" srcOrd="1" destOrd="0" parTransId="{91BB24FE-87C5-4A31-A391-57EC41F3BFA6}" sibTransId="{2E16D0E8-C933-4ABC-B6A3-4344EB32779D}"/>
    <dgm:cxn modelId="{6F02A37A-F4AD-4B8F-A1A8-619328BC0BA3}" type="presOf" srcId="{82F0C38A-EC2F-4D67-BAAD-D7B855C1D441}" destId="{C93C715B-3942-405E-9B40-48EE24955C90}" srcOrd="0" destOrd="0" presId="urn:microsoft.com/office/officeart/2008/layout/PictureAccentList"/>
    <dgm:cxn modelId="{53654585-08E8-415C-B5F4-9463E6D6E423}" srcId="{DDBB3C66-D5E4-4FC0-91BC-C61300BC37FA}" destId="{82F0C38A-EC2F-4D67-BAAD-D7B855C1D441}" srcOrd="1" destOrd="0" parTransId="{00F2F01F-1A72-4E07-AB55-DE41748EBCAD}" sibTransId="{22ED902E-568C-480E-97DE-B5056D89D754}"/>
    <dgm:cxn modelId="{E5689386-0966-4B25-90A1-6E7041E64218}" type="presOf" srcId="{39EBDA15-7A47-4D7F-A097-53C6F6520B13}" destId="{CE4BC17D-3F94-4113-A212-9BF8D6AA416C}" srcOrd="0" destOrd="0" presId="urn:microsoft.com/office/officeart/2008/layout/PictureAccentList"/>
    <dgm:cxn modelId="{0621D886-9019-4385-9A35-6D229A449208}" type="presOf" srcId="{265774D4-7499-4C9D-9005-739A780AACC3}" destId="{90042E1F-45D6-4DE1-BD0B-45E38C20E5C9}" srcOrd="0" destOrd="0" presId="urn:microsoft.com/office/officeart/2008/layout/PictureAccentList"/>
    <dgm:cxn modelId="{4821CE88-83E5-4D14-92ED-7F170AEA9B47}" type="presOf" srcId="{2DEE88D0-B3C5-4AA4-B1BA-92A00E82C15C}" destId="{A9AE038C-6B1B-4DF3-9D08-E54B336EF153}" srcOrd="0" destOrd="0" presId="urn:microsoft.com/office/officeart/2008/layout/PictureAccentList"/>
    <dgm:cxn modelId="{31F97289-8FC4-4047-AF6C-4CB782EFD1DF}" srcId="{435E0EAF-C8D9-4EA8-BA75-E6227BC64A76}" destId="{C7F4C38C-8F7E-47EC-8029-CF9E9C4C6B48}" srcOrd="5" destOrd="0" parTransId="{4732F3F3-A9B3-444F-AD05-409FDCD10D3C}" sibTransId="{70661CD3-5BDB-49D5-AD66-86041FCF0606}"/>
    <dgm:cxn modelId="{D56B6C8A-C6C3-4CC5-B4ED-2AF6A8E9958F}" type="presOf" srcId="{D6BB2AC8-D6AB-4F17-91D6-73B46B57B8AC}" destId="{3D2A943A-717C-4943-BB94-BA88234539BB}" srcOrd="0" destOrd="0" presId="urn:microsoft.com/office/officeart/2008/layout/PictureAccentList"/>
    <dgm:cxn modelId="{8CC00C91-66A0-4E7E-ABC2-535C34B0D2C0}" type="presOf" srcId="{518A4EE0-101F-44E6-991F-C21F5D23D07B}" destId="{70DF5B22-9739-4875-8F2A-14FA0D289BE9}" srcOrd="0" destOrd="0" presId="urn:microsoft.com/office/officeart/2008/layout/PictureAccentList"/>
    <dgm:cxn modelId="{D1292496-8924-494D-A4FF-50B024435627}" type="presOf" srcId="{6A3372AB-A568-4FFF-85D4-80965BB08930}" destId="{1AF425D0-DE52-4B8D-AC4F-9BE04CC87064}" srcOrd="0" destOrd="0" presId="urn:microsoft.com/office/officeart/2008/layout/PictureAccentList"/>
    <dgm:cxn modelId="{8F998A96-0323-4033-85B2-986DF3AF1378}" type="presOf" srcId="{C7F4C38C-8F7E-47EC-8029-CF9E9C4C6B48}" destId="{457638FC-A3FB-4A3D-88A3-C0CDD0967E72}" srcOrd="0" destOrd="0" presId="urn:microsoft.com/office/officeart/2008/layout/PictureAccentList"/>
    <dgm:cxn modelId="{1A07A099-1158-4F64-A67E-BCCC6D6F0E74}" type="presOf" srcId="{669F23B4-CCA2-4C27-8EEE-FC2C05F7097F}" destId="{4CC93FDD-C574-4EE8-B98A-6203A9F1C55C}" srcOrd="0" destOrd="0" presId="urn:microsoft.com/office/officeart/2008/layout/PictureAccentList"/>
    <dgm:cxn modelId="{10DF85A2-C6C8-4675-9493-E46CAD4DA278}" type="presOf" srcId="{425888E5-CB37-44AE-81D5-E3D0666F2D3D}" destId="{448DA641-69E2-4809-A5D5-A91757C8D4FA}" srcOrd="0" destOrd="0" presId="urn:microsoft.com/office/officeart/2008/layout/PictureAccentList"/>
    <dgm:cxn modelId="{A5F7A6AC-BA74-4BC6-8185-FE34C3CADFB1}" srcId="{435E0EAF-C8D9-4EA8-BA75-E6227BC64A76}" destId="{425888E5-CB37-44AE-81D5-E3D0666F2D3D}" srcOrd="6" destOrd="0" parTransId="{560B05E8-A453-4498-AE82-AD05F89644B0}" sibTransId="{11957A35-8A8A-4AF9-9ED0-F06F0B18C14F}"/>
    <dgm:cxn modelId="{A250B4AE-6502-4D80-8F80-C7F726E0C869}" srcId="{00B67E32-E6BD-4983-9653-5C720FF5C9AC}" destId="{C3605881-D93E-4CFF-B6EA-86A7364DB81C}" srcOrd="4" destOrd="0" parTransId="{695E3AF8-0E64-43A8-8D8A-97F41BA6ACA8}" sibTransId="{E77B7C0D-D5EE-4956-8154-486FD6109B6F}"/>
    <dgm:cxn modelId="{6BED00AF-93E6-4E95-A59F-2F2467CD61E9}" type="presOf" srcId="{611D6A56-F7BF-46EA-9C40-B4E208E6A98B}" destId="{54FE1128-ED55-446C-BE19-3C8A7A92491F}" srcOrd="0" destOrd="0" presId="urn:microsoft.com/office/officeart/2008/layout/PictureAccentList"/>
    <dgm:cxn modelId="{20F134B8-79FB-4B23-9BD4-9B63BE13AF7F}" srcId="{00B67E32-E6BD-4983-9653-5C720FF5C9AC}" destId="{F9DF6F99-84D7-480E-8CB8-F8A20F1E0D1F}" srcOrd="2" destOrd="0" parTransId="{7ECA580C-D664-4A37-8F26-24C5067218E0}" sibTransId="{6D7AEB61-BADC-4244-B351-402FCB861B47}"/>
    <dgm:cxn modelId="{E12F90BE-AFA1-4A6D-BE07-03C33995C4DF}" srcId="{435E0EAF-C8D9-4EA8-BA75-E6227BC64A76}" destId="{518A4EE0-101F-44E6-991F-C21F5D23D07B}" srcOrd="0" destOrd="0" parTransId="{B568E182-4317-46C3-AF4D-3D1F55BAA12A}" sibTransId="{70FD0B30-9EA2-4660-B21E-A06A2E6E4FA8}"/>
    <dgm:cxn modelId="{8E1F73BF-EE1B-46B8-83C7-0CAFB9920F5B}" srcId="{435E0EAF-C8D9-4EA8-BA75-E6227BC64A76}" destId="{D6BB2AC8-D6AB-4F17-91D6-73B46B57B8AC}" srcOrd="7" destOrd="0" parTransId="{04B26705-C14D-49E3-A5D9-C550576B93A1}" sibTransId="{C3B4E574-3DC8-4243-B277-4829317EC681}"/>
    <dgm:cxn modelId="{D52353C3-CD2B-483F-B689-C9596D3BF8BE}" type="presOf" srcId="{87A40218-308D-4A3F-A3A0-CF713ABC4BE8}" destId="{0DB3C14E-245F-4F4B-A0DE-399F2F631D0F}" srcOrd="0" destOrd="0" presId="urn:microsoft.com/office/officeart/2008/layout/PictureAccentList"/>
    <dgm:cxn modelId="{DC342AC5-46A8-4FC1-8390-B0AC399C2F34}" type="presOf" srcId="{DC603C3D-2F0D-4E4A-BECB-D8F7204D360E}" destId="{A6AB8507-F1ED-4615-8612-83685BBED448}" srcOrd="0" destOrd="0" presId="urn:microsoft.com/office/officeart/2008/layout/PictureAccentList"/>
    <dgm:cxn modelId="{169A3ED5-5052-43A0-82D4-8E4B3A319F13}" srcId="{DDBB3C66-D5E4-4FC0-91BC-C61300BC37FA}" destId="{2B657BF5-4A26-4CD9-B902-E0676D265266}" srcOrd="0" destOrd="0" parTransId="{AD2F32A6-90CE-40CD-8475-A244527A9B19}" sibTransId="{DDB011C5-727F-4AA9-8D3F-4766D235E191}"/>
    <dgm:cxn modelId="{B575A5DD-C864-4072-93ED-A77128400134}" srcId="{435E0EAF-C8D9-4EA8-BA75-E6227BC64A76}" destId="{87A40218-308D-4A3F-A3A0-CF713ABC4BE8}" srcOrd="4" destOrd="0" parTransId="{C389F307-C7A2-4520-940A-00B70F6D1095}" sibTransId="{5FBFB786-19B1-4D40-8FF0-29103C6AE401}"/>
    <dgm:cxn modelId="{C27141E0-C987-486B-A822-3936F1CB3395}" type="presOf" srcId="{DDBB3C66-D5E4-4FC0-91BC-C61300BC37FA}" destId="{A724DE05-5801-48B6-B620-AD479B725240}" srcOrd="0" destOrd="0" presId="urn:microsoft.com/office/officeart/2008/layout/PictureAccentList"/>
    <dgm:cxn modelId="{1657EFE0-2A26-4DE8-9B3D-CAD70A5B058F}" srcId="{3ABC285D-7C90-45EC-919F-95B8ED8A0C28}" destId="{DDBB3C66-D5E4-4FC0-91BC-C61300BC37FA}" srcOrd="1" destOrd="0" parTransId="{8048B7FF-CAC6-410A-B397-445FF483B94B}" sibTransId="{D41F61FF-4452-4981-9F84-CF1EDCB01EE5}"/>
    <dgm:cxn modelId="{88CF90E3-940C-4C93-98A8-7A096321893A}" type="presOf" srcId="{435E0EAF-C8D9-4EA8-BA75-E6227BC64A76}" destId="{4D3154D6-B60F-4022-9AFC-B9D0CC58C21F}" srcOrd="0" destOrd="0" presId="urn:microsoft.com/office/officeart/2008/layout/PictureAccentList"/>
    <dgm:cxn modelId="{D28356E7-51DE-434D-9B0A-BE4CBF744C61}" srcId="{DDBB3C66-D5E4-4FC0-91BC-C61300BC37FA}" destId="{39EBDA15-7A47-4D7F-A097-53C6F6520B13}" srcOrd="4" destOrd="0" parTransId="{ED526A3E-13D2-4E98-A1EA-CD84CF223654}" sibTransId="{ADBFF251-E5A0-4A50-A13D-A09C1A8F04A8}"/>
    <dgm:cxn modelId="{1D0D69ED-9C69-4094-A47F-60C8E957D94E}" srcId="{DDBB3C66-D5E4-4FC0-91BC-C61300BC37FA}" destId="{CCB4E9EE-D863-4BEF-96B5-C77840A3901D}" srcOrd="5" destOrd="0" parTransId="{E81EF071-A62B-45B8-A526-9A81C705C004}" sibTransId="{50C2F9F6-6754-4BF6-B967-350B36808AB7}"/>
    <dgm:cxn modelId="{88C3ABF0-3802-4216-9F5C-ECF856786577}" type="presOf" srcId="{3ABC285D-7C90-45EC-919F-95B8ED8A0C28}" destId="{2FE9878E-8CAD-4AB7-89C5-CAE9529326B4}" srcOrd="0" destOrd="0" presId="urn:microsoft.com/office/officeart/2008/layout/PictureAccentList"/>
    <dgm:cxn modelId="{A4DEB4F5-060F-416B-978E-D01D324F86C3}" srcId="{00B67E32-E6BD-4983-9653-5C720FF5C9AC}" destId="{1CC591C8-C948-45EE-867F-895B7CBBB002}" srcOrd="0" destOrd="0" parTransId="{7FE73F14-D9A5-4858-A7DF-D2C46AFBF238}" sibTransId="{EA925A09-6AA5-4185-9E26-54802AAEBCC0}"/>
    <dgm:cxn modelId="{3F96FEF8-EAF1-4DA7-9FCE-3CBFAB435ED3}" srcId="{DDBB3C66-D5E4-4FC0-91BC-C61300BC37FA}" destId="{265774D4-7499-4C9D-9005-739A780AACC3}" srcOrd="6" destOrd="0" parTransId="{28629E04-4ADE-41D8-B8A0-5BFD1F389EDA}" sibTransId="{74356159-1D49-4FA0-AE20-7905C1C0D525}"/>
    <dgm:cxn modelId="{A13013F9-940A-4711-ADCF-75214A23C5D9}" type="presOf" srcId="{2B657BF5-4A26-4CD9-B902-E0676D265266}" destId="{03F550E2-AF53-4F0D-97D6-0CB4FB98BD14}" srcOrd="0" destOrd="0" presId="urn:microsoft.com/office/officeart/2008/layout/PictureAccentList"/>
    <dgm:cxn modelId="{AEFEB5FC-3B8A-4C79-96A8-AC6B735D76E6}" type="presOf" srcId="{D7C1C573-0399-4C46-8690-32E6A99B632E}" destId="{A130DA05-85B9-4111-AE25-F10BEDD17D53}" srcOrd="0" destOrd="0" presId="urn:microsoft.com/office/officeart/2008/layout/PictureAccentList"/>
    <dgm:cxn modelId="{E0C96AFD-A34A-4291-B3EC-404F7A93DC2B}" type="presOf" srcId="{F9DF6F99-84D7-480E-8CB8-F8A20F1E0D1F}" destId="{03DB289B-ED83-47B2-AE0B-9D0FA9B3FB77}" srcOrd="0" destOrd="0" presId="urn:microsoft.com/office/officeart/2008/layout/PictureAccentList"/>
    <dgm:cxn modelId="{E7217C5B-F17D-4BE4-9368-9B14E9EA7F4C}" type="presParOf" srcId="{2FE9878E-8CAD-4AB7-89C5-CAE9529326B4}" destId="{E8055A6C-2FF6-4CC7-9E1B-174EA89B1612}" srcOrd="0" destOrd="0" presId="urn:microsoft.com/office/officeart/2008/layout/PictureAccentList"/>
    <dgm:cxn modelId="{E7034699-19D7-4328-8832-3FD95622E9B2}" type="presParOf" srcId="{E8055A6C-2FF6-4CC7-9E1B-174EA89B1612}" destId="{B7EA0A2C-AB4D-4E0F-8729-15FA33E7412C}" srcOrd="0" destOrd="0" presId="urn:microsoft.com/office/officeart/2008/layout/PictureAccentList"/>
    <dgm:cxn modelId="{4AB86C7B-E2D3-4770-8BE7-15D608CF2D89}" type="presParOf" srcId="{B7EA0A2C-AB4D-4E0F-8729-15FA33E7412C}" destId="{7F9C100C-E150-4380-AA70-7990A8A1A21F}" srcOrd="0" destOrd="0" presId="urn:microsoft.com/office/officeart/2008/layout/PictureAccentList"/>
    <dgm:cxn modelId="{A4FD5B47-0334-4DE9-83D8-2CCBA964C40D}" type="presParOf" srcId="{E8055A6C-2FF6-4CC7-9E1B-174EA89B1612}" destId="{B5E2BECF-3B49-4C1C-B3FE-1DD08699B424}" srcOrd="1" destOrd="0" presId="urn:microsoft.com/office/officeart/2008/layout/PictureAccentList"/>
    <dgm:cxn modelId="{BFB27DEC-A9C7-4FA2-8841-A47EBEE604FA}" type="presParOf" srcId="{B5E2BECF-3B49-4C1C-B3FE-1DD08699B424}" destId="{B6C637CA-AFB6-4412-B11F-8ADB246BF8C6}" srcOrd="0" destOrd="0" presId="urn:microsoft.com/office/officeart/2008/layout/PictureAccentList"/>
    <dgm:cxn modelId="{F9BB74A6-90AB-44F9-BCAB-D87B43F4F8B7}" type="presParOf" srcId="{B6C637CA-AFB6-4412-B11F-8ADB246BF8C6}" destId="{2345C84C-55F9-4323-BCFB-15982D922E90}" srcOrd="0" destOrd="0" presId="urn:microsoft.com/office/officeart/2008/layout/PictureAccentList"/>
    <dgm:cxn modelId="{C05AD0FA-F2BB-4AB3-BD83-615C8A97D7B2}" type="presParOf" srcId="{B6C637CA-AFB6-4412-B11F-8ADB246BF8C6}" destId="{D01F2E92-ECAF-4744-B20C-3B1B8FB0B0E2}" srcOrd="1" destOrd="0" presId="urn:microsoft.com/office/officeart/2008/layout/PictureAccentList"/>
    <dgm:cxn modelId="{660BB6D3-67CB-423A-8E23-E09561BD99F7}" type="presParOf" srcId="{B5E2BECF-3B49-4C1C-B3FE-1DD08699B424}" destId="{165F3019-0E77-4304-B5F4-BD6197DFC814}" srcOrd="1" destOrd="0" presId="urn:microsoft.com/office/officeart/2008/layout/PictureAccentList"/>
    <dgm:cxn modelId="{023C5AAA-E607-4B09-B1CE-DDD0F632978E}" type="presParOf" srcId="{165F3019-0E77-4304-B5F4-BD6197DFC814}" destId="{D0D168E3-1E55-4E4B-8795-EEF0CD8A1856}" srcOrd="0" destOrd="0" presId="urn:microsoft.com/office/officeart/2008/layout/PictureAccentList"/>
    <dgm:cxn modelId="{B59CCEC1-9A3F-4BCE-B772-D23F3418FF9B}" type="presParOf" srcId="{165F3019-0E77-4304-B5F4-BD6197DFC814}" destId="{3A722E23-6447-4473-B5C0-58683C5C0AF1}" srcOrd="1" destOrd="0" presId="urn:microsoft.com/office/officeart/2008/layout/PictureAccentList"/>
    <dgm:cxn modelId="{C94A603C-D828-4C76-8603-EA708AF2B0B9}" type="presParOf" srcId="{B5E2BECF-3B49-4C1C-B3FE-1DD08699B424}" destId="{5A2E885C-2611-4E85-B7FD-69F48E74D5FD}" srcOrd="2" destOrd="0" presId="urn:microsoft.com/office/officeart/2008/layout/PictureAccentList"/>
    <dgm:cxn modelId="{0522F8A3-17C9-4FDA-B736-CA6AC94D2E92}" type="presParOf" srcId="{5A2E885C-2611-4E85-B7FD-69F48E74D5FD}" destId="{F46AB5A2-873D-4B13-B13A-496FE8CDCDCD}" srcOrd="0" destOrd="0" presId="urn:microsoft.com/office/officeart/2008/layout/PictureAccentList"/>
    <dgm:cxn modelId="{C09371CA-7F0A-4F62-A14F-A207A0312578}" type="presParOf" srcId="{5A2E885C-2611-4E85-B7FD-69F48E74D5FD}" destId="{03DB289B-ED83-47B2-AE0B-9D0FA9B3FB77}" srcOrd="1" destOrd="0" presId="urn:microsoft.com/office/officeart/2008/layout/PictureAccentList"/>
    <dgm:cxn modelId="{2E86D810-8C0A-4F8D-959A-3DFDB98A4B57}" type="presParOf" srcId="{B5E2BECF-3B49-4C1C-B3FE-1DD08699B424}" destId="{D2D8DBFF-0F88-4B51-9B7F-D506BB1E600C}" srcOrd="3" destOrd="0" presId="urn:microsoft.com/office/officeart/2008/layout/PictureAccentList"/>
    <dgm:cxn modelId="{CAD9838A-00F8-454C-A73E-95C7BD901EF7}" type="presParOf" srcId="{D2D8DBFF-0F88-4B51-9B7F-D506BB1E600C}" destId="{BF4D439D-DD97-4AF3-81AF-A3C89FA119D4}" srcOrd="0" destOrd="0" presId="urn:microsoft.com/office/officeart/2008/layout/PictureAccentList"/>
    <dgm:cxn modelId="{95B87F20-128E-439C-BA84-2C5FA4CE6E66}" type="presParOf" srcId="{D2D8DBFF-0F88-4B51-9B7F-D506BB1E600C}" destId="{A6AB8507-F1ED-4615-8612-83685BBED448}" srcOrd="1" destOrd="0" presId="urn:microsoft.com/office/officeart/2008/layout/PictureAccentList"/>
    <dgm:cxn modelId="{FF01ACEA-A46C-42B3-83FE-E1C61B0315EE}" type="presParOf" srcId="{B5E2BECF-3B49-4C1C-B3FE-1DD08699B424}" destId="{EB980DFE-903C-4E00-9F2B-A66162A7A334}" srcOrd="4" destOrd="0" presId="urn:microsoft.com/office/officeart/2008/layout/PictureAccentList"/>
    <dgm:cxn modelId="{5976A766-0424-47DA-A04D-20A181E0DFA2}" type="presParOf" srcId="{EB980DFE-903C-4E00-9F2B-A66162A7A334}" destId="{E050190B-98CC-46A6-BF44-5A0777207822}" srcOrd="0" destOrd="0" presId="urn:microsoft.com/office/officeart/2008/layout/PictureAccentList"/>
    <dgm:cxn modelId="{544A86E7-5AB8-4035-94A9-467060C94EB1}" type="presParOf" srcId="{EB980DFE-903C-4E00-9F2B-A66162A7A334}" destId="{8F9F6772-553F-4464-971E-4D6EC3811E40}" srcOrd="1" destOrd="0" presId="urn:microsoft.com/office/officeart/2008/layout/PictureAccentList"/>
    <dgm:cxn modelId="{28E7F425-5932-4B09-8EDB-613DEAB51ACB}" type="presParOf" srcId="{2FE9878E-8CAD-4AB7-89C5-CAE9529326B4}" destId="{DE0C2747-4C6D-4726-94D5-277EBEAEE0BA}" srcOrd="1" destOrd="0" presId="urn:microsoft.com/office/officeart/2008/layout/PictureAccentList"/>
    <dgm:cxn modelId="{2D73CA29-5095-49DC-A1AD-1A3D40A1B614}" type="presParOf" srcId="{DE0C2747-4C6D-4726-94D5-277EBEAEE0BA}" destId="{3139C078-D01C-4E38-9829-DAF6FBC7B06B}" srcOrd="0" destOrd="0" presId="urn:microsoft.com/office/officeart/2008/layout/PictureAccentList"/>
    <dgm:cxn modelId="{A784AD86-149B-4C36-82B5-AF6B99E0D36B}" type="presParOf" srcId="{3139C078-D01C-4E38-9829-DAF6FBC7B06B}" destId="{A724DE05-5801-48B6-B620-AD479B725240}" srcOrd="0" destOrd="0" presId="urn:microsoft.com/office/officeart/2008/layout/PictureAccentList"/>
    <dgm:cxn modelId="{49F4AC2A-BF42-4647-BAF7-D9D340239A70}" type="presParOf" srcId="{DE0C2747-4C6D-4726-94D5-277EBEAEE0BA}" destId="{5711A8AF-7FEE-45AC-BC7F-423D9F2B05E2}" srcOrd="1" destOrd="0" presId="urn:microsoft.com/office/officeart/2008/layout/PictureAccentList"/>
    <dgm:cxn modelId="{14E15D3D-40F1-4C7A-9E0D-9F01F5CE151E}" type="presParOf" srcId="{5711A8AF-7FEE-45AC-BC7F-423D9F2B05E2}" destId="{F6299DF4-01F2-45FB-830B-843E2DB91664}" srcOrd="0" destOrd="0" presId="urn:microsoft.com/office/officeart/2008/layout/PictureAccentList"/>
    <dgm:cxn modelId="{EC79BA45-D466-4C19-A754-867DA59A6F33}" type="presParOf" srcId="{F6299DF4-01F2-45FB-830B-843E2DB91664}" destId="{497DCF19-8D53-422B-922F-049BEE4D63EB}" srcOrd="0" destOrd="0" presId="urn:microsoft.com/office/officeart/2008/layout/PictureAccentList"/>
    <dgm:cxn modelId="{5F50FE83-AB4D-4816-8DAD-9782AAA4617D}" type="presParOf" srcId="{F6299DF4-01F2-45FB-830B-843E2DB91664}" destId="{03F550E2-AF53-4F0D-97D6-0CB4FB98BD14}" srcOrd="1" destOrd="0" presId="urn:microsoft.com/office/officeart/2008/layout/PictureAccentList"/>
    <dgm:cxn modelId="{1D9AB58E-4E9E-433E-B73B-88F52D0A7A17}" type="presParOf" srcId="{5711A8AF-7FEE-45AC-BC7F-423D9F2B05E2}" destId="{849CB70B-3AEA-4887-B796-7846A06D2D46}" srcOrd="1" destOrd="0" presId="urn:microsoft.com/office/officeart/2008/layout/PictureAccentList"/>
    <dgm:cxn modelId="{03DA50E1-A836-4279-86FF-89798A434AF7}" type="presParOf" srcId="{849CB70B-3AEA-4887-B796-7846A06D2D46}" destId="{A913864A-4C21-4370-8497-A818BD170A8C}" srcOrd="0" destOrd="0" presId="urn:microsoft.com/office/officeart/2008/layout/PictureAccentList"/>
    <dgm:cxn modelId="{D1E09C8A-C269-4DB0-9328-8F2E66943731}" type="presParOf" srcId="{849CB70B-3AEA-4887-B796-7846A06D2D46}" destId="{C93C715B-3942-405E-9B40-48EE24955C90}" srcOrd="1" destOrd="0" presId="urn:microsoft.com/office/officeart/2008/layout/PictureAccentList"/>
    <dgm:cxn modelId="{4E7ECC4F-BAE0-494F-9409-63810E297DCD}" type="presParOf" srcId="{5711A8AF-7FEE-45AC-BC7F-423D9F2B05E2}" destId="{A907EC29-A9BF-4C5E-AC10-E5175552A615}" srcOrd="2" destOrd="0" presId="urn:microsoft.com/office/officeart/2008/layout/PictureAccentList"/>
    <dgm:cxn modelId="{DA101FAB-B960-4510-9B2A-C0C9429C50BE}" type="presParOf" srcId="{A907EC29-A9BF-4C5E-AC10-E5175552A615}" destId="{5FBD51F4-9665-4409-BB24-104F93CC76F4}" srcOrd="0" destOrd="0" presId="urn:microsoft.com/office/officeart/2008/layout/PictureAccentList"/>
    <dgm:cxn modelId="{A5CCCEB6-2120-485A-B997-CAA4919C525F}" type="presParOf" srcId="{A907EC29-A9BF-4C5E-AC10-E5175552A615}" destId="{A130DA05-85B9-4111-AE25-F10BEDD17D53}" srcOrd="1" destOrd="0" presId="urn:microsoft.com/office/officeart/2008/layout/PictureAccentList"/>
    <dgm:cxn modelId="{6D18C541-B4E5-4A74-B150-8B4CAC085BE7}" type="presParOf" srcId="{5711A8AF-7FEE-45AC-BC7F-423D9F2B05E2}" destId="{96789FD7-2A79-4D2F-849A-973A80B346E1}" srcOrd="3" destOrd="0" presId="urn:microsoft.com/office/officeart/2008/layout/PictureAccentList"/>
    <dgm:cxn modelId="{84EBBA6A-AD83-48C7-990C-3D040CA8913B}" type="presParOf" srcId="{96789FD7-2A79-4D2F-849A-973A80B346E1}" destId="{CFAB9D68-0FFD-4703-8B03-C95501F159AE}" srcOrd="0" destOrd="0" presId="urn:microsoft.com/office/officeart/2008/layout/PictureAccentList"/>
    <dgm:cxn modelId="{87030B0D-B847-4F97-AC86-BCB17A09F575}" type="presParOf" srcId="{96789FD7-2A79-4D2F-849A-973A80B346E1}" destId="{4CC93FDD-C574-4EE8-B98A-6203A9F1C55C}" srcOrd="1" destOrd="0" presId="urn:microsoft.com/office/officeart/2008/layout/PictureAccentList"/>
    <dgm:cxn modelId="{FBE7E623-8564-4C93-8BBF-B0981F17068C}" type="presParOf" srcId="{5711A8AF-7FEE-45AC-BC7F-423D9F2B05E2}" destId="{EF521CCC-450A-4AB4-8FEC-1C738C732350}" srcOrd="4" destOrd="0" presId="urn:microsoft.com/office/officeart/2008/layout/PictureAccentList"/>
    <dgm:cxn modelId="{3DA328CC-32F4-4D44-B01D-591B97CDF530}" type="presParOf" srcId="{EF521CCC-450A-4AB4-8FEC-1C738C732350}" destId="{50A16B23-398D-42A3-A812-C0B022B6E6FF}" srcOrd="0" destOrd="0" presId="urn:microsoft.com/office/officeart/2008/layout/PictureAccentList"/>
    <dgm:cxn modelId="{D17AEE2C-5333-4917-8EF5-AB5B7A4B1A84}" type="presParOf" srcId="{EF521CCC-450A-4AB4-8FEC-1C738C732350}" destId="{CE4BC17D-3F94-4113-A212-9BF8D6AA416C}" srcOrd="1" destOrd="0" presId="urn:microsoft.com/office/officeart/2008/layout/PictureAccentList"/>
    <dgm:cxn modelId="{8CE412E0-2592-4374-A4BC-C42C1E01F616}" type="presParOf" srcId="{5711A8AF-7FEE-45AC-BC7F-423D9F2B05E2}" destId="{3BF34300-69B6-400C-A248-AECE1F7BB955}" srcOrd="5" destOrd="0" presId="urn:microsoft.com/office/officeart/2008/layout/PictureAccentList"/>
    <dgm:cxn modelId="{47A7D002-669E-4AD7-AE07-426313F89EBD}" type="presParOf" srcId="{3BF34300-69B6-400C-A248-AECE1F7BB955}" destId="{FFC86059-D624-40FC-9764-7169490CE198}" srcOrd="0" destOrd="0" presId="urn:microsoft.com/office/officeart/2008/layout/PictureAccentList"/>
    <dgm:cxn modelId="{672FDB3A-C179-4167-AF02-066B77E99950}" type="presParOf" srcId="{3BF34300-69B6-400C-A248-AECE1F7BB955}" destId="{D355510D-29A6-4A95-A7C6-259A149A787E}" srcOrd="1" destOrd="0" presId="urn:microsoft.com/office/officeart/2008/layout/PictureAccentList"/>
    <dgm:cxn modelId="{9BCD137E-6AE0-4707-AD9C-394D89BAADF8}" type="presParOf" srcId="{5711A8AF-7FEE-45AC-BC7F-423D9F2B05E2}" destId="{96341ECF-DE80-47AD-9DE4-56084ED700E2}" srcOrd="6" destOrd="0" presId="urn:microsoft.com/office/officeart/2008/layout/PictureAccentList"/>
    <dgm:cxn modelId="{0B3FA3B4-A29C-4CF6-8BCA-8833BB4C27C7}" type="presParOf" srcId="{96341ECF-DE80-47AD-9DE4-56084ED700E2}" destId="{D504AA15-27E5-41D8-8629-A6ECB151CDB0}" srcOrd="0" destOrd="0" presId="urn:microsoft.com/office/officeart/2008/layout/PictureAccentList"/>
    <dgm:cxn modelId="{FE459742-7B8C-4F80-BAC1-580F2D79B9AD}" type="presParOf" srcId="{96341ECF-DE80-47AD-9DE4-56084ED700E2}" destId="{90042E1F-45D6-4DE1-BD0B-45E38C20E5C9}" srcOrd="1" destOrd="0" presId="urn:microsoft.com/office/officeart/2008/layout/PictureAccentList"/>
    <dgm:cxn modelId="{40CFDEAA-CAD3-4223-8144-A83F1173A078}" type="presParOf" srcId="{2FE9878E-8CAD-4AB7-89C5-CAE9529326B4}" destId="{5AF9AABC-D353-48D7-9E45-08643319AD10}" srcOrd="2" destOrd="0" presId="urn:microsoft.com/office/officeart/2008/layout/PictureAccentList"/>
    <dgm:cxn modelId="{9943EE98-E2F3-41A6-840C-4B16A31F8200}" type="presParOf" srcId="{5AF9AABC-D353-48D7-9E45-08643319AD10}" destId="{FC8FD02C-327F-447B-97E9-E7115835C1C5}" srcOrd="0" destOrd="0" presId="urn:microsoft.com/office/officeart/2008/layout/PictureAccentList"/>
    <dgm:cxn modelId="{EE7A7271-74D7-43F9-8EA7-B27DE9ECBE79}" type="presParOf" srcId="{FC8FD02C-327F-447B-97E9-E7115835C1C5}" destId="{4D3154D6-B60F-4022-9AFC-B9D0CC58C21F}" srcOrd="0" destOrd="0" presId="urn:microsoft.com/office/officeart/2008/layout/PictureAccentList"/>
    <dgm:cxn modelId="{64D4A692-F6A8-4BC8-9D51-CDF827754DA5}" type="presParOf" srcId="{5AF9AABC-D353-48D7-9E45-08643319AD10}" destId="{122E4907-328A-460C-8691-1E043BEA7461}" srcOrd="1" destOrd="0" presId="urn:microsoft.com/office/officeart/2008/layout/PictureAccentList"/>
    <dgm:cxn modelId="{4AB6C665-966B-4B2B-BE1B-6A8F9A9B590A}" type="presParOf" srcId="{122E4907-328A-460C-8691-1E043BEA7461}" destId="{DD2D93A5-F865-4BB8-A4FB-DD55A81B67D7}" srcOrd="0" destOrd="0" presId="urn:microsoft.com/office/officeart/2008/layout/PictureAccentList"/>
    <dgm:cxn modelId="{78CE78FB-110C-48B3-A140-340253DBA401}" type="presParOf" srcId="{DD2D93A5-F865-4BB8-A4FB-DD55A81B67D7}" destId="{B9B055B9-C3CD-48B7-B982-D475ACFCD0E7}" srcOrd="0" destOrd="0" presId="urn:microsoft.com/office/officeart/2008/layout/PictureAccentList"/>
    <dgm:cxn modelId="{382C2A7D-525C-41DC-A5B7-20E50F37BEF4}" type="presParOf" srcId="{DD2D93A5-F865-4BB8-A4FB-DD55A81B67D7}" destId="{70DF5B22-9739-4875-8F2A-14FA0D289BE9}" srcOrd="1" destOrd="0" presId="urn:microsoft.com/office/officeart/2008/layout/PictureAccentList"/>
    <dgm:cxn modelId="{4BA2C480-A54B-46E6-A47D-14DA57773A31}" type="presParOf" srcId="{122E4907-328A-460C-8691-1E043BEA7461}" destId="{342E0E7B-0EBB-4CBF-9565-45BC6CB0BA48}" srcOrd="1" destOrd="0" presId="urn:microsoft.com/office/officeart/2008/layout/PictureAccentList"/>
    <dgm:cxn modelId="{1D9FA002-6DA0-4EBD-B7D7-B923B8519624}" type="presParOf" srcId="{342E0E7B-0EBB-4CBF-9565-45BC6CB0BA48}" destId="{5D5442EE-7BC0-45BF-BF5D-9AE81721EA0F}" srcOrd="0" destOrd="0" presId="urn:microsoft.com/office/officeart/2008/layout/PictureAccentList"/>
    <dgm:cxn modelId="{A8BB57B2-F49F-4945-8DE0-39E1C4787C08}" type="presParOf" srcId="{342E0E7B-0EBB-4CBF-9565-45BC6CB0BA48}" destId="{FA6FB898-050E-4138-B88D-B75B5CEB2255}" srcOrd="1" destOrd="0" presId="urn:microsoft.com/office/officeart/2008/layout/PictureAccentList"/>
    <dgm:cxn modelId="{1F380E5C-BF96-425E-89B1-304C5DE56341}" type="presParOf" srcId="{122E4907-328A-460C-8691-1E043BEA7461}" destId="{CDDFDCEA-EA74-40B7-9868-D8EAB8D60DD7}" srcOrd="2" destOrd="0" presId="urn:microsoft.com/office/officeart/2008/layout/PictureAccentList"/>
    <dgm:cxn modelId="{3104240A-1320-4AE5-8898-8781E5C04EB4}" type="presParOf" srcId="{CDDFDCEA-EA74-40B7-9868-D8EAB8D60DD7}" destId="{88D5AF92-C238-42D8-8770-67DBBF923132}" srcOrd="0" destOrd="0" presId="urn:microsoft.com/office/officeart/2008/layout/PictureAccentList"/>
    <dgm:cxn modelId="{E6E8134D-3ED3-40F4-8295-F21EDB30CF29}" type="presParOf" srcId="{CDDFDCEA-EA74-40B7-9868-D8EAB8D60DD7}" destId="{1AF425D0-DE52-4B8D-AC4F-9BE04CC87064}" srcOrd="1" destOrd="0" presId="urn:microsoft.com/office/officeart/2008/layout/PictureAccentList"/>
    <dgm:cxn modelId="{DB163AAB-A9A1-4201-9023-D3178BBBDB7C}" type="presParOf" srcId="{122E4907-328A-460C-8691-1E043BEA7461}" destId="{D5A2801D-5768-4E7A-BB04-96225913265D}" srcOrd="3" destOrd="0" presId="urn:microsoft.com/office/officeart/2008/layout/PictureAccentList"/>
    <dgm:cxn modelId="{81684137-D76C-4F86-A57C-51B9F4416C0B}" type="presParOf" srcId="{D5A2801D-5768-4E7A-BB04-96225913265D}" destId="{9C39108E-435B-4162-8581-48791C073AA9}" srcOrd="0" destOrd="0" presId="urn:microsoft.com/office/officeart/2008/layout/PictureAccentList"/>
    <dgm:cxn modelId="{B586E960-6880-4298-9726-48A9D89E3A3B}" type="presParOf" srcId="{D5A2801D-5768-4E7A-BB04-96225913265D}" destId="{BF4CC417-1186-4230-AD5B-6D91D113EF0C}" srcOrd="1" destOrd="0" presId="urn:microsoft.com/office/officeart/2008/layout/PictureAccentList"/>
    <dgm:cxn modelId="{64ACD2D8-7B6A-4B9E-9BC9-C4FEA5873A83}" type="presParOf" srcId="{122E4907-328A-460C-8691-1E043BEA7461}" destId="{CA67950C-6F0F-444C-AB60-7578C338503A}" srcOrd="4" destOrd="0" presId="urn:microsoft.com/office/officeart/2008/layout/PictureAccentList"/>
    <dgm:cxn modelId="{75108826-A99E-4E86-A017-0D9EC9CD234C}" type="presParOf" srcId="{CA67950C-6F0F-444C-AB60-7578C338503A}" destId="{3B215195-5F87-4FEF-BD94-13AA26E875F2}" srcOrd="0" destOrd="0" presId="urn:microsoft.com/office/officeart/2008/layout/PictureAccentList"/>
    <dgm:cxn modelId="{ED9B689B-E119-406A-9511-67A564C79D47}" type="presParOf" srcId="{CA67950C-6F0F-444C-AB60-7578C338503A}" destId="{0DB3C14E-245F-4F4B-A0DE-399F2F631D0F}" srcOrd="1" destOrd="0" presId="urn:microsoft.com/office/officeart/2008/layout/PictureAccentList"/>
    <dgm:cxn modelId="{BCFCF1A8-927F-434D-A29D-A33E502BF71B}" type="presParOf" srcId="{122E4907-328A-460C-8691-1E043BEA7461}" destId="{E36936B9-EB40-4FFB-AA2F-92BAD93DA57A}" srcOrd="5" destOrd="0" presId="urn:microsoft.com/office/officeart/2008/layout/PictureAccentList"/>
    <dgm:cxn modelId="{8C564568-89AE-4A46-8D70-C1E1BBEF7E3B}" type="presParOf" srcId="{E36936B9-EB40-4FFB-AA2F-92BAD93DA57A}" destId="{E100C3B7-2558-4803-9D91-8B820ED963D1}" srcOrd="0" destOrd="0" presId="urn:microsoft.com/office/officeart/2008/layout/PictureAccentList"/>
    <dgm:cxn modelId="{7ADBFC1B-994D-4522-873C-62346BB2C700}" type="presParOf" srcId="{E36936B9-EB40-4FFB-AA2F-92BAD93DA57A}" destId="{457638FC-A3FB-4A3D-88A3-C0CDD0967E72}" srcOrd="1" destOrd="0" presId="urn:microsoft.com/office/officeart/2008/layout/PictureAccentList"/>
    <dgm:cxn modelId="{4043170D-DE87-4456-AE82-FD371DAF6B32}" type="presParOf" srcId="{122E4907-328A-460C-8691-1E043BEA7461}" destId="{58923C34-47A6-42CE-B8BF-D4EB3D5C10AD}" srcOrd="6" destOrd="0" presId="urn:microsoft.com/office/officeart/2008/layout/PictureAccentList"/>
    <dgm:cxn modelId="{442A1B71-BCFA-47DC-B1EF-8D2FE1A72B9F}" type="presParOf" srcId="{58923C34-47A6-42CE-B8BF-D4EB3D5C10AD}" destId="{A34491CD-89CF-497C-82D5-2DD271105377}" srcOrd="0" destOrd="0" presId="urn:microsoft.com/office/officeart/2008/layout/PictureAccentList"/>
    <dgm:cxn modelId="{17C38539-3630-4A84-8E3A-0BE81DCDCCEB}" type="presParOf" srcId="{58923C34-47A6-42CE-B8BF-D4EB3D5C10AD}" destId="{448DA641-69E2-4809-A5D5-A91757C8D4FA}" srcOrd="1" destOrd="0" presId="urn:microsoft.com/office/officeart/2008/layout/PictureAccentList"/>
    <dgm:cxn modelId="{8D4379FA-D3D6-4C54-9F1A-C73CF45EFECE}" type="presParOf" srcId="{122E4907-328A-460C-8691-1E043BEA7461}" destId="{610581AC-44C8-42AF-ABDD-AF56C61A0A20}" srcOrd="7" destOrd="0" presId="urn:microsoft.com/office/officeart/2008/layout/PictureAccentList"/>
    <dgm:cxn modelId="{9E46678F-B1E6-440C-BFB7-BB8E690B79F9}" type="presParOf" srcId="{610581AC-44C8-42AF-ABDD-AF56C61A0A20}" destId="{3F4B38C7-0136-419B-B716-232B61B33FCB}" srcOrd="0" destOrd="0" presId="urn:microsoft.com/office/officeart/2008/layout/PictureAccentList"/>
    <dgm:cxn modelId="{5C292808-D0FA-43FD-8495-3ACE57B6F5AB}" type="presParOf" srcId="{610581AC-44C8-42AF-ABDD-AF56C61A0A20}" destId="{3D2A943A-717C-4943-BB94-BA88234539BB}" srcOrd="1" destOrd="0" presId="urn:microsoft.com/office/officeart/2008/layout/PictureAccentList"/>
    <dgm:cxn modelId="{3D9A6DD1-5C71-4DCF-B4BE-CF0C1C3E054C}" type="presParOf" srcId="{122E4907-328A-460C-8691-1E043BEA7461}" destId="{141930BC-2FB1-44E0-B21E-0378B677A75E}" srcOrd="8" destOrd="0" presId="urn:microsoft.com/office/officeart/2008/layout/PictureAccentList"/>
    <dgm:cxn modelId="{945925A4-BDA6-4228-B857-BACF98D545FC}" type="presParOf" srcId="{141930BC-2FB1-44E0-B21E-0378B677A75E}" destId="{A6ABA017-0D10-44C5-BCEE-CD0DF141B535}" srcOrd="0" destOrd="0" presId="urn:microsoft.com/office/officeart/2008/layout/PictureAccentList"/>
    <dgm:cxn modelId="{F2D24863-3271-47F9-95B5-BB0176256D39}" type="presParOf" srcId="{141930BC-2FB1-44E0-B21E-0378B677A75E}" destId="{54FE1128-ED55-446C-BE19-3C8A7A92491F}" srcOrd="1" destOrd="0" presId="urn:microsoft.com/office/officeart/2008/layout/PictureAccentList"/>
    <dgm:cxn modelId="{0650F511-A6F0-4135-AF39-6824800B9649}" type="presParOf" srcId="{122E4907-328A-460C-8691-1E043BEA7461}" destId="{BD357CA2-B460-4713-96EC-BC9C6BB90150}" srcOrd="9" destOrd="0" presId="urn:microsoft.com/office/officeart/2008/layout/PictureAccentList"/>
    <dgm:cxn modelId="{A6F0D8AF-1DA7-4ABE-BC31-1B93EB88F8DF}" type="presParOf" srcId="{BD357CA2-B460-4713-96EC-BC9C6BB90150}" destId="{6AD8CABF-9F91-442C-87AD-408B65C5EF05}" srcOrd="0" destOrd="0" presId="urn:microsoft.com/office/officeart/2008/layout/PictureAccentList"/>
    <dgm:cxn modelId="{1B514158-862A-46AB-91E9-4D1FC378EAF7}" type="presParOf" srcId="{BD357CA2-B460-4713-96EC-BC9C6BB90150}" destId="{376DA73C-3FD8-486A-9E82-DB3EEDBC6509}" srcOrd="1" destOrd="0" presId="urn:microsoft.com/office/officeart/2008/layout/PictureAccentList"/>
    <dgm:cxn modelId="{C57623FD-2F3E-4851-BC91-4C183D482337}" type="presParOf" srcId="{122E4907-328A-460C-8691-1E043BEA7461}" destId="{8F9B82AB-35AD-418C-B4FA-98DD2645CE60}" srcOrd="10" destOrd="0" presId="urn:microsoft.com/office/officeart/2008/layout/PictureAccentList"/>
    <dgm:cxn modelId="{D4DCA9BA-F3F7-4622-8C41-0184A74EFB16}" type="presParOf" srcId="{8F9B82AB-35AD-418C-B4FA-98DD2645CE60}" destId="{D01E2590-24C4-4460-B40B-73221582E909}" srcOrd="0" destOrd="0" presId="urn:microsoft.com/office/officeart/2008/layout/PictureAccentList"/>
    <dgm:cxn modelId="{897BFAA6-412C-4A84-8DA9-D06157B70620}" type="presParOf" srcId="{8F9B82AB-35AD-418C-B4FA-98DD2645CE60}" destId="{A9AE038C-6B1B-4DF3-9D08-E54B336EF15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576BE3-C82C-4E04-84B7-A5CB35DCDAE1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C208AEE-D909-4249-B53E-1F9DFEEF26DC}">
      <dgm:prSet/>
      <dgm:spPr/>
      <dgm:t>
        <a:bodyPr/>
        <a:lstStyle/>
        <a:p>
          <a:r>
            <a:rPr lang="en-US" b="0" i="0"/>
            <a:t>Class</a:t>
          </a:r>
          <a:endParaRPr lang="en-US"/>
        </a:p>
      </dgm:t>
    </dgm:pt>
    <dgm:pt modelId="{67544F14-4343-400E-B581-072F70CA7AEC}" type="parTrans" cxnId="{1E47FB75-FC38-447A-81D3-53CAC5991329}">
      <dgm:prSet/>
      <dgm:spPr/>
      <dgm:t>
        <a:bodyPr/>
        <a:lstStyle/>
        <a:p>
          <a:endParaRPr lang="en-US"/>
        </a:p>
      </dgm:t>
    </dgm:pt>
    <dgm:pt modelId="{578AE998-7AA6-4387-B51B-3FEA74F8A6B2}" type="sibTrans" cxnId="{1E47FB75-FC38-447A-81D3-53CAC5991329}">
      <dgm:prSet/>
      <dgm:spPr/>
      <dgm:t>
        <a:bodyPr/>
        <a:lstStyle/>
        <a:p>
          <a:endParaRPr lang="en-US"/>
        </a:p>
      </dgm:t>
    </dgm:pt>
    <dgm:pt modelId="{8F936286-E319-415F-A664-608CA92BFD1C}">
      <dgm:prSet/>
      <dgm:spPr/>
      <dgm:t>
        <a:bodyPr/>
        <a:lstStyle/>
        <a:p>
          <a:r>
            <a:rPr lang="en-US" b="0" i="0"/>
            <a:t>Object</a:t>
          </a:r>
          <a:endParaRPr lang="en-US"/>
        </a:p>
      </dgm:t>
    </dgm:pt>
    <dgm:pt modelId="{EA565243-0B6C-43D6-BC49-E71C78BF73C0}" type="parTrans" cxnId="{B6E412AB-5553-48F3-B494-231EE75902CE}">
      <dgm:prSet/>
      <dgm:spPr/>
      <dgm:t>
        <a:bodyPr/>
        <a:lstStyle/>
        <a:p>
          <a:endParaRPr lang="en-US"/>
        </a:p>
      </dgm:t>
    </dgm:pt>
    <dgm:pt modelId="{1811F103-2388-46ED-8DB0-44A7234F0B88}" type="sibTrans" cxnId="{B6E412AB-5553-48F3-B494-231EE75902CE}">
      <dgm:prSet/>
      <dgm:spPr/>
      <dgm:t>
        <a:bodyPr/>
        <a:lstStyle/>
        <a:p>
          <a:endParaRPr lang="en-US"/>
        </a:p>
      </dgm:t>
    </dgm:pt>
    <dgm:pt modelId="{B4B71382-58E4-4416-868F-68653052E429}">
      <dgm:prSet/>
      <dgm:spPr/>
      <dgm:t>
        <a:bodyPr/>
        <a:lstStyle/>
        <a:p>
          <a:r>
            <a:rPr lang="en-US" b="0" i="0"/>
            <a:t>Constructors</a:t>
          </a:r>
          <a:endParaRPr lang="en-US"/>
        </a:p>
      </dgm:t>
    </dgm:pt>
    <dgm:pt modelId="{8457F895-1A9F-4F04-BF1F-2DE51C3725C3}" type="parTrans" cxnId="{B48207B0-69E2-4169-9675-9CA629C7C937}">
      <dgm:prSet/>
      <dgm:spPr/>
      <dgm:t>
        <a:bodyPr/>
        <a:lstStyle/>
        <a:p>
          <a:endParaRPr lang="en-US"/>
        </a:p>
      </dgm:t>
    </dgm:pt>
    <dgm:pt modelId="{5E436325-DC4C-4A91-B547-B78DF1245A1C}" type="sibTrans" cxnId="{B48207B0-69E2-4169-9675-9CA629C7C937}">
      <dgm:prSet/>
      <dgm:spPr/>
      <dgm:t>
        <a:bodyPr/>
        <a:lstStyle/>
        <a:p>
          <a:endParaRPr lang="en-US"/>
        </a:p>
      </dgm:t>
    </dgm:pt>
    <dgm:pt modelId="{4D1B438F-6EDF-4059-A944-59E81C74AF7B}">
      <dgm:prSet/>
      <dgm:spPr/>
      <dgm:t>
        <a:bodyPr/>
        <a:lstStyle/>
        <a:p>
          <a:r>
            <a:rPr lang="en-US" b="0" i="0"/>
            <a:t>Inheritance</a:t>
          </a:r>
          <a:endParaRPr lang="en-US"/>
        </a:p>
      </dgm:t>
    </dgm:pt>
    <dgm:pt modelId="{8D100B5A-A65A-4D23-A92E-AF98020741A4}" type="parTrans" cxnId="{0F4B0139-8DDA-48B5-AAD0-3003FADA808B}">
      <dgm:prSet/>
      <dgm:spPr/>
      <dgm:t>
        <a:bodyPr/>
        <a:lstStyle/>
        <a:p>
          <a:endParaRPr lang="en-US"/>
        </a:p>
      </dgm:t>
    </dgm:pt>
    <dgm:pt modelId="{FF2A5D74-1A7E-417E-AC31-18E07AD538EE}" type="sibTrans" cxnId="{0F4B0139-8DDA-48B5-AAD0-3003FADA808B}">
      <dgm:prSet/>
      <dgm:spPr/>
      <dgm:t>
        <a:bodyPr/>
        <a:lstStyle/>
        <a:p>
          <a:endParaRPr lang="en-US"/>
        </a:p>
      </dgm:t>
    </dgm:pt>
    <dgm:pt modelId="{23391F24-BC98-420F-8F8A-DDCD5E5333AF}">
      <dgm:prSet/>
      <dgm:spPr/>
      <dgm:t>
        <a:bodyPr/>
        <a:lstStyle/>
        <a:p>
          <a:r>
            <a:rPr lang="en-US" b="0" i="0"/>
            <a:t>Method Overriding</a:t>
          </a:r>
          <a:endParaRPr lang="en-US"/>
        </a:p>
      </dgm:t>
    </dgm:pt>
    <dgm:pt modelId="{96A43831-CAD8-4563-BE09-12D5BEA024D3}" type="parTrans" cxnId="{EC583614-70CC-4781-897D-FB93AC9AE824}">
      <dgm:prSet/>
      <dgm:spPr/>
      <dgm:t>
        <a:bodyPr/>
        <a:lstStyle/>
        <a:p>
          <a:endParaRPr lang="en-US"/>
        </a:p>
      </dgm:t>
    </dgm:pt>
    <dgm:pt modelId="{AA67026B-14C8-4096-8341-ED3B5C9EA5E1}" type="sibTrans" cxnId="{EC583614-70CC-4781-897D-FB93AC9AE824}">
      <dgm:prSet/>
      <dgm:spPr/>
      <dgm:t>
        <a:bodyPr/>
        <a:lstStyle/>
        <a:p>
          <a:endParaRPr lang="en-US"/>
        </a:p>
      </dgm:t>
    </dgm:pt>
    <dgm:pt modelId="{7242E432-94C3-4B63-B5C3-B8849C74192F}">
      <dgm:prSet custT="1"/>
      <dgm:spPr>
        <a:solidFill>
          <a:srgbClr val="4285F4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68580" tIns="68580" rIns="68580" bIns="68580" numCol="1" spcCol="1270" anchor="ctr" anchorCtr="0"/>
        <a:lstStyle/>
        <a:p>
          <a:r>
            <a:rPr lang="en-US" sz="1800" b="0" i="0" kern="1200" dirty="0">
              <a:solidFill>
                <a:srgbClr val="FFFFFF"/>
              </a:solidFill>
              <a:latin typeface="Arial"/>
              <a:ea typeface="+mn-ea"/>
              <a:cs typeface="+mn-cs"/>
            </a:rPr>
            <a:t>Encapsulation</a:t>
          </a:r>
        </a:p>
      </dgm:t>
    </dgm:pt>
    <dgm:pt modelId="{103C9E24-5F1C-4A64-B0AD-D5EB288E28D2}" type="parTrans" cxnId="{9F6C373E-58ED-4251-BDE2-D561E3BFA6D4}">
      <dgm:prSet/>
      <dgm:spPr/>
      <dgm:t>
        <a:bodyPr/>
        <a:lstStyle/>
        <a:p>
          <a:endParaRPr lang="en-US"/>
        </a:p>
      </dgm:t>
    </dgm:pt>
    <dgm:pt modelId="{4B66E171-743C-4600-8177-5439A4064CF9}" type="sibTrans" cxnId="{9F6C373E-58ED-4251-BDE2-D561E3BFA6D4}">
      <dgm:prSet/>
      <dgm:spPr/>
      <dgm:t>
        <a:bodyPr/>
        <a:lstStyle/>
        <a:p>
          <a:endParaRPr lang="en-US"/>
        </a:p>
      </dgm:t>
    </dgm:pt>
    <dgm:pt modelId="{E21AC82F-1B08-4630-9571-E3809975274B}">
      <dgm:prSet/>
      <dgm:spPr>
        <a:solidFill>
          <a:schemeClr val="accent1"/>
        </a:solidFill>
      </dgm:spPr>
      <dgm:t>
        <a:bodyPr/>
        <a:lstStyle/>
        <a:p>
          <a:r>
            <a:rPr lang="en-US" b="0" i="0" dirty="0"/>
            <a:t>Interfaces</a:t>
          </a:r>
          <a:endParaRPr lang="en-US" dirty="0"/>
        </a:p>
      </dgm:t>
    </dgm:pt>
    <dgm:pt modelId="{0D883B75-5F86-45A8-BE35-1CAFB1500B1E}" type="parTrans" cxnId="{0F5B3026-CC8F-42F2-B272-32572566BF3C}">
      <dgm:prSet/>
      <dgm:spPr/>
      <dgm:t>
        <a:bodyPr/>
        <a:lstStyle/>
        <a:p>
          <a:endParaRPr lang="en-US"/>
        </a:p>
      </dgm:t>
    </dgm:pt>
    <dgm:pt modelId="{4E5D38AD-412B-4B3C-A83E-D2A603DE3120}" type="sibTrans" cxnId="{0F5B3026-CC8F-42F2-B272-32572566BF3C}">
      <dgm:prSet/>
      <dgm:spPr/>
      <dgm:t>
        <a:bodyPr/>
        <a:lstStyle/>
        <a:p>
          <a:endParaRPr lang="en-US"/>
        </a:p>
      </dgm:t>
    </dgm:pt>
    <dgm:pt modelId="{0FED0885-C780-4906-A0EE-5FA487FE8329}">
      <dgm:prSet/>
      <dgm:spPr/>
      <dgm:t>
        <a:bodyPr/>
        <a:lstStyle/>
        <a:p>
          <a:r>
            <a:rPr lang="en-US" b="0" i="0"/>
            <a:t>Abstractions</a:t>
          </a:r>
          <a:endParaRPr lang="en-US"/>
        </a:p>
      </dgm:t>
    </dgm:pt>
    <dgm:pt modelId="{BE30C400-6413-4CB7-AD3F-4B945FEDE0F8}" type="parTrans" cxnId="{31CD879F-C27D-4861-801F-9D044E992E46}">
      <dgm:prSet/>
      <dgm:spPr/>
      <dgm:t>
        <a:bodyPr/>
        <a:lstStyle/>
        <a:p>
          <a:endParaRPr lang="en-US"/>
        </a:p>
      </dgm:t>
    </dgm:pt>
    <dgm:pt modelId="{1483EC2B-C23F-4EE1-B9E2-C61F7C683C73}" type="sibTrans" cxnId="{31CD879F-C27D-4861-801F-9D044E992E46}">
      <dgm:prSet/>
      <dgm:spPr/>
      <dgm:t>
        <a:bodyPr/>
        <a:lstStyle/>
        <a:p>
          <a:endParaRPr lang="en-US"/>
        </a:p>
      </dgm:t>
    </dgm:pt>
    <dgm:pt modelId="{2F65EA6F-79CE-416A-A066-ECD3526E85BA}">
      <dgm:prSet/>
      <dgm:spPr/>
      <dgm:t>
        <a:bodyPr/>
        <a:lstStyle/>
        <a:p>
          <a:r>
            <a:rPr lang="en-US" b="0" i="0"/>
            <a:t>Polymorphism</a:t>
          </a:r>
          <a:endParaRPr lang="en-US"/>
        </a:p>
      </dgm:t>
    </dgm:pt>
    <dgm:pt modelId="{51576630-CD5A-42E8-81FE-5234F60925EB}" type="parTrans" cxnId="{1CFBF95E-FC64-4861-8836-64A6782782E4}">
      <dgm:prSet/>
      <dgm:spPr/>
      <dgm:t>
        <a:bodyPr/>
        <a:lstStyle/>
        <a:p>
          <a:endParaRPr lang="en-US"/>
        </a:p>
      </dgm:t>
    </dgm:pt>
    <dgm:pt modelId="{818C2637-AF75-4429-8E9C-4F95BE423E38}" type="sibTrans" cxnId="{1CFBF95E-FC64-4861-8836-64A6782782E4}">
      <dgm:prSet/>
      <dgm:spPr/>
      <dgm:t>
        <a:bodyPr/>
        <a:lstStyle/>
        <a:p>
          <a:endParaRPr lang="en-US"/>
        </a:p>
      </dgm:t>
    </dgm:pt>
    <dgm:pt modelId="{68989405-8449-4C74-BE9A-572BC16C06A1}" type="pres">
      <dgm:prSet presAssocID="{03576BE3-C82C-4E04-84B7-A5CB35DCDAE1}" presName="diagram" presStyleCnt="0">
        <dgm:presLayoutVars>
          <dgm:dir/>
          <dgm:resizeHandles val="exact"/>
        </dgm:presLayoutVars>
      </dgm:prSet>
      <dgm:spPr/>
    </dgm:pt>
    <dgm:pt modelId="{70785BD3-16D9-4705-BE35-EF98976227DB}" type="pres">
      <dgm:prSet presAssocID="{BC208AEE-D909-4249-B53E-1F9DFEEF26DC}" presName="node" presStyleLbl="node1" presStyleIdx="0" presStyleCnt="9">
        <dgm:presLayoutVars>
          <dgm:bulletEnabled val="1"/>
        </dgm:presLayoutVars>
      </dgm:prSet>
      <dgm:spPr/>
    </dgm:pt>
    <dgm:pt modelId="{28727574-39A2-4384-A2F9-407DEF952BFC}" type="pres">
      <dgm:prSet presAssocID="{578AE998-7AA6-4387-B51B-3FEA74F8A6B2}" presName="sibTrans" presStyleCnt="0"/>
      <dgm:spPr/>
    </dgm:pt>
    <dgm:pt modelId="{FD48D3B7-C1BE-401E-9B6A-55506963CB1E}" type="pres">
      <dgm:prSet presAssocID="{8F936286-E319-415F-A664-608CA92BFD1C}" presName="node" presStyleLbl="node1" presStyleIdx="1" presStyleCnt="9">
        <dgm:presLayoutVars>
          <dgm:bulletEnabled val="1"/>
        </dgm:presLayoutVars>
      </dgm:prSet>
      <dgm:spPr/>
    </dgm:pt>
    <dgm:pt modelId="{32D7D9AD-0519-4131-8FDE-273BE53ABDB2}" type="pres">
      <dgm:prSet presAssocID="{1811F103-2388-46ED-8DB0-44A7234F0B88}" presName="sibTrans" presStyleCnt="0"/>
      <dgm:spPr/>
    </dgm:pt>
    <dgm:pt modelId="{9A3FD822-16A8-4D54-A470-B2F6C7194E1D}" type="pres">
      <dgm:prSet presAssocID="{B4B71382-58E4-4416-868F-68653052E429}" presName="node" presStyleLbl="node1" presStyleIdx="2" presStyleCnt="9">
        <dgm:presLayoutVars>
          <dgm:bulletEnabled val="1"/>
        </dgm:presLayoutVars>
      </dgm:prSet>
      <dgm:spPr/>
    </dgm:pt>
    <dgm:pt modelId="{DE362C53-8435-496A-BC97-D8EAD0180513}" type="pres">
      <dgm:prSet presAssocID="{5E436325-DC4C-4A91-B547-B78DF1245A1C}" presName="sibTrans" presStyleCnt="0"/>
      <dgm:spPr/>
    </dgm:pt>
    <dgm:pt modelId="{BB92803F-D4C8-4239-9612-D29362550511}" type="pres">
      <dgm:prSet presAssocID="{4D1B438F-6EDF-4059-A944-59E81C74AF7B}" presName="node" presStyleLbl="node1" presStyleIdx="3" presStyleCnt="9">
        <dgm:presLayoutVars>
          <dgm:bulletEnabled val="1"/>
        </dgm:presLayoutVars>
      </dgm:prSet>
      <dgm:spPr/>
    </dgm:pt>
    <dgm:pt modelId="{9B7C1D43-0A8B-4686-87FF-D00840EEB816}" type="pres">
      <dgm:prSet presAssocID="{FF2A5D74-1A7E-417E-AC31-18E07AD538EE}" presName="sibTrans" presStyleCnt="0"/>
      <dgm:spPr/>
    </dgm:pt>
    <dgm:pt modelId="{202CC41C-21A3-4FFE-BE8A-2D77421EB60F}" type="pres">
      <dgm:prSet presAssocID="{23391F24-BC98-420F-8F8A-DDCD5E5333AF}" presName="node" presStyleLbl="node1" presStyleIdx="4" presStyleCnt="9">
        <dgm:presLayoutVars>
          <dgm:bulletEnabled val="1"/>
        </dgm:presLayoutVars>
      </dgm:prSet>
      <dgm:spPr/>
    </dgm:pt>
    <dgm:pt modelId="{EA00E885-B734-4C8C-A95D-31ADBBA76C6F}" type="pres">
      <dgm:prSet presAssocID="{AA67026B-14C8-4096-8341-ED3B5C9EA5E1}" presName="sibTrans" presStyleCnt="0"/>
      <dgm:spPr/>
    </dgm:pt>
    <dgm:pt modelId="{B3D61577-38EF-4E44-86DB-9A83F71150E5}" type="pres">
      <dgm:prSet presAssocID="{7242E432-94C3-4B63-B5C3-B8849C74192F}" presName="node" presStyleLbl="node1" presStyleIdx="5" presStyleCnt="9">
        <dgm:presLayoutVars>
          <dgm:bulletEnabled val="1"/>
        </dgm:presLayoutVars>
      </dgm:prSet>
      <dgm:spPr>
        <a:xfrm>
          <a:off x="2547859" y="1142935"/>
          <a:ext cx="1630896" cy="978537"/>
        </a:xfrm>
        <a:prstGeom prst="rect">
          <a:avLst/>
        </a:prstGeom>
      </dgm:spPr>
    </dgm:pt>
    <dgm:pt modelId="{8753299F-CA97-4723-9A7D-2C71E3D53ECD}" type="pres">
      <dgm:prSet presAssocID="{4B66E171-743C-4600-8177-5439A4064CF9}" presName="sibTrans" presStyleCnt="0"/>
      <dgm:spPr/>
    </dgm:pt>
    <dgm:pt modelId="{60E6A43E-F43B-4AF3-86AB-B40B39BB0DAB}" type="pres">
      <dgm:prSet presAssocID="{E21AC82F-1B08-4630-9571-E3809975274B}" presName="node" presStyleLbl="node1" presStyleIdx="6" presStyleCnt="9">
        <dgm:presLayoutVars>
          <dgm:bulletEnabled val="1"/>
        </dgm:presLayoutVars>
      </dgm:prSet>
      <dgm:spPr/>
    </dgm:pt>
    <dgm:pt modelId="{11837523-631A-48DA-9B1A-C23FBAD2207B}" type="pres">
      <dgm:prSet presAssocID="{4E5D38AD-412B-4B3C-A83E-D2A603DE3120}" presName="sibTrans" presStyleCnt="0"/>
      <dgm:spPr/>
    </dgm:pt>
    <dgm:pt modelId="{9A806A5F-63C3-4492-84AB-11E3F7441EB8}" type="pres">
      <dgm:prSet presAssocID="{0FED0885-C780-4906-A0EE-5FA487FE8329}" presName="node" presStyleLbl="node1" presStyleIdx="7" presStyleCnt="9">
        <dgm:presLayoutVars>
          <dgm:bulletEnabled val="1"/>
        </dgm:presLayoutVars>
      </dgm:prSet>
      <dgm:spPr/>
    </dgm:pt>
    <dgm:pt modelId="{E97DCEA7-160F-4E5B-AC75-3C790FFD4A4C}" type="pres">
      <dgm:prSet presAssocID="{1483EC2B-C23F-4EE1-B9E2-C61F7C683C73}" presName="sibTrans" presStyleCnt="0"/>
      <dgm:spPr/>
    </dgm:pt>
    <dgm:pt modelId="{2066F880-56B1-45B8-9A49-E93FEA75B8AF}" type="pres">
      <dgm:prSet presAssocID="{2F65EA6F-79CE-416A-A066-ECD3526E85BA}" presName="node" presStyleLbl="node1" presStyleIdx="8" presStyleCnt="9">
        <dgm:presLayoutVars>
          <dgm:bulletEnabled val="1"/>
        </dgm:presLayoutVars>
      </dgm:prSet>
      <dgm:spPr/>
    </dgm:pt>
  </dgm:ptLst>
  <dgm:cxnLst>
    <dgm:cxn modelId="{EC583614-70CC-4781-897D-FB93AC9AE824}" srcId="{03576BE3-C82C-4E04-84B7-A5CB35DCDAE1}" destId="{23391F24-BC98-420F-8F8A-DDCD5E5333AF}" srcOrd="4" destOrd="0" parTransId="{96A43831-CAD8-4563-BE09-12D5BEA024D3}" sibTransId="{AA67026B-14C8-4096-8341-ED3B5C9EA5E1}"/>
    <dgm:cxn modelId="{5CEC2F1A-2AC5-42D3-8D23-CCD810542C1D}" type="presOf" srcId="{4D1B438F-6EDF-4059-A944-59E81C74AF7B}" destId="{BB92803F-D4C8-4239-9612-D29362550511}" srcOrd="0" destOrd="0" presId="urn:microsoft.com/office/officeart/2005/8/layout/default"/>
    <dgm:cxn modelId="{0F5B3026-CC8F-42F2-B272-32572566BF3C}" srcId="{03576BE3-C82C-4E04-84B7-A5CB35DCDAE1}" destId="{E21AC82F-1B08-4630-9571-E3809975274B}" srcOrd="6" destOrd="0" parTransId="{0D883B75-5F86-45A8-BE35-1CAFB1500B1E}" sibTransId="{4E5D38AD-412B-4B3C-A83E-D2A603DE3120}"/>
    <dgm:cxn modelId="{F8C5BC2C-A596-4012-A855-DEE383992404}" type="presOf" srcId="{7242E432-94C3-4B63-B5C3-B8849C74192F}" destId="{B3D61577-38EF-4E44-86DB-9A83F71150E5}" srcOrd="0" destOrd="0" presId="urn:microsoft.com/office/officeart/2005/8/layout/default"/>
    <dgm:cxn modelId="{0F4B0139-8DDA-48B5-AAD0-3003FADA808B}" srcId="{03576BE3-C82C-4E04-84B7-A5CB35DCDAE1}" destId="{4D1B438F-6EDF-4059-A944-59E81C74AF7B}" srcOrd="3" destOrd="0" parTransId="{8D100B5A-A65A-4D23-A92E-AF98020741A4}" sibTransId="{FF2A5D74-1A7E-417E-AC31-18E07AD538EE}"/>
    <dgm:cxn modelId="{9F6C373E-58ED-4251-BDE2-D561E3BFA6D4}" srcId="{03576BE3-C82C-4E04-84B7-A5CB35DCDAE1}" destId="{7242E432-94C3-4B63-B5C3-B8849C74192F}" srcOrd="5" destOrd="0" parTransId="{103C9E24-5F1C-4A64-B0AD-D5EB288E28D2}" sibTransId="{4B66E171-743C-4600-8177-5439A4064CF9}"/>
    <dgm:cxn modelId="{2E94655B-5AF0-453B-AA61-C7DDE48D67AE}" type="presOf" srcId="{2F65EA6F-79CE-416A-A066-ECD3526E85BA}" destId="{2066F880-56B1-45B8-9A49-E93FEA75B8AF}" srcOrd="0" destOrd="0" presId="urn:microsoft.com/office/officeart/2005/8/layout/default"/>
    <dgm:cxn modelId="{1159845B-1DAD-4E40-B432-5E003701C614}" type="presOf" srcId="{23391F24-BC98-420F-8F8A-DDCD5E5333AF}" destId="{202CC41C-21A3-4FFE-BE8A-2D77421EB60F}" srcOrd="0" destOrd="0" presId="urn:microsoft.com/office/officeart/2005/8/layout/default"/>
    <dgm:cxn modelId="{1CFBF95E-FC64-4861-8836-64A6782782E4}" srcId="{03576BE3-C82C-4E04-84B7-A5CB35DCDAE1}" destId="{2F65EA6F-79CE-416A-A066-ECD3526E85BA}" srcOrd="8" destOrd="0" parTransId="{51576630-CD5A-42E8-81FE-5234F60925EB}" sibTransId="{818C2637-AF75-4429-8E9C-4F95BE423E38}"/>
    <dgm:cxn modelId="{C91A0D42-4CF4-4055-B505-131223B64A3D}" type="presOf" srcId="{8F936286-E319-415F-A664-608CA92BFD1C}" destId="{FD48D3B7-C1BE-401E-9B6A-55506963CB1E}" srcOrd="0" destOrd="0" presId="urn:microsoft.com/office/officeart/2005/8/layout/default"/>
    <dgm:cxn modelId="{C723F443-C13F-4AB4-8C6D-05F93DE57147}" type="presOf" srcId="{BC208AEE-D909-4249-B53E-1F9DFEEF26DC}" destId="{70785BD3-16D9-4705-BE35-EF98976227DB}" srcOrd="0" destOrd="0" presId="urn:microsoft.com/office/officeart/2005/8/layout/default"/>
    <dgm:cxn modelId="{2979356F-A537-45EC-8F1F-34C7044F5B82}" type="presOf" srcId="{B4B71382-58E4-4416-868F-68653052E429}" destId="{9A3FD822-16A8-4D54-A470-B2F6C7194E1D}" srcOrd="0" destOrd="0" presId="urn:microsoft.com/office/officeart/2005/8/layout/default"/>
    <dgm:cxn modelId="{1E47FB75-FC38-447A-81D3-53CAC5991329}" srcId="{03576BE3-C82C-4E04-84B7-A5CB35DCDAE1}" destId="{BC208AEE-D909-4249-B53E-1F9DFEEF26DC}" srcOrd="0" destOrd="0" parTransId="{67544F14-4343-400E-B581-072F70CA7AEC}" sibTransId="{578AE998-7AA6-4387-B51B-3FEA74F8A6B2}"/>
    <dgm:cxn modelId="{E562548F-2219-44CE-BC4E-B700004FC0A6}" type="presOf" srcId="{0FED0885-C780-4906-A0EE-5FA487FE8329}" destId="{9A806A5F-63C3-4492-84AB-11E3F7441EB8}" srcOrd="0" destOrd="0" presId="urn:microsoft.com/office/officeart/2005/8/layout/default"/>
    <dgm:cxn modelId="{31CD879F-C27D-4861-801F-9D044E992E46}" srcId="{03576BE3-C82C-4E04-84B7-A5CB35DCDAE1}" destId="{0FED0885-C780-4906-A0EE-5FA487FE8329}" srcOrd="7" destOrd="0" parTransId="{BE30C400-6413-4CB7-AD3F-4B945FEDE0F8}" sibTransId="{1483EC2B-C23F-4EE1-B9E2-C61F7C683C73}"/>
    <dgm:cxn modelId="{B6E412AB-5553-48F3-B494-231EE75902CE}" srcId="{03576BE3-C82C-4E04-84B7-A5CB35DCDAE1}" destId="{8F936286-E319-415F-A664-608CA92BFD1C}" srcOrd="1" destOrd="0" parTransId="{EA565243-0B6C-43D6-BC49-E71C78BF73C0}" sibTransId="{1811F103-2388-46ED-8DB0-44A7234F0B88}"/>
    <dgm:cxn modelId="{B48207B0-69E2-4169-9675-9CA629C7C937}" srcId="{03576BE3-C82C-4E04-84B7-A5CB35DCDAE1}" destId="{B4B71382-58E4-4416-868F-68653052E429}" srcOrd="2" destOrd="0" parTransId="{8457F895-1A9F-4F04-BF1F-2DE51C3725C3}" sibTransId="{5E436325-DC4C-4A91-B547-B78DF1245A1C}"/>
    <dgm:cxn modelId="{00CA43B6-79EA-45F3-97D4-2AE724E87504}" type="presOf" srcId="{03576BE3-C82C-4E04-84B7-A5CB35DCDAE1}" destId="{68989405-8449-4C74-BE9A-572BC16C06A1}" srcOrd="0" destOrd="0" presId="urn:microsoft.com/office/officeart/2005/8/layout/default"/>
    <dgm:cxn modelId="{785092F2-05B8-47AD-A660-5DBB07C9B459}" type="presOf" srcId="{E21AC82F-1B08-4630-9571-E3809975274B}" destId="{60E6A43E-F43B-4AF3-86AB-B40B39BB0DAB}" srcOrd="0" destOrd="0" presId="urn:microsoft.com/office/officeart/2005/8/layout/default"/>
    <dgm:cxn modelId="{71C06328-1CB5-410E-9E3D-BC2A83D9A48C}" type="presParOf" srcId="{68989405-8449-4C74-BE9A-572BC16C06A1}" destId="{70785BD3-16D9-4705-BE35-EF98976227DB}" srcOrd="0" destOrd="0" presId="urn:microsoft.com/office/officeart/2005/8/layout/default"/>
    <dgm:cxn modelId="{7404F8DE-B09C-45CF-AB6B-9A6F0919848F}" type="presParOf" srcId="{68989405-8449-4C74-BE9A-572BC16C06A1}" destId="{28727574-39A2-4384-A2F9-407DEF952BFC}" srcOrd="1" destOrd="0" presId="urn:microsoft.com/office/officeart/2005/8/layout/default"/>
    <dgm:cxn modelId="{BE147BDE-0FCA-4827-BCC5-E212104989D7}" type="presParOf" srcId="{68989405-8449-4C74-BE9A-572BC16C06A1}" destId="{FD48D3B7-C1BE-401E-9B6A-55506963CB1E}" srcOrd="2" destOrd="0" presId="urn:microsoft.com/office/officeart/2005/8/layout/default"/>
    <dgm:cxn modelId="{7A8EED20-07FC-4FA7-AF84-7855F15AC4D6}" type="presParOf" srcId="{68989405-8449-4C74-BE9A-572BC16C06A1}" destId="{32D7D9AD-0519-4131-8FDE-273BE53ABDB2}" srcOrd="3" destOrd="0" presId="urn:microsoft.com/office/officeart/2005/8/layout/default"/>
    <dgm:cxn modelId="{E7D947CC-F104-47FB-938E-B137E0F7227D}" type="presParOf" srcId="{68989405-8449-4C74-BE9A-572BC16C06A1}" destId="{9A3FD822-16A8-4D54-A470-B2F6C7194E1D}" srcOrd="4" destOrd="0" presId="urn:microsoft.com/office/officeart/2005/8/layout/default"/>
    <dgm:cxn modelId="{C43D30C4-684C-4488-89FC-60EE1846C0A1}" type="presParOf" srcId="{68989405-8449-4C74-BE9A-572BC16C06A1}" destId="{DE362C53-8435-496A-BC97-D8EAD0180513}" srcOrd="5" destOrd="0" presId="urn:microsoft.com/office/officeart/2005/8/layout/default"/>
    <dgm:cxn modelId="{96CFE52D-D752-49F1-B331-1E4DF10AF191}" type="presParOf" srcId="{68989405-8449-4C74-BE9A-572BC16C06A1}" destId="{BB92803F-D4C8-4239-9612-D29362550511}" srcOrd="6" destOrd="0" presId="urn:microsoft.com/office/officeart/2005/8/layout/default"/>
    <dgm:cxn modelId="{1775FCBC-1F7B-45BE-B8CF-B2FDF74A724B}" type="presParOf" srcId="{68989405-8449-4C74-BE9A-572BC16C06A1}" destId="{9B7C1D43-0A8B-4686-87FF-D00840EEB816}" srcOrd="7" destOrd="0" presId="urn:microsoft.com/office/officeart/2005/8/layout/default"/>
    <dgm:cxn modelId="{F1662400-D324-4BE6-9E9B-3B15876D6CE7}" type="presParOf" srcId="{68989405-8449-4C74-BE9A-572BC16C06A1}" destId="{202CC41C-21A3-4FFE-BE8A-2D77421EB60F}" srcOrd="8" destOrd="0" presId="urn:microsoft.com/office/officeart/2005/8/layout/default"/>
    <dgm:cxn modelId="{1316C8D7-51A0-44D8-9358-014AE839A90E}" type="presParOf" srcId="{68989405-8449-4C74-BE9A-572BC16C06A1}" destId="{EA00E885-B734-4C8C-A95D-31ADBBA76C6F}" srcOrd="9" destOrd="0" presId="urn:microsoft.com/office/officeart/2005/8/layout/default"/>
    <dgm:cxn modelId="{21474E82-AAD2-44F8-AE79-AF9C9DC6CE9F}" type="presParOf" srcId="{68989405-8449-4C74-BE9A-572BC16C06A1}" destId="{B3D61577-38EF-4E44-86DB-9A83F71150E5}" srcOrd="10" destOrd="0" presId="urn:microsoft.com/office/officeart/2005/8/layout/default"/>
    <dgm:cxn modelId="{3E6868FC-E0FD-42F3-BAFB-38AA9ECB5610}" type="presParOf" srcId="{68989405-8449-4C74-BE9A-572BC16C06A1}" destId="{8753299F-CA97-4723-9A7D-2C71E3D53ECD}" srcOrd="11" destOrd="0" presId="urn:microsoft.com/office/officeart/2005/8/layout/default"/>
    <dgm:cxn modelId="{AD2DA5E4-630D-4194-8BF1-D5B792FBAEBF}" type="presParOf" srcId="{68989405-8449-4C74-BE9A-572BC16C06A1}" destId="{60E6A43E-F43B-4AF3-86AB-B40B39BB0DAB}" srcOrd="12" destOrd="0" presId="urn:microsoft.com/office/officeart/2005/8/layout/default"/>
    <dgm:cxn modelId="{DB3AAD95-D98C-42E5-8C0D-4269199A275B}" type="presParOf" srcId="{68989405-8449-4C74-BE9A-572BC16C06A1}" destId="{11837523-631A-48DA-9B1A-C23FBAD2207B}" srcOrd="13" destOrd="0" presId="urn:microsoft.com/office/officeart/2005/8/layout/default"/>
    <dgm:cxn modelId="{36A4F84D-45EA-4EA5-8A64-D52709F66C3C}" type="presParOf" srcId="{68989405-8449-4C74-BE9A-572BC16C06A1}" destId="{9A806A5F-63C3-4492-84AB-11E3F7441EB8}" srcOrd="14" destOrd="0" presId="urn:microsoft.com/office/officeart/2005/8/layout/default"/>
    <dgm:cxn modelId="{3D6CFF5B-FE9F-471F-87E3-181F61089173}" type="presParOf" srcId="{68989405-8449-4C74-BE9A-572BC16C06A1}" destId="{E97DCEA7-160F-4E5B-AC75-3C790FFD4A4C}" srcOrd="15" destOrd="0" presId="urn:microsoft.com/office/officeart/2005/8/layout/default"/>
    <dgm:cxn modelId="{1D2CD6AD-6B54-4475-99C2-8FAE5102CD2E}" type="presParOf" srcId="{68989405-8449-4C74-BE9A-572BC16C06A1}" destId="{2066F880-56B1-45B8-9A49-E93FEA75B8A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482E06-1AA5-4977-B850-D6569F0D4578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EE283CA-2163-4DA7-864E-2B9B547D6307}">
      <dgm:prSet/>
      <dgm:spPr/>
      <dgm:t>
        <a:bodyPr/>
        <a:lstStyle/>
        <a:p>
          <a:r>
            <a:rPr lang="en-US" b="0" i="0"/>
            <a:t>Provide a unified interface to a set of interfaces in a subsystem. </a:t>
          </a:r>
          <a:endParaRPr lang="en-US"/>
        </a:p>
      </dgm:t>
    </dgm:pt>
    <dgm:pt modelId="{29D003A2-A82E-4456-AB6A-299DDB1656F8}" type="parTrans" cxnId="{DFD1B983-4F08-44B2-B30D-5C54ECC32E94}">
      <dgm:prSet/>
      <dgm:spPr/>
      <dgm:t>
        <a:bodyPr/>
        <a:lstStyle/>
        <a:p>
          <a:endParaRPr lang="en-US"/>
        </a:p>
      </dgm:t>
    </dgm:pt>
    <dgm:pt modelId="{BB180012-FDBB-4060-8706-519BFC1462D9}" type="sibTrans" cxnId="{DFD1B983-4F08-44B2-B30D-5C54ECC32E94}">
      <dgm:prSet/>
      <dgm:spPr/>
      <dgm:t>
        <a:bodyPr/>
        <a:lstStyle/>
        <a:p>
          <a:endParaRPr lang="en-US"/>
        </a:p>
      </dgm:t>
    </dgm:pt>
    <dgm:pt modelId="{574B1375-1EAF-49C4-A2E6-25AE05C79C4A}">
      <dgm:prSet/>
      <dgm:spPr/>
      <dgm:t>
        <a:bodyPr/>
        <a:lstStyle/>
        <a:p>
          <a:r>
            <a:rPr lang="en-US" b="0" i="0"/>
            <a:t>Facade defines a higher-level interface that makes the subsystem easier to use.</a:t>
          </a:r>
          <a:endParaRPr lang="en-US"/>
        </a:p>
      </dgm:t>
    </dgm:pt>
    <dgm:pt modelId="{80E26969-A942-4127-A6ED-8D482C1F72D6}" type="parTrans" cxnId="{ED71BAF0-0295-437A-A971-D2CC7A973ACF}">
      <dgm:prSet/>
      <dgm:spPr/>
      <dgm:t>
        <a:bodyPr/>
        <a:lstStyle/>
        <a:p>
          <a:endParaRPr lang="en-US"/>
        </a:p>
      </dgm:t>
    </dgm:pt>
    <dgm:pt modelId="{11BE1650-976C-40E0-B7B1-D17157F32814}" type="sibTrans" cxnId="{ED71BAF0-0295-437A-A971-D2CC7A973ACF}">
      <dgm:prSet/>
      <dgm:spPr/>
      <dgm:t>
        <a:bodyPr/>
        <a:lstStyle/>
        <a:p>
          <a:endParaRPr lang="en-US"/>
        </a:p>
      </dgm:t>
    </dgm:pt>
    <dgm:pt modelId="{3A6B94E0-6169-4A30-8E31-FF4FCE3B21DE}">
      <dgm:prSet/>
      <dgm:spPr/>
      <dgm:t>
        <a:bodyPr/>
        <a:lstStyle/>
        <a:p>
          <a:r>
            <a:rPr lang="en-US" b="0" i="0"/>
            <a:t>Structural type design pattern</a:t>
          </a:r>
          <a:endParaRPr lang="en-US"/>
        </a:p>
      </dgm:t>
    </dgm:pt>
    <dgm:pt modelId="{6B980126-D0AC-4A8D-A6BF-2788B60823A5}" type="parTrans" cxnId="{B0816B1C-DCD6-4572-B151-F96CAFA5A4DA}">
      <dgm:prSet/>
      <dgm:spPr/>
      <dgm:t>
        <a:bodyPr/>
        <a:lstStyle/>
        <a:p>
          <a:endParaRPr lang="en-US"/>
        </a:p>
      </dgm:t>
    </dgm:pt>
    <dgm:pt modelId="{BD304366-D526-4F15-AA2D-4C1C732B1544}" type="sibTrans" cxnId="{B0816B1C-DCD6-4572-B151-F96CAFA5A4DA}">
      <dgm:prSet/>
      <dgm:spPr/>
      <dgm:t>
        <a:bodyPr/>
        <a:lstStyle/>
        <a:p>
          <a:endParaRPr lang="en-US"/>
        </a:p>
      </dgm:t>
    </dgm:pt>
    <dgm:pt modelId="{CBAC0108-B252-410B-AF3B-AE869C1FBA0E}">
      <dgm:prSet/>
      <dgm:spPr/>
      <dgm:t>
        <a:bodyPr/>
        <a:lstStyle/>
        <a:p>
          <a:r>
            <a:rPr lang="en-US" b="0" i="0"/>
            <a:t>Wrapper class that encapsulates a subsystem in order to hide subsystem’s complexity. </a:t>
          </a:r>
          <a:endParaRPr lang="en-US"/>
        </a:p>
      </dgm:t>
    </dgm:pt>
    <dgm:pt modelId="{EE81A6E8-3D37-43F4-8E3A-534EBF21F28D}" type="parTrans" cxnId="{3886AE71-F400-44A1-A3AE-FCE1F1DCFB05}">
      <dgm:prSet/>
      <dgm:spPr/>
      <dgm:t>
        <a:bodyPr/>
        <a:lstStyle/>
        <a:p>
          <a:endParaRPr lang="en-US"/>
        </a:p>
      </dgm:t>
    </dgm:pt>
    <dgm:pt modelId="{C1E4F076-AB98-4937-BD42-9FEA28565F1C}" type="sibTrans" cxnId="{3886AE71-F400-44A1-A3AE-FCE1F1DCFB05}">
      <dgm:prSet/>
      <dgm:spPr/>
      <dgm:t>
        <a:bodyPr/>
        <a:lstStyle/>
        <a:p>
          <a:endParaRPr lang="en-US"/>
        </a:p>
      </dgm:t>
    </dgm:pt>
    <dgm:pt modelId="{D768AC07-9E1A-416B-91D8-E5D8906B445F}">
      <dgm:prSet/>
      <dgm:spPr/>
      <dgm:t>
        <a:bodyPr/>
        <a:lstStyle/>
        <a:p>
          <a:r>
            <a:rPr lang="en-US" b="0" i="0"/>
            <a:t>Can be used in complex systems that have multiple and different sub systems..</a:t>
          </a:r>
          <a:endParaRPr lang="en-US"/>
        </a:p>
      </dgm:t>
    </dgm:pt>
    <dgm:pt modelId="{1D35E25D-6C11-446E-802E-3DF904B22EC7}" type="parTrans" cxnId="{A8E9722B-76CC-42CD-8230-94211D503A12}">
      <dgm:prSet/>
      <dgm:spPr/>
      <dgm:t>
        <a:bodyPr/>
        <a:lstStyle/>
        <a:p>
          <a:endParaRPr lang="en-US"/>
        </a:p>
      </dgm:t>
    </dgm:pt>
    <dgm:pt modelId="{79CD09DB-88EC-4DC1-BA9E-25DFB852A139}" type="sibTrans" cxnId="{A8E9722B-76CC-42CD-8230-94211D503A12}">
      <dgm:prSet/>
      <dgm:spPr/>
      <dgm:t>
        <a:bodyPr/>
        <a:lstStyle/>
        <a:p>
          <a:endParaRPr lang="en-US"/>
        </a:p>
      </dgm:t>
    </dgm:pt>
    <dgm:pt modelId="{C2566CF4-C922-46B3-ABB6-8269744DF4F0}">
      <dgm:prSet/>
      <dgm:spPr/>
      <dgm:t>
        <a:bodyPr/>
        <a:lstStyle/>
        <a:p>
          <a:r>
            <a:rPr lang="en-US" b="0" i="0"/>
            <a:t>Reduce dependencies of outside code on the inner workings of a library. 		</a:t>
          </a:r>
          <a:endParaRPr lang="en-US"/>
        </a:p>
      </dgm:t>
    </dgm:pt>
    <dgm:pt modelId="{0A7EFAE5-3B65-4DCF-AC04-407220279F04}" type="parTrans" cxnId="{B610CCC8-DDF3-41CE-9E5C-CA1C1EC3561E}">
      <dgm:prSet/>
      <dgm:spPr/>
      <dgm:t>
        <a:bodyPr/>
        <a:lstStyle/>
        <a:p>
          <a:endParaRPr lang="en-US"/>
        </a:p>
      </dgm:t>
    </dgm:pt>
    <dgm:pt modelId="{EE3488AC-4037-4543-98F5-09F426CB9929}" type="sibTrans" cxnId="{B610CCC8-DDF3-41CE-9E5C-CA1C1EC3561E}">
      <dgm:prSet/>
      <dgm:spPr/>
      <dgm:t>
        <a:bodyPr/>
        <a:lstStyle/>
        <a:p>
          <a:endParaRPr lang="en-US"/>
        </a:p>
      </dgm:t>
    </dgm:pt>
    <dgm:pt modelId="{99E25416-3823-4F9F-B8A9-9B3CB74369D9}" type="pres">
      <dgm:prSet presAssocID="{A4482E06-1AA5-4977-B850-D6569F0D4578}" presName="root" presStyleCnt="0">
        <dgm:presLayoutVars>
          <dgm:dir/>
          <dgm:resizeHandles val="exact"/>
        </dgm:presLayoutVars>
      </dgm:prSet>
      <dgm:spPr/>
    </dgm:pt>
    <dgm:pt modelId="{FBBEABBC-F094-432B-BC3E-E5789CE29917}" type="pres">
      <dgm:prSet presAssocID="{3EE283CA-2163-4DA7-864E-2B9B547D6307}" presName="compNode" presStyleCnt="0"/>
      <dgm:spPr/>
    </dgm:pt>
    <dgm:pt modelId="{804A3BF2-25C0-4318-BB79-0D0B44D30BBD}" type="pres">
      <dgm:prSet presAssocID="{3EE283CA-2163-4DA7-864E-2B9B547D630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1D629FB-D0EF-4D19-BF95-9166BCD99E5A}" type="pres">
      <dgm:prSet presAssocID="{3EE283CA-2163-4DA7-864E-2B9B547D6307}" presName="spaceRect" presStyleCnt="0"/>
      <dgm:spPr/>
    </dgm:pt>
    <dgm:pt modelId="{3E40EB90-39A9-4161-9D90-E71E3ECC67D1}" type="pres">
      <dgm:prSet presAssocID="{3EE283CA-2163-4DA7-864E-2B9B547D6307}" presName="textRect" presStyleLbl="revTx" presStyleIdx="0" presStyleCnt="6">
        <dgm:presLayoutVars>
          <dgm:chMax val="1"/>
          <dgm:chPref val="1"/>
        </dgm:presLayoutVars>
      </dgm:prSet>
      <dgm:spPr/>
    </dgm:pt>
    <dgm:pt modelId="{8487D197-EA27-461E-AE78-DBA5CD8CD552}" type="pres">
      <dgm:prSet presAssocID="{BB180012-FDBB-4060-8706-519BFC1462D9}" presName="sibTrans" presStyleCnt="0"/>
      <dgm:spPr/>
    </dgm:pt>
    <dgm:pt modelId="{12C3303A-C943-4E4D-8DFB-DAFC681B6709}" type="pres">
      <dgm:prSet presAssocID="{574B1375-1EAF-49C4-A2E6-25AE05C79C4A}" presName="compNode" presStyleCnt="0"/>
      <dgm:spPr/>
    </dgm:pt>
    <dgm:pt modelId="{A2640374-D4B6-4B46-A01F-0BA8358E0A4E}" type="pres">
      <dgm:prSet presAssocID="{574B1375-1EAF-49C4-A2E6-25AE05C79C4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980C959-15C3-4289-B8BD-08348302F384}" type="pres">
      <dgm:prSet presAssocID="{574B1375-1EAF-49C4-A2E6-25AE05C79C4A}" presName="spaceRect" presStyleCnt="0"/>
      <dgm:spPr/>
    </dgm:pt>
    <dgm:pt modelId="{44F2B7F3-3A10-4054-BFD4-CF14255F0248}" type="pres">
      <dgm:prSet presAssocID="{574B1375-1EAF-49C4-A2E6-25AE05C79C4A}" presName="textRect" presStyleLbl="revTx" presStyleIdx="1" presStyleCnt="6">
        <dgm:presLayoutVars>
          <dgm:chMax val="1"/>
          <dgm:chPref val="1"/>
        </dgm:presLayoutVars>
      </dgm:prSet>
      <dgm:spPr/>
    </dgm:pt>
    <dgm:pt modelId="{B740ED03-6D18-4A5A-8B95-C18FB02FF290}" type="pres">
      <dgm:prSet presAssocID="{11BE1650-976C-40E0-B7B1-D17157F32814}" presName="sibTrans" presStyleCnt="0"/>
      <dgm:spPr/>
    </dgm:pt>
    <dgm:pt modelId="{A6001CC6-6AF1-40B0-A8B7-9B9FF1AB50A6}" type="pres">
      <dgm:prSet presAssocID="{3A6B94E0-6169-4A30-8E31-FF4FCE3B21DE}" presName="compNode" presStyleCnt="0"/>
      <dgm:spPr/>
    </dgm:pt>
    <dgm:pt modelId="{5F980135-69DD-4041-A842-6EF74446C07A}" type="pres">
      <dgm:prSet presAssocID="{3A6B94E0-6169-4A30-8E31-FF4FCE3B21D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12A744B3-9960-4479-A71C-2DA029D714C5}" type="pres">
      <dgm:prSet presAssocID="{3A6B94E0-6169-4A30-8E31-FF4FCE3B21DE}" presName="spaceRect" presStyleCnt="0"/>
      <dgm:spPr/>
    </dgm:pt>
    <dgm:pt modelId="{13DE099A-76C7-496D-BBDE-DDC6D2596A97}" type="pres">
      <dgm:prSet presAssocID="{3A6B94E0-6169-4A30-8E31-FF4FCE3B21DE}" presName="textRect" presStyleLbl="revTx" presStyleIdx="2" presStyleCnt="6">
        <dgm:presLayoutVars>
          <dgm:chMax val="1"/>
          <dgm:chPref val="1"/>
        </dgm:presLayoutVars>
      </dgm:prSet>
      <dgm:spPr/>
    </dgm:pt>
    <dgm:pt modelId="{207F3097-27F3-4A75-8E95-126DF293821A}" type="pres">
      <dgm:prSet presAssocID="{BD304366-D526-4F15-AA2D-4C1C732B1544}" presName="sibTrans" presStyleCnt="0"/>
      <dgm:spPr/>
    </dgm:pt>
    <dgm:pt modelId="{875EF902-3939-442D-9EFB-9C0BBCFD01A8}" type="pres">
      <dgm:prSet presAssocID="{CBAC0108-B252-410B-AF3B-AE869C1FBA0E}" presName="compNode" presStyleCnt="0"/>
      <dgm:spPr/>
    </dgm:pt>
    <dgm:pt modelId="{C3897AEA-9E13-462A-86F3-29269F21558C}" type="pres">
      <dgm:prSet presAssocID="{CBAC0108-B252-410B-AF3B-AE869C1FBA0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98E5017-261A-478D-883B-727FEEAB871E}" type="pres">
      <dgm:prSet presAssocID="{CBAC0108-B252-410B-AF3B-AE869C1FBA0E}" presName="spaceRect" presStyleCnt="0"/>
      <dgm:spPr/>
    </dgm:pt>
    <dgm:pt modelId="{2C545CBD-F9E5-4F0F-89D6-20ED0386C754}" type="pres">
      <dgm:prSet presAssocID="{CBAC0108-B252-410B-AF3B-AE869C1FBA0E}" presName="textRect" presStyleLbl="revTx" presStyleIdx="3" presStyleCnt="6">
        <dgm:presLayoutVars>
          <dgm:chMax val="1"/>
          <dgm:chPref val="1"/>
        </dgm:presLayoutVars>
      </dgm:prSet>
      <dgm:spPr/>
    </dgm:pt>
    <dgm:pt modelId="{A4A7DDF2-23FE-49FF-BFA7-291505D558C1}" type="pres">
      <dgm:prSet presAssocID="{C1E4F076-AB98-4937-BD42-9FEA28565F1C}" presName="sibTrans" presStyleCnt="0"/>
      <dgm:spPr/>
    </dgm:pt>
    <dgm:pt modelId="{BEAE2DCA-B0E3-489F-A9E7-9E8F9E85AF92}" type="pres">
      <dgm:prSet presAssocID="{D768AC07-9E1A-416B-91D8-E5D8906B445F}" presName="compNode" presStyleCnt="0"/>
      <dgm:spPr/>
    </dgm:pt>
    <dgm:pt modelId="{2ED6DBEF-AC09-4D1E-9038-11EA77C71197}" type="pres">
      <dgm:prSet presAssocID="{D768AC07-9E1A-416B-91D8-E5D8906B445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A557B004-0C45-4512-B3FD-0387B0CB206C}" type="pres">
      <dgm:prSet presAssocID="{D768AC07-9E1A-416B-91D8-E5D8906B445F}" presName="spaceRect" presStyleCnt="0"/>
      <dgm:spPr/>
    </dgm:pt>
    <dgm:pt modelId="{5FF1BB4E-B6EE-4519-BA23-8FED041D93BB}" type="pres">
      <dgm:prSet presAssocID="{D768AC07-9E1A-416B-91D8-E5D8906B445F}" presName="textRect" presStyleLbl="revTx" presStyleIdx="4" presStyleCnt="6">
        <dgm:presLayoutVars>
          <dgm:chMax val="1"/>
          <dgm:chPref val="1"/>
        </dgm:presLayoutVars>
      </dgm:prSet>
      <dgm:spPr/>
    </dgm:pt>
    <dgm:pt modelId="{578335DC-CB45-45FF-B55D-79AFABCB5A92}" type="pres">
      <dgm:prSet presAssocID="{79CD09DB-88EC-4DC1-BA9E-25DFB852A139}" presName="sibTrans" presStyleCnt="0"/>
      <dgm:spPr/>
    </dgm:pt>
    <dgm:pt modelId="{F292EDC5-DE04-4FFD-AA86-B51F0A50CD25}" type="pres">
      <dgm:prSet presAssocID="{C2566CF4-C922-46B3-ABB6-8269744DF4F0}" presName="compNode" presStyleCnt="0"/>
      <dgm:spPr/>
    </dgm:pt>
    <dgm:pt modelId="{F48FB831-4710-48F5-8836-F77914744F6A}" type="pres">
      <dgm:prSet presAssocID="{C2566CF4-C922-46B3-ABB6-8269744DF4F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14B6EBEC-8A59-4D4B-8FC2-A14FDD070C8D}" type="pres">
      <dgm:prSet presAssocID="{C2566CF4-C922-46B3-ABB6-8269744DF4F0}" presName="spaceRect" presStyleCnt="0"/>
      <dgm:spPr/>
    </dgm:pt>
    <dgm:pt modelId="{2B79BB9B-F91F-4B72-BBBF-B59ECE8F788F}" type="pres">
      <dgm:prSet presAssocID="{C2566CF4-C922-46B3-ABB6-8269744DF4F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0816B1C-DCD6-4572-B151-F96CAFA5A4DA}" srcId="{A4482E06-1AA5-4977-B850-D6569F0D4578}" destId="{3A6B94E0-6169-4A30-8E31-FF4FCE3B21DE}" srcOrd="2" destOrd="0" parTransId="{6B980126-D0AC-4A8D-A6BF-2788B60823A5}" sibTransId="{BD304366-D526-4F15-AA2D-4C1C732B1544}"/>
    <dgm:cxn modelId="{A8E9722B-76CC-42CD-8230-94211D503A12}" srcId="{A4482E06-1AA5-4977-B850-D6569F0D4578}" destId="{D768AC07-9E1A-416B-91D8-E5D8906B445F}" srcOrd="4" destOrd="0" parTransId="{1D35E25D-6C11-446E-802E-3DF904B22EC7}" sibTransId="{79CD09DB-88EC-4DC1-BA9E-25DFB852A139}"/>
    <dgm:cxn modelId="{5525532E-2B77-40D4-AFF7-6D25DEEF0A7E}" type="presOf" srcId="{CBAC0108-B252-410B-AF3B-AE869C1FBA0E}" destId="{2C545CBD-F9E5-4F0F-89D6-20ED0386C754}" srcOrd="0" destOrd="0" presId="urn:microsoft.com/office/officeart/2018/2/layout/IconLabelList"/>
    <dgm:cxn modelId="{B124EA3F-F8D3-46A0-A658-18C326EB8F0D}" type="presOf" srcId="{A4482E06-1AA5-4977-B850-D6569F0D4578}" destId="{99E25416-3823-4F9F-B8A9-9B3CB74369D9}" srcOrd="0" destOrd="0" presId="urn:microsoft.com/office/officeart/2018/2/layout/IconLabelList"/>
    <dgm:cxn modelId="{76944360-4724-402F-9FF0-896817D78B7F}" type="presOf" srcId="{3EE283CA-2163-4DA7-864E-2B9B547D6307}" destId="{3E40EB90-39A9-4161-9D90-E71E3ECC67D1}" srcOrd="0" destOrd="0" presId="urn:microsoft.com/office/officeart/2018/2/layout/IconLabelList"/>
    <dgm:cxn modelId="{AC4AD442-8D9B-433E-A059-BFA3E5DBEF83}" type="presOf" srcId="{C2566CF4-C922-46B3-ABB6-8269744DF4F0}" destId="{2B79BB9B-F91F-4B72-BBBF-B59ECE8F788F}" srcOrd="0" destOrd="0" presId="urn:microsoft.com/office/officeart/2018/2/layout/IconLabelList"/>
    <dgm:cxn modelId="{DB621B45-F70B-4CDA-9A8E-AB0789335D5C}" type="presOf" srcId="{574B1375-1EAF-49C4-A2E6-25AE05C79C4A}" destId="{44F2B7F3-3A10-4054-BFD4-CF14255F0248}" srcOrd="0" destOrd="0" presId="urn:microsoft.com/office/officeart/2018/2/layout/IconLabelList"/>
    <dgm:cxn modelId="{3886AE71-F400-44A1-A3AE-FCE1F1DCFB05}" srcId="{A4482E06-1AA5-4977-B850-D6569F0D4578}" destId="{CBAC0108-B252-410B-AF3B-AE869C1FBA0E}" srcOrd="3" destOrd="0" parTransId="{EE81A6E8-3D37-43F4-8E3A-534EBF21F28D}" sibTransId="{C1E4F076-AB98-4937-BD42-9FEA28565F1C}"/>
    <dgm:cxn modelId="{DFD1B983-4F08-44B2-B30D-5C54ECC32E94}" srcId="{A4482E06-1AA5-4977-B850-D6569F0D4578}" destId="{3EE283CA-2163-4DA7-864E-2B9B547D6307}" srcOrd="0" destOrd="0" parTransId="{29D003A2-A82E-4456-AB6A-299DDB1656F8}" sibTransId="{BB180012-FDBB-4060-8706-519BFC1462D9}"/>
    <dgm:cxn modelId="{1A70ACA9-12C3-4B66-B5F2-F37F25B72204}" type="presOf" srcId="{D768AC07-9E1A-416B-91D8-E5D8906B445F}" destId="{5FF1BB4E-B6EE-4519-BA23-8FED041D93BB}" srcOrd="0" destOrd="0" presId="urn:microsoft.com/office/officeart/2018/2/layout/IconLabelList"/>
    <dgm:cxn modelId="{B610CCC8-DDF3-41CE-9E5C-CA1C1EC3561E}" srcId="{A4482E06-1AA5-4977-B850-D6569F0D4578}" destId="{C2566CF4-C922-46B3-ABB6-8269744DF4F0}" srcOrd="5" destOrd="0" parTransId="{0A7EFAE5-3B65-4DCF-AC04-407220279F04}" sibTransId="{EE3488AC-4037-4543-98F5-09F426CB9929}"/>
    <dgm:cxn modelId="{B52E97DD-C4F0-4631-9095-09F8A21D63D5}" type="presOf" srcId="{3A6B94E0-6169-4A30-8E31-FF4FCE3B21DE}" destId="{13DE099A-76C7-496D-BBDE-DDC6D2596A97}" srcOrd="0" destOrd="0" presId="urn:microsoft.com/office/officeart/2018/2/layout/IconLabelList"/>
    <dgm:cxn modelId="{ED71BAF0-0295-437A-A971-D2CC7A973ACF}" srcId="{A4482E06-1AA5-4977-B850-D6569F0D4578}" destId="{574B1375-1EAF-49C4-A2E6-25AE05C79C4A}" srcOrd="1" destOrd="0" parTransId="{80E26969-A942-4127-A6ED-8D482C1F72D6}" sibTransId="{11BE1650-976C-40E0-B7B1-D17157F32814}"/>
    <dgm:cxn modelId="{359ADFCF-AB88-4CDA-A726-C3932E0A6398}" type="presParOf" srcId="{99E25416-3823-4F9F-B8A9-9B3CB74369D9}" destId="{FBBEABBC-F094-432B-BC3E-E5789CE29917}" srcOrd="0" destOrd="0" presId="urn:microsoft.com/office/officeart/2018/2/layout/IconLabelList"/>
    <dgm:cxn modelId="{86392FA4-1FED-4D53-A6A5-DA239B89BCCB}" type="presParOf" srcId="{FBBEABBC-F094-432B-BC3E-E5789CE29917}" destId="{804A3BF2-25C0-4318-BB79-0D0B44D30BBD}" srcOrd="0" destOrd="0" presId="urn:microsoft.com/office/officeart/2018/2/layout/IconLabelList"/>
    <dgm:cxn modelId="{9C14F7CB-C9AE-40FA-90C7-8DC0977395DE}" type="presParOf" srcId="{FBBEABBC-F094-432B-BC3E-E5789CE29917}" destId="{B1D629FB-D0EF-4D19-BF95-9166BCD99E5A}" srcOrd="1" destOrd="0" presId="urn:microsoft.com/office/officeart/2018/2/layout/IconLabelList"/>
    <dgm:cxn modelId="{8373EF4F-E8F1-4387-A8AF-2CE0BC3C66BE}" type="presParOf" srcId="{FBBEABBC-F094-432B-BC3E-E5789CE29917}" destId="{3E40EB90-39A9-4161-9D90-E71E3ECC67D1}" srcOrd="2" destOrd="0" presId="urn:microsoft.com/office/officeart/2018/2/layout/IconLabelList"/>
    <dgm:cxn modelId="{151056E1-8A99-40B2-ADC4-AAC352CDAFC2}" type="presParOf" srcId="{99E25416-3823-4F9F-B8A9-9B3CB74369D9}" destId="{8487D197-EA27-461E-AE78-DBA5CD8CD552}" srcOrd="1" destOrd="0" presId="urn:microsoft.com/office/officeart/2018/2/layout/IconLabelList"/>
    <dgm:cxn modelId="{691C5B4E-ACB0-4ABC-A610-E8C444388611}" type="presParOf" srcId="{99E25416-3823-4F9F-B8A9-9B3CB74369D9}" destId="{12C3303A-C943-4E4D-8DFB-DAFC681B6709}" srcOrd="2" destOrd="0" presId="urn:microsoft.com/office/officeart/2018/2/layout/IconLabelList"/>
    <dgm:cxn modelId="{E2B28937-A37C-49A5-A24A-76DD7A3D7495}" type="presParOf" srcId="{12C3303A-C943-4E4D-8DFB-DAFC681B6709}" destId="{A2640374-D4B6-4B46-A01F-0BA8358E0A4E}" srcOrd="0" destOrd="0" presId="urn:microsoft.com/office/officeart/2018/2/layout/IconLabelList"/>
    <dgm:cxn modelId="{BA41F538-E2D0-4CDF-B3ED-8CB15807D58A}" type="presParOf" srcId="{12C3303A-C943-4E4D-8DFB-DAFC681B6709}" destId="{6980C959-15C3-4289-B8BD-08348302F384}" srcOrd="1" destOrd="0" presId="urn:microsoft.com/office/officeart/2018/2/layout/IconLabelList"/>
    <dgm:cxn modelId="{8A167636-9630-418C-98DA-4444036AAD54}" type="presParOf" srcId="{12C3303A-C943-4E4D-8DFB-DAFC681B6709}" destId="{44F2B7F3-3A10-4054-BFD4-CF14255F0248}" srcOrd="2" destOrd="0" presId="urn:microsoft.com/office/officeart/2018/2/layout/IconLabelList"/>
    <dgm:cxn modelId="{D6425A27-3F8B-4D94-9573-7DCF65C441B5}" type="presParOf" srcId="{99E25416-3823-4F9F-B8A9-9B3CB74369D9}" destId="{B740ED03-6D18-4A5A-8B95-C18FB02FF290}" srcOrd="3" destOrd="0" presId="urn:microsoft.com/office/officeart/2018/2/layout/IconLabelList"/>
    <dgm:cxn modelId="{A4DC1A92-B8C3-46A5-92D9-B90C3759E74E}" type="presParOf" srcId="{99E25416-3823-4F9F-B8A9-9B3CB74369D9}" destId="{A6001CC6-6AF1-40B0-A8B7-9B9FF1AB50A6}" srcOrd="4" destOrd="0" presId="urn:microsoft.com/office/officeart/2018/2/layout/IconLabelList"/>
    <dgm:cxn modelId="{6A2F8EDF-DC4A-40E1-8377-FC5A202C0FFC}" type="presParOf" srcId="{A6001CC6-6AF1-40B0-A8B7-9B9FF1AB50A6}" destId="{5F980135-69DD-4041-A842-6EF74446C07A}" srcOrd="0" destOrd="0" presId="urn:microsoft.com/office/officeart/2018/2/layout/IconLabelList"/>
    <dgm:cxn modelId="{90911186-FB05-4873-A0E8-AE1C0607E004}" type="presParOf" srcId="{A6001CC6-6AF1-40B0-A8B7-9B9FF1AB50A6}" destId="{12A744B3-9960-4479-A71C-2DA029D714C5}" srcOrd="1" destOrd="0" presId="urn:microsoft.com/office/officeart/2018/2/layout/IconLabelList"/>
    <dgm:cxn modelId="{89F2B368-83DE-49DC-ABF7-1992A05816F1}" type="presParOf" srcId="{A6001CC6-6AF1-40B0-A8B7-9B9FF1AB50A6}" destId="{13DE099A-76C7-496D-BBDE-DDC6D2596A97}" srcOrd="2" destOrd="0" presId="urn:microsoft.com/office/officeart/2018/2/layout/IconLabelList"/>
    <dgm:cxn modelId="{3678EF67-D945-45D7-80EC-34762C964DB5}" type="presParOf" srcId="{99E25416-3823-4F9F-B8A9-9B3CB74369D9}" destId="{207F3097-27F3-4A75-8E95-126DF293821A}" srcOrd="5" destOrd="0" presId="urn:microsoft.com/office/officeart/2018/2/layout/IconLabelList"/>
    <dgm:cxn modelId="{61A7880E-489C-4D36-B188-5DFF8FF30443}" type="presParOf" srcId="{99E25416-3823-4F9F-B8A9-9B3CB74369D9}" destId="{875EF902-3939-442D-9EFB-9C0BBCFD01A8}" srcOrd="6" destOrd="0" presId="urn:microsoft.com/office/officeart/2018/2/layout/IconLabelList"/>
    <dgm:cxn modelId="{0A21AC32-C5AD-4F68-8EAC-D300908137F3}" type="presParOf" srcId="{875EF902-3939-442D-9EFB-9C0BBCFD01A8}" destId="{C3897AEA-9E13-462A-86F3-29269F21558C}" srcOrd="0" destOrd="0" presId="urn:microsoft.com/office/officeart/2018/2/layout/IconLabelList"/>
    <dgm:cxn modelId="{7AD57BEC-A070-4554-AAA7-B8975E2B30FE}" type="presParOf" srcId="{875EF902-3939-442D-9EFB-9C0BBCFD01A8}" destId="{298E5017-261A-478D-883B-727FEEAB871E}" srcOrd="1" destOrd="0" presId="urn:microsoft.com/office/officeart/2018/2/layout/IconLabelList"/>
    <dgm:cxn modelId="{9E44318C-7E93-4C5D-BAC4-EA18D175C928}" type="presParOf" srcId="{875EF902-3939-442D-9EFB-9C0BBCFD01A8}" destId="{2C545CBD-F9E5-4F0F-89D6-20ED0386C754}" srcOrd="2" destOrd="0" presId="urn:microsoft.com/office/officeart/2018/2/layout/IconLabelList"/>
    <dgm:cxn modelId="{A0282156-5537-4486-A480-EEB4FAE1DACE}" type="presParOf" srcId="{99E25416-3823-4F9F-B8A9-9B3CB74369D9}" destId="{A4A7DDF2-23FE-49FF-BFA7-291505D558C1}" srcOrd="7" destOrd="0" presId="urn:microsoft.com/office/officeart/2018/2/layout/IconLabelList"/>
    <dgm:cxn modelId="{1BF9DC29-983F-492C-B6AF-709B12FBF4EA}" type="presParOf" srcId="{99E25416-3823-4F9F-B8A9-9B3CB74369D9}" destId="{BEAE2DCA-B0E3-489F-A9E7-9E8F9E85AF92}" srcOrd="8" destOrd="0" presId="urn:microsoft.com/office/officeart/2018/2/layout/IconLabelList"/>
    <dgm:cxn modelId="{6A67B552-9038-4122-B785-E80E5A689595}" type="presParOf" srcId="{BEAE2DCA-B0E3-489F-A9E7-9E8F9E85AF92}" destId="{2ED6DBEF-AC09-4D1E-9038-11EA77C71197}" srcOrd="0" destOrd="0" presId="urn:microsoft.com/office/officeart/2018/2/layout/IconLabelList"/>
    <dgm:cxn modelId="{8FA6934D-5439-45D6-8432-0551E9075843}" type="presParOf" srcId="{BEAE2DCA-B0E3-489F-A9E7-9E8F9E85AF92}" destId="{A557B004-0C45-4512-B3FD-0387B0CB206C}" srcOrd="1" destOrd="0" presId="urn:microsoft.com/office/officeart/2018/2/layout/IconLabelList"/>
    <dgm:cxn modelId="{B5F3AD37-43BE-433C-9E23-64B78D2736D2}" type="presParOf" srcId="{BEAE2DCA-B0E3-489F-A9E7-9E8F9E85AF92}" destId="{5FF1BB4E-B6EE-4519-BA23-8FED041D93BB}" srcOrd="2" destOrd="0" presId="urn:microsoft.com/office/officeart/2018/2/layout/IconLabelList"/>
    <dgm:cxn modelId="{3EEA32C2-28CD-476A-9301-77E8817D5780}" type="presParOf" srcId="{99E25416-3823-4F9F-B8A9-9B3CB74369D9}" destId="{578335DC-CB45-45FF-B55D-79AFABCB5A92}" srcOrd="9" destOrd="0" presId="urn:microsoft.com/office/officeart/2018/2/layout/IconLabelList"/>
    <dgm:cxn modelId="{B20C4541-0D27-437E-80E8-D15A0BB9C096}" type="presParOf" srcId="{99E25416-3823-4F9F-B8A9-9B3CB74369D9}" destId="{F292EDC5-DE04-4FFD-AA86-B51F0A50CD25}" srcOrd="10" destOrd="0" presId="urn:microsoft.com/office/officeart/2018/2/layout/IconLabelList"/>
    <dgm:cxn modelId="{4C0226DC-A1FA-4C47-8F89-F1E7C28F285F}" type="presParOf" srcId="{F292EDC5-DE04-4FFD-AA86-B51F0A50CD25}" destId="{F48FB831-4710-48F5-8836-F77914744F6A}" srcOrd="0" destOrd="0" presId="urn:microsoft.com/office/officeart/2018/2/layout/IconLabelList"/>
    <dgm:cxn modelId="{E2E970BD-7B23-444E-9A6C-0AABB810A3DC}" type="presParOf" srcId="{F292EDC5-DE04-4FFD-AA86-B51F0A50CD25}" destId="{14B6EBEC-8A59-4D4B-8FC2-A14FDD070C8D}" srcOrd="1" destOrd="0" presId="urn:microsoft.com/office/officeart/2018/2/layout/IconLabelList"/>
    <dgm:cxn modelId="{E3B3780A-2545-4820-908B-078811538A0A}" type="presParOf" srcId="{F292EDC5-DE04-4FFD-AA86-B51F0A50CD25}" destId="{2B79BB9B-F91F-4B72-BBBF-B59ECE8F788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019AD7-858C-4A1C-B4AE-E0A78020ACC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5838E6A-1259-42D4-8888-633384AFA3AA}">
      <dgm:prSet/>
      <dgm:spPr/>
      <dgm:t>
        <a:bodyPr/>
        <a:lstStyle/>
        <a:p>
          <a:pPr>
            <a:defRPr cap="all"/>
          </a:pPr>
          <a:r>
            <a:rPr lang="en-US" b="0" i="0" dirty="0"/>
            <a:t>What are the key advantages of using the Facade pattern? </a:t>
          </a:r>
          <a:endParaRPr lang="en-US" dirty="0"/>
        </a:p>
      </dgm:t>
    </dgm:pt>
    <dgm:pt modelId="{CC72BE18-6415-4113-B76E-DC3495A99261}" type="parTrans" cxnId="{23A59CF2-A68E-40CC-A809-7D060A126F3C}">
      <dgm:prSet/>
      <dgm:spPr/>
      <dgm:t>
        <a:bodyPr/>
        <a:lstStyle/>
        <a:p>
          <a:endParaRPr lang="en-US"/>
        </a:p>
      </dgm:t>
    </dgm:pt>
    <dgm:pt modelId="{80D652EA-05DC-45E1-A059-0103B07897B0}" type="sibTrans" cxnId="{23A59CF2-A68E-40CC-A809-7D060A126F3C}">
      <dgm:prSet/>
      <dgm:spPr/>
      <dgm:t>
        <a:bodyPr/>
        <a:lstStyle/>
        <a:p>
          <a:endParaRPr lang="en-US"/>
        </a:p>
      </dgm:t>
    </dgm:pt>
    <dgm:pt modelId="{DF4172CD-3301-4546-AC08-923A9915D824}">
      <dgm:prSet/>
      <dgm:spPr/>
      <dgm:t>
        <a:bodyPr/>
        <a:lstStyle/>
        <a:p>
          <a:pPr>
            <a:defRPr cap="all"/>
          </a:pPr>
          <a:r>
            <a:rPr lang="en-US" b="0" i="0" dirty="0"/>
            <a:t>Can you access each of the subsystems directly? </a:t>
          </a:r>
          <a:endParaRPr lang="en-US" dirty="0"/>
        </a:p>
      </dgm:t>
    </dgm:pt>
    <dgm:pt modelId="{CBE417D3-B28D-4B97-B506-295D77A65391}" type="parTrans" cxnId="{16735D11-E9A4-4620-A4EE-A9822EFD9BD3}">
      <dgm:prSet/>
      <dgm:spPr/>
      <dgm:t>
        <a:bodyPr/>
        <a:lstStyle/>
        <a:p>
          <a:endParaRPr lang="en-US"/>
        </a:p>
      </dgm:t>
    </dgm:pt>
    <dgm:pt modelId="{B63553CA-F3F7-4D38-ADE5-D37B7E46A7D0}" type="sibTrans" cxnId="{16735D11-E9A4-4620-A4EE-A9822EFD9BD3}">
      <dgm:prSet/>
      <dgm:spPr/>
      <dgm:t>
        <a:bodyPr/>
        <a:lstStyle/>
        <a:p>
          <a:endParaRPr lang="en-US"/>
        </a:p>
      </dgm:t>
    </dgm:pt>
    <dgm:pt modelId="{ECE9274A-70E7-4EB3-BC00-8C2D8788645A}">
      <dgm:prSet/>
      <dgm:spPr/>
      <dgm:t>
        <a:bodyPr/>
        <a:lstStyle/>
        <a:p>
          <a:pPr>
            <a:defRPr cap="all"/>
          </a:pPr>
          <a:r>
            <a:rPr lang="en-US" b="0" i="0" dirty="0"/>
            <a:t>There should be only one facade for a complex subsystem. Is this understanding correct?</a:t>
          </a:r>
          <a:endParaRPr lang="en-US" dirty="0"/>
        </a:p>
      </dgm:t>
    </dgm:pt>
    <dgm:pt modelId="{494436A2-D8CA-4FBA-B95C-0DC9D4B58DD6}" type="parTrans" cxnId="{974DC066-881E-4D6F-B8C2-563717644302}">
      <dgm:prSet/>
      <dgm:spPr/>
      <dgm:t>
        <a:bodyPr/>
        <a:lstStyle/>
        <a:p>
          <a:endParaRPr lang="en-US"/>
        </a:p>
      </dgm:t>
    </dgm:pt>
    <dgm:pt modelId="{9EDF2B6B-74F9-4AA3-9BE0-BE62C9F6137A}" type="sibTrans" cxnId="{974DC066-881E-4D6F-B8C2-563717644302}">
      <dgm:prSet/>
      <dgm:spPr/>
      <dgm:t>
        <a:bodyPr/>
        <a:lstStyle/>
        <a:p>
          <a:endParaRPr lang="en-US"/>
        </a:p>
      </dgm:t>
    </dgm:pt>
    <dgm:pt modelId="{A97675CF-8149-4E03-BF2D-3FF74159F323}">
      <dgm:prSet/>
      <dgm:spPr/>
      <dgm:t>
        <a:bodyPr/>
        <a:lstStyle/>
        <a:p>
          <a:pPr>
            <a:defRPr cap="all"/>
          </a:pPr>
          <a:r>
            <a:rPr lang="en-US" b="0" i="0" dirty="0"/>
            <a:t>What are the challenges associated with the Facade pattern? </a:t>
          </a:r>
          <a:endParaRPr lang="en-US" dirty="0"/>
        </a:p>
      </dgm:t>
    </dgm:pt>
    <dgm:pt modelId="{3888665C-5E31-4E94-9C88-77D68AD26848}" type="parTrans" cxnId="{84EF8B41-3975-4FC6-BB28-96D255189F32}">
      <dgm:prSet/>
      <dgm:spPr/>
      <dgm:t>
        <a:bodyPr/>
        <a:lstStyle/>
        <a:p>
          <a:endParaRPr lang="en-US"/>
        </a:p>
      </dgm:t>
    </dgm:pt>
    <dgm:pt modelId="{D9FC0C3F-40B4-42A1-8867-78E3E71B9FE5}" type="sibTrans" cxnId="{84EF8B41-3975-4FC6-BB28-96D255189F32}">
      <dgm:prSet/>
      <dgm:spPr/>
      <dgm:t>
        <a:bodyPr/>
        <a:lstStyle/>
        <a:p>
          <a:endParaRPr lang="en-US"/>
        </a:p>
      </dgm:t>
    </dgm:pt>
    <dgm:pt modelId="{78C98AD7-CBDA-4FD1-9763-95E9D0E3000E}" type="pres">
      <dgm:prSet presAssocID="{4A019AD7-858C-4A1C-B4AE-E0A78020ACC3}" presName="root" presStyleCnt="0">
        <dgm:presLayoutVars>
          <dgm:dir/>
          <dgm:resizeHandles val="exact"/>
        </dgm:presLayoutVars>
      </dgm:prSet>
      <dgm:spPr/>
    </dgm:pt>
    <dgm:pt modelId="{36EFB8F9-6433-4DD1-B576-EB6B58EF07CE}" type="pres">
      <dgm:prSet presAssocID="{05838E6A-1259-42D4-8888-633384AFA3AA}" presName="compNode" presStyleCnt="0"/>
      <dgm:spPr/>
    </dgm:pt>
    <dgm:pt modelId="{532DAB07-0366-4B73-9BF5-CBFD859E559E}" type="pres">
      <dgm:prSet presAssocID="{05838E6A-1259-42D4-8888-633384AFA3AA}" presName="iconBgRect" presStyleLbl="bgShp" presStyleIdx="0" presStyleCnt="4"/>
      <dgm:spPr/>
    </dgm:pt>
    <dgm:pt modelId="{6D814DFE-7C30-4077-A51B-D9A337CCBF88}" type="pres">
      <dgm:prSet presAssocID="{05838E6A-1259-42D4-8888-633384AFA3A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38287D3-9A8F-46BC-AF98-1D352DAECBA1}" type="pres">
      <dgm:prSet presAssocID="{05838E6A-1259-42D4-8888-633384AFA3AA}" presName="spaceRect" presStyleCnt="0"/>
      <dgm:spPr/>
    </dgm:pt>
    <dgm:pt modelId="{84607E47-9F8B-4B4A-BBFA-2FCFBD918ED2}" type="pres">
      <dgm:prSet presAssocID="{05838E6A-1259-42D4-8888-633384AFA3AA}" presName="textRect" presStyleLbl="revTx" presStyleIdx="0" presStyleCnt="4">
        <dgm:presLayoutVars>
          <dgm:chMax val="1"/>
          <dgm:chPref val="1"/>
        </dgm:presLayoutVars>
      </dgm:prSet>
      <dgm:spPr/>
    </dgm:pt>
    <dgm:pt modelId="{4BF4CF02-FAF0-4B47-B9D8-78C0D875D865}" type="pres">
      <dgm:prSet presAssocID="{80D652EA-05DC-45E1-A059-0103B07897B0}" presName="sibTrans" presStyleCnt="0"/>
      <dgm:spPr/>
    </dgm:pt>
    <dgm:pt modelId="{F31766F0-1B36-45BB-A823-4AC7B85897BD}" type="pres">
      <dgm:prSet presAssocID="{DF4172CD-3301-4546-AC08-923A9915D824}" presName="compNode" presStyleCnt="0"/>
      <dgm:spPr/>
    </dgm:pt>
    <dgm:pt modelId="{9DBA42C1-D429-4E5C-A10D-4E2DA986A402}" type="pres">
      <dgm:prSet presAssocID="{DF4172CD-3301-4546-AC08-923A9915D824}" presName="iconBgRect" presStyleLbl="bgShp" presStyleIdx="1" presStyleCnt="4"/>
      <dgm:spPr/>
    </dgm:pt>
    <dgm:pt modelId="{86F33A44-104C-4423-812E-7C54DE8588E4}" type="pres">
      <dgm:prSet presAssocID="{DF4172CD-3301-4546-AC08-923A9915D82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554EF03-212E-42AF-99A0-2FD66E627D5D}" type="pres">
      <dgm:prSet presAssocID="{DF4172CD-3301-4546-AC08-923A9915D824}" presName="spaceRect" presStyleCnt="0"/>
      <dgm:spPr/>
    </dgm:pt>
    <dgm:pt modelId="{A53498A8-B5E1-4C44-B439-1FC3E9353EBC}" type="pres">
      <dgm:prSet presAssocID="{DF4172CD-3301-4546-AC08-923A9915D824}" presName="textRect" presStyleLbl="revTx" presStyleIdx="1" presStyleCnt="4">
        <dgm:presLayoutVars>
          <dgm:chMax val="1"/>
          <dgm:chPref val="1"/>
        </dgm:presLayoutVars>
      </dgm:prSet>
      <dgm:spPr/>
    </dgm:pt>
    <dgm:pt modelId="{5FCA76F6-F317-413E-9903-BFD72EB36B46}" type="pres">
      <dgm:prSet presAssocID="{B63553CA-F3F7-4D38-ADE5-D37B7E46A7D0}" presName="sibTrans" presStyleCnt="0"/>
      <dgm:spPr/>
    </dgm:pt>
    <dgm:pt modelId="{D04ECD95-4739-4A3C-8769-E2A7CD79F322}" type="pres">
      <dgm:prSet presAssocID="{ECE9274A-70E7-4EB3-BC00-8C2D8788645A}" presName="compNode" presStyleCnt="0"/>
      <dgm:spPr/>
    </dgm:pt>
    <dgm:pt modelId="{E6BD229A-3D4E-42B2-9BDB-C61FB088C92D}" type="pres">
      <dgm:prSet presAssocID="{ECE9274A-70E7-4EB3-BC00-8C2D8788645A}" presName="iconBgRect" presStyleLbl="bgShp" presStyleIdx="2" presStyleCnt="4"/>
      <dgm:spPr/>
    </dgm:pt>
    <dgm:pt modelId="{6D0A3A8F-AC2E-4BF9-92AD-B04F38F58ED4}" type="pres">
      <dgm:prSet presAssocID="{ECE9274A-70E7-4EB3-BC00-8C2D878864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2E37421E-AFB4-4CB4-94F4-3C0A26616E5F}" type="pres">
      <dgm:prSet presAssocID="{ECE9274A-70E7-4EB3-BC00-8C2D8788645A}" presName="spaceRect" presStyleCnt="0"/>
      <dgm:spPr/>
    </dgm:pt>
    <dgm:pt modelId="{1EA173D9-71A3-4CEF-9999-4EA872689BA2}" type="pres">
      <dgm:prSet presAssocID="{ECE9274A-70E7-4EB3-BC00-8C2D8788645A}" presName="textRect" presStyleLbl="revTx" presStyleIdx="2" presStyleCnt="4">
        <dgm:presLayoutVars>
          <dgm:chMax val="1"/>
          <dgm:chPref val="1"/>
        </dgm:presLayoutVars>
      </dgm:prSet>
      <dgm:spPr/>
    </dgm:pt>
    <dgm:pt modelId="{80D7EF9E-5CCA-4C76-8458-EC689CD3D005}" type="pres">
      <dgm:prSet presAssocID="{9EDF2B6B-74F9-4AA3-9BE0-BE62C9F6137A}" presName="sibTrans" presStyleCnt="0"/>
      <dgm:spPr/>
    </dgm:pt>
    <dgm:pt modelId="{27D1FD72-5D15-411D-B4AE-0369BB6C30E4}" type="pres">
      <dgm:prSet presAssocID="{A97675CF-8149-4E03-BF2D-3FF74159F323}" presName="compNode" presStyleCnt="0"/>
      <dgm:spPr/>
    </dgm:pt>
    <dgm:pt modelId="{06EEACD1-16F2-4601-B3F5-E92BC5F2EABE}" type="pres">
      <dgm:prSet presAssocID="{A97675CF-8149-4E03-BF2D-3FF74159F323}" presName="iconBgRect" presStyleLbl="bgShp" presStyleIdx="3" presStyleCnt="4"/>
      <dgm:spPr/>
    </dgm:pt>
    <dgm:pt modelId="{EE1044DF-5C9C-4689-BACF-8D01B1B1AF65}" type="pres">
      <dgm:prSet presAssocID="{A97675CF-8149-4E03-BF2D-3FF74159F3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1484737B-2B63-44BF-B85F-442BF28CFF0F}" type="pres">
      <dgm:prSet presAssocID="{A97675CF-8149-4E03-BF2D-3FF74159F323}" presName="spaceRect" presStyleCnt="0"/>
      <dgm:spPr/>
    </dgm:pt>
    <dgm:pt modelId="{E906A619-C1D1-4A64-9CB3-5160111F6291}" type="pres">
      <dgm:prSet presAssocID="{A97675CF-8149-4E03-BF2D-3FF74159F3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6735D11-E9A4-4620-A4EE-A9822EFD9BD3}" srcId="{4A019AD7-858C-4A1C-B4AE-E0A78020ACC3}" destId="{DF4172CD-3301-4546-AC08-923A9915D824}" srcOrd="1" destOrd="0" parTransId="{CBE417D3-B28D-4B97-B506-295D77A65391}" sibTransId="{B63553CA-F3F7-4D38-ADE5-D37B7E46A7D0}"/>
    <dgm:cxn modelId="{84EF8B41-3975-4FC6-BB28-96D255189F32}" srcId="{4A019AD7-858C-4A1C-B4AE-E0A78020ACC3}" destId="{A97675CF-8149-4E03-BF2D-3FF74159F323}" srcOrd="3" destOrd="0" parTransId="{3888665C-5E31-4E94-9C88-77D68AD26848}" sibTransId="{D9FC0C3F-40B4-42A1-8867-78E3E71B9FE5}"/>
    <dgm:cxn modelId="{14191044-8CC6-4DD6-83B9-B0E1DE9C3D1F}" type="presOf" srcId="{DF4172CD-3301-4546-AC08-923A9915D824}" destId="{A53498A8-B5E1-4C44-B439-1FC3E9353EBC}" srcOrd="0" destOrd="0" presId="urn:microsoft.com/office/officeart/2018/5/layout/IconCircleLabelList"/>
    <dgm:cxn modelId="{974DC066-881E-4D6F-B8C2-563717644302}" srcId="{4A019AD7-858C-4A1C-B4AE-E0A78020ACC3}" destId="{ECE9274A-70E7-4EB3-BC00-8C2D8788645A}" srcOrd="2" destOrd="0" parTransId="{494436A2-D8CA-4FBA-B95C-0DC9D4B58DD6}" sibTransId="{9EDF2B6B-74F9-4AA3-9BE0-BE62C9F6137A}"/>
    <dgm:cxn modelId="{CB4BBFAF-C729-4F54-8596-161CC1BF71FF}" type="presOf" srcId="{4A019AD7-858C-4A1C-B4AE-E0A78020ACC3}" destId="{78C98AD7-CBDA-4FD1-9763-95E9D0E3000E}" srcOrd="0" destOrd="0" presId="urn:microsoft.com/office/officeart/2018/5/layout/IconCircleLabelList"/>
    <dgm:cxn modelId="{7E37A0C7-AE01-42B1-B73C-054829CDAB5E}" type="presOf" srcId="{ECE9274A-70E7-4EB3-BC00-8C2D8788645A}" destId="{1EA173D9-71A3-4CEF-9999-4EA872689BA2}" srcOrd="0" destOrd="0" presId="urn:microsoft.com/office/officeart/2018/5/layout/IconCircleLabelList"/>
    <dgm:cxn modelId="{E33205E7-3C5A-458A-8A40-743C5DEB50F1}" type="presOf" srcId="{A97675CF-8149-4E03-BF2D-3FF74159F323}" destId="{E906A619-C1D1-4A64-9CB3-5160111F6291}" srcOrd="0" destOrd="0" presId="urn:microsoft.com/office/officeart/2018/5/layout/IconCircleLabelList"/>
    <dgm:cxn modelId="{282B2FEC-4C47-48C8-87AB-0527A3E18E76}" type="presOf" srcId="{05838E6A-1259-42D4-8888-633384AFA3AA}" destId="{84607E47-9F8B-4B4A-BBFA-2FCFBD918ED2}" srcOrd="0" destOrd="0" presId="urn:microsoft.com/office/officeart/2018/5/layout/IconCircleLabelList"/>
    <dgm:cxn modelId="{23A59CF2-A68E-40CC-A809-7D060A126F3C}" srcId="{4A019AD7-858C-4A1C-B4AE-E0A78020ACC3}" destId="{05838E6A-1259-42D4-8888-633384AFA3AA}" srcOrd="0" destOrd="0" parTransId="{CC72BE18-6415-4113-B76E-DC3495A99261}" sibTransId="{80D652EA-05DC-45E1-A059-0103B07897B0}"/>
    <dgm:cxn modelId="{0A9E5417-F26B-4501-9906-7E1AFD062207}" type="presParOf" srcId="{78C98AD7-CBDA-4FD1-9763-95E9D0E3000E}" destId="{36EFB8F9-6433-4DD1-B576-EB6B58EF07CE}" srcOrd="0" destOrd="0" presId="urn:microsoft.com/office/officeart/2018/5/layout/IconCircleLabelList"/>
    <dgm:cxn modelId="{8423A604-9C38-459B-86C9-D9FEAC23F996}" type="presParOf" srcId="{36EFB8F9-6433-4DD1-B576-EB6B58EF07CE}" destId="{532DAB07-0366-4B73-9BF5-CBFD859E559E}" srcOrd="0" destOrd="0" presId="urn:microsoft.com/office/officeart/2018/5/layout/IconCircleLabelList"/>
    <dgm:cxn modelId="{B78A5DAE-59F3-4E84-9063-589445C8F174}" type="presParOf" srcId="{36EFB8F9-6433-4DD1-B576-EB6B58EF07CE}" destId="{6D814DFE-7C30-4077-A51B-D9A337CCBF88}" srcOrd="1" destOrd="0" presId="urn:microsoft.com/office/officeart/2018/5/layout/IconCircleLabelList"/>
    <dgm:cxn modelId="{7A40B7B6-0522-49A3-9CAB-F9CE922C89E0}" type="presParOf" srcId="{36EFB8F9-6433-4DD1-B576-EB6B58EF07CE}" destId="{A38287D3-9A8F-46BC-AF98-1D352DAECBA1}" srcOrd="2" destOrd="0" presId="urn:microsoft.com/office/officeart/2018/5/layout/IconCircleLabelList"/>
    <dgm:cxn modelId="{110D96EB-0F7F-41DC-ABE6-96CEF24C2A8B}" type="presParOf" srcId="{36EFB8F9-6433-4DD1-B576-EB6B58EF07CE}" destId="{84607E47-9F8B-4B4A-BBFA-2FCFBD918ED2}" srcOrd="3" destOrd="0" presId="urn:microsoft.com/office/officeart/2018/5/layout/IconCircleLabelList"/>
    <dgm:cxn modelId="{BB34AA22-2870-435A-A1CD-62718472B39F}" type="presParOf" srcId="{78C98AD7-CBDA-4FD1-9763-95E9D0E3000E}" destId="{4BF4CF02-FAF0-4B47-B9D8-78C0D875D865}" srcOrd="1" destOrd="0" presId="urn:microsoft.com/office/officeart/2018/5/layout/IconCircleLabelList"/>
    <dgm:cxn modelId="{EF4A2305-53D4-4ED3-9A27-73346DC1A776}" type="presParOf" srcId="{78C98AD7-CBDA-4FD1-9763-95E9D0E3000E}" destId="{F31766F0-1B36-45BB-A823-4AC7B85897BD}" srcOrd="2" destOrd="0" presId="urn:microsoft.com/office/officeart/2018/5/layout/IconCircleLabelList"/>
    <dgm:cxn modelId="{21CA7E2A-1D97-4E3B-8AAE-921D8365398B}" type="presParOf" srcId="{F31766F0-1B36-45BB-A823-4AC7B85897BD}" destId="{9DBA42C1-D429-4E5C-A10D-4E2DA986A402}" srcOrd="0" destOrd="0" presId="urn:microsoft.com/office/officeart/2018/5/layout/IconCircleLabelList"/>
    <dgm:cxn modelId="{357682E0-2488-4854-A66A-B53E8864D903}" type="presParOf" srcId="{F31766F0-1B36-45BB-A823-4AC7B85897BD}" destId="{86F33A44-104C-4423-812E-7C54DE8588E4}" srcOrd="1" destOrd="0" presId="urn:microsoft.com/office/officeart/2018/5/layout/IconCircleLabelList"/>
    <dgm:cxn modelId="{89D93138-B7ED-44AC-9E8B-015B05E9D913}" type="presParOf" srcId="{F31766F0-1B36-45BB-A823-4AC7B85897BD}" destId="{B554EF03-212E-42AF-99A0-2FD66E627D5D}" srcOrd="2" destOrd="0" presId="urn:microsoft.com/office/officeart/2018/5/layout/IconCircleLabelList"/>
    <dgm:cxn modelId="{E051464A-9234-4036-B664-62B4DF915D96}" type="presParOf" srcId="{F31766F0-1B36-45BB-A823-4AC7B85897BD}" destId="{A53498A8-B5E1-4C44-B439-1FC3E9353EBC}" srcOrd="3" destOrd="0" presId="urn:microsoft.com/office/officeart/2018/5/layout/IconCircleLabelList"/>
    <dgm:cxn modelId="{05586BB6-4DB9-49A2-BAD1-634ABC889090}" type="presParOf" srcId="{78C98AD7-CBDA-4FD1-9763-95E9D0E3000E}" destId="{5FCA76F6-F317-413E-9903-BFD72EB36B46}" srcOrd="3" destOrd="0" presId="urn:microsoft.com/office/officeart/2018/5/layout/IconCircleLabelList"/>
    <dgm:cxn modelId="{6FBFCAFF-58CA-403A-9389-45301E6452AD}" type="presParOf" srcId="{78C98AD7-CBDA-4FD1-9763-95E9D0E3000E}" destId="{D04ECD95-4739-4A3C-8769-E2A7CD79F322}" srcOrd="4" destOrd="0" presId="urn:microsoft.com/office/officeart/2018/5/layout/IconCircleLabelList"/>
    <dgm:cxn modelId="{BD346EE0-EDBD-4395-825F-ED4F1F802FBC}" type="presParOf" srcId="{D04ECD95-4739-4A3C-8769-E2A7CD79F322}" destId="{E6BD229A-3D4E-42B2-9BDB-C61FB088C92D}" srcOrd="0" destOrd="0" presId="urn:microsoft.com/office/officeart/2018/5/layout/IconCircleLabelList"/>
    <dgm:cxn modelId="{88A6AF6D-B872-41C3-8EC0-583808D43065}" type="presParOf" srcId="{D04ECD95-4739-4A3C-8769-E2A7CD79F322}" destId="{6D0A3A8F-AC2E-4BF9-92AD-B04F38F58ED4}" srcOrd="1" destOrd="0" presId="urn:microsoft.com/office/officeart/2018/5/layout/IconCircleLabelList"/>
    <dgm:cxn modelId="{5ECC9259-C90E-448B-A833-6C9B2C786A31}" type="presParOf" srcId="{D04ECD95-4739-4A3C-8769-E2A7CD79F322}" destId="{2E37421E-AFB4-4CB4-94F4-3C0A26616E5F}" srcOrd="2" destOrd="0" presId="urn:microsoft.com/office/officeart/2018/5/layout/IconCircleLabelList"/>
    <dgm:cxn modelId="{A60F6B4B-48C7-49E4-B735-12EA47DCFBAB}" type="presParOf" srcId="{D04ECD95-4739-4A3C-8769-E2A7CD79F322}" destId="{1EA173D9-71A3-4CEF-9999-4EA872689BA2}" srcOrd="3" destOrd="0" presId="urn:microsoft.com/office/officeart/2018/5/layout/IconCircleLabelList"/>
    <dgm:cxn modelId="{B4E6A746-FAFD-4EB9-A2E9-2E9606B678BE}" type="presParOf" srcId="{78C98AD7-CBDA-4FD1-9763-95E9D0E3000E}" destId="{80D7EF9E-5CCA-4C76-8458-EC689CD3D005}" srcOrd="5" destOrd="0" presId="urn:microsoft.com/office/officeart/2018/5/layout/IconCircleLabelList"/>
    <dgm:cxn modelId="{F2B2101A-BC85-4152-B7AF-AEF62EAACD2E}" type="presParOf" srcId="{78C98AD7-CBDA-4FD1-9763-95E9D0E3000E}" destId="{27D1FD72-5D15-411D-B4AE-0369BB6C30E4}" srcOrd="6" destOrd="0" presId="urn:microsoft.com/office/officeart/2018/5/layout/IconCircleLabelList"/>
    <dgm:cxn modelId="{153990BA-5EE8-4ECD-A6E0-63D74921CA37}" type="presParOf" srcId="{27D1FD72-5D15-411D-B4AE-0369BB6C30E4}" destId="{06EEACD1-16F2-4601-B3F5-E92BC5F2EABE}" srcOrd="0" destOrd="0" presId="urn:microsoft.com/office/officeart/2018/5/layout/IconCircleLabelList"/>
    <dgm:cxn modelId="{D01EB93F-8F76-4DA2-A6D1-D18BC8297446}" type="presParOf" srcId="{27D1FD72-5D15-411D-B4AE-0369BB6C30E4}" destId="{EE1044DF-5C9C-4689-BACF-8D01B1B1AF65}" srcOrd="1" destOrd="0" presId="urn:microsoft.com/office/officeart/2018/5/layout/IconCircleLabelList"/>
    <dgm:cxn modelId="{99CC5E04-2E32-4CC8-A9D5-95D7052E1B0B}" type="presParOf" srcId="{27D1FD72-5D15-411D-B4AE-0369BB6C30E4}" destId="{1484737B-2B63-44BF-B85F-442BF28CFF0F}" srcOrd="2" destOrd="0" presId="urn:microsoft.com/office/officeart/2018/5/layout/IconCircleLabelList"/>
    <dgm:cxn modelId="{958B5A95-4F49-4646-BAFC-0037FD9A71F7}" type="presParOf" srcId="{27D1FD72-5D15-411D-B4AE-0369BB6C30E4}" destId="{E906A619-C1D1-4A64-9CB3-5160111F629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C100C-E150-4380-AA70-7990A8A1A21F}">
      <dsp:nvSpPr>
        <dsp:cNvPr id="0" name=""/>
        <dsp:cNvSpPr/>
      </dsp:nvSpPr>
      <dsp:spPr>
        <a:xfrm>
          <a:off x="242540" y="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/>
              <a:ea typeface="+mn-ea"/>
              <a:cs typeface="+mn-cs"/>
            </a:rPr>
            <a:t>Creational</a:t>
          </a:r>
          <a:r>
            <a:rPr lang="en-US" sz="2000" b="1" kern="1200" dirty="0"/>
            <a:t> (5)</a:t>
          </a:r>
        </a:p>
      </dsp:txBody>
      <dsp:txXfrm>
        <a:off x="253176" y="10636"/>
        <a:ext cx="2564650" cy="341860"/>
      </dsp:txXfrm>
    </dsp:sp>
    <dsp:sp modelId="{2345C84C-55F9-4323-BCFB-15982D922E90}">
      <dsp:nvSpPr>
        <dsp:cNvPr id="0" name=""/>
        <dsp:cNvSpPr/>
      </dsp:nvSpPr>
      <dsp:spPr>
        <a:xfrm>
          <a:off x="189296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F2E92-ECAF-4744-B20C-3B1B8FB0B0E2}">
      <dsp:nvSpPr>
        <dsp:cNvPr id="0" name=""/>
        <dsp:cNvSpPr/>
      </dsp:nvSpPr>
      <dsp:spPr>
        <a:xfrm>
          <a:off x="57421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Factory</a:t>
          </a:r>
        </a:p>
      </dsp:txBody>
      <dsp:txXfrm>
        <a:off x="591946" y="447247"/>
        <a:ext cx="2165541" cy="327672"/>
      </dsp:txXfrm>
    </dsp:sp>
    <dsp:sp modelId="{D0D168E3-1E55-4E4B-8795-EEF0CD8A1856}">
      <dsp:nvSpPr>
        <dsp:cNvPr id="0" name=""/>
        <dsp:cNvSpPr/>
      </dsp:nvSpPr>
      <dsp:spPr>
        <a:xfrm>
          <a:off x="18929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5458"/>
            <a:satOff val="699"/>
            <a:lumOff val="1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22E23-6447-4473-B5C0-58683C5C0AF1}">
      <dsp:nvSpPr>
        <dsp:cNvPr id="0" name=""/>
        <dsp:cNvSpPr/>
      </dsp:nvSpPr>
      <dsp:spPr>
        <a:xfrm>
          <a:off x="57421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5458"/>
            <a:satOff val="699"/>
            <a:lumOff val="1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Abstract Factory</a:t>
          </a:r>
        </a:p>
      </dsp:txBody>
      <dsp:txXfrm>
        <a:off x="591946" y="853955"/>
        <a:ext cx="2165541" cy="327672"/>
      </dsp:txXfrm>
    </dsp:sp>
    <dsp:sp modelId="{F46AB5A2-873D-4B13-B13A-496FE8CDCDCD}">
      <dsp:nvSpPr>
        <dsp:cNvPr id="0" name=""/>
        <dsp:cNvSpPr/>
      </dsp:nvSpPr>
      <dsp:spPr>
        <a:xfrm>
          <a:off x="189296" y="1242934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B289B-ED83-47B2-AE0B-9D0FA9B3FB77}">
      <dsp:nvSpPr>
        <dsp:cNvPr id="0" name=""/>
        <dsp:cNvSpPr/>
      </dsp:nvSpPr>
      <dsp:spPr>
        <a:xfrm>
          <a:off x="57421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90915"/>
            <a:satOff val="1399"/>
            <a:lumOff val="37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Singleton</a:t>
          </a:r>
        </a:p>
      </dsp:txBody>
      <dsp:txXfrm>
        <a:off x="591946" y="1260664"/>
        <a:ext cx="2165541" cy="327672"/>
      </dsp:txXfrm>
    </dsp:sp>
    <dsp:sp modelId="{BF4D439D-DD97-4AF3-81AF-A3C89FA119D4}">
      <dsp:nvSpPr>
        <dsp:cNvPr id="0" name=""/>
        <dsp:cNvSpPr/>
      </dsp:nvSpPr>
      <dsp:spPr>
        <a:xfrm>
          <a:off x="18929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636373"/>
            <a:satOff val="2098"/>
            <a:lumOff val="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B8507-F1ED-4615-8612-83685BBED448}">
      <dsp:nvSpPr>
        <dsp:cNvPr id="0" name=""/>
        <dsp:cNvSpPr/>
      </dsp:nvSpPr>
      <dsp:spPr>
        <a:xfrm>
          <a:off x="57421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636373"/>
            <a:satOff val="2098"/>
            <a:lumOff val="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Prototype</a:t>
          </a:r>
        </a:p>
      </dsp:txBody>
      <dsp:txXfrm>
        <a:off x="591946" y="1667373"/>
        <a:ext cx="2165541" cy="327672"/>
      </dsp:txXfrm>
    </dsp:sp>
    <dsp:sp modelId="{E050190B-98CC-46A6-BF44-5A0777207822}">
      <dsp:nvSpPr>
        <dsp:cNvPr id="0" name=""/>
        <dsp:cNvSpPr/>
      </dsp:nvSpPr>
      <dsp:spPr>
        <a:xfrm>
          <a:off x="18929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2181831"/>
            <a:satOff val="2797"/>
            <a:lumOff val="74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F6772-553F-4464-971E-4D6EC3811E40}">
      <dsp:nvSpPr>
        <dsp:cNvPr id="0" name=""/>
        <dsp:cNvSpPr/>
      </dsp:nvSpPr>
      <dsp:spPr>
        <a:xfrm>
          <a:off x="57421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181831"/>
            <a:satOff val="2797"/>
            <a:lumOff val="74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Builder</a:t>
          </a:r>
        </a:p>
      </dsp:txBody>
      <dsp:txXfrm>
        <a:off x="591946" y="2074081"/>
        <a:ext cx="2165541" cy="327672"/>
      </dsp:txXfrm>
    </dsp:sp>
    <dsp:sp modelId="{A724DE05-5801-48B6-B620-AD479B725240}">
      <dsp:nvSpPr>
        <dsp:cNvPr id="0" name=""/>
        <dsp:cNvSpPr/>
      </dsp:nvSpPr>
      <dsp:spPr>
        <a:xfrm>
          <a:off x="3033811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Structural (7)</a:t>
          </a:r>
          <a:endParaRPr lang="en-US" sz="2100" kern="1200" dirty="0"/>
        </a:p>
      </dsp:txBody>
      <dsp:txXfrm>
        <a:off x="3044447" y="11656"/>
        <a:ext cx="2564650" cy="341860"/>
      </dsp:txXfrm>
    </dsp:sp>
    <dsp:sp modelId="{497DCF19-8D53-422B-922F-049BEE4D63EB}">
      <dsp:nvSpPr>
        <dsp:cNvPr id="0" name=""/>
        <dsp:cNvSpPr/>
      </dsp:nvSpPr>
      <dsp:spPr>
        <a:xfrm>
          <a:off x="3033811" y="42951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2727289"/>
            <a:satOff val="3497"/>
            <a:lumOff val="93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550E2-AF53-4F0D-97D6-0CB4FB98BD14}">
      <dsp:nvSpPr>
        <dsp:cNvPr id="0" name=""/>
        <dsp:cNvSpPr/>
      </dsp:nvSpPr>
      <dsp:spPr>
        <a:xfrm>
          <a:off x="3418731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727289"/>
            <a:satOff val="3497"/>
            <a:lumOff val="93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Adapter</a:t>
          </a:r>
        </a:p>
      </dsp:txBody>
      <dsp:txXfrm>
        <a:off x="3436461" y="447247"/>
        <a:ext cx="2165541" cy="327672"/>
      </dsp:txXfrm>
    </dsp:sp>
    <dsp:sp modelId="{A913864A-4C21-4370-8497-A818BD170A8C}">
      <dsp:nvSpPr>
        <dsp:cNvPr id="0" name=""/>
        <dsp:cNvSpPr/>
      </dsp:nvSpPr>
      <dsp:spPr>
        <a:xfrm>
          <a:off x="3033811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272746"/>
            <a:satOff val="4196"/>
            <a:lumOff val="11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C715B-3942-405E-9B40-48EE24955C90}">
      <dsp:nvSpPr>
        <dsp:cNvPr id="0" name=""/>
        <dsp:cNvSpPr/>
      </dsp:nvSpPr>
      <dsp:spPr>
        <a:xfrm>
          <a:off x="3418731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272746"/>
            <a:satOff val="4196"/>
            <a:lumOff val="11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Bridge</a:t>
          </a:r>
        </a:p>
      </dsp:txBody>
      <dsp:txXfrm>
        <a:off x="3436461" y="853955"/>
        <a:ext cx="2165541" cy="327672"/>
      </dsp:txXfrm>
    </dsp:sp>
    <dsp:sp modelId="{5FBD51F4-9665-4409-BB24-104F93CC76F4}">
      <dsp:nvSpPr>
        <dsp:cNvPr id="0" name=""/>
        <dsp:cNvSpPr/>
      </dsp:nvSpPr>
      <dsp:spPr>
        <a:xfrm>
          <a:off x="3033811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818204"/>
            <a:satOff val="4895"/>
            <a:lumOff val="1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0DA05-85B9-4111-AE25-F10BEDD17D53}">
      <dsp:nvSpPr>
        <dsp:cNvPr id="0" name=""/>
        <dsp:cNvSpPr/>
      </dsp:nvSpPr>
      <dsp:spPr>
        <a:xfrm>
          <a:off x="3418731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818204"/>
            <a:satOff val="4895"/>
            <a:lumOff val="1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Composite</a:t>
          </a:r>
        </a:p>
      </dsp:txBody>
      <dsp:txXfrm>
        <a:off x="3436461" y="1260664"/>
        <a:ext cx="2165541" cy="327672"/>
      </dsp:txXfrm>
    </dsp:sp>
    <dsp:sp modelId="{CFAB9D68-0FFD-4703-8B03-C95501F159AE}">
      <dsp:nvSpPr>
        <dsp:cNvPr id="0" name=""/>
        <dsp:cNvSpPr/>
      </dsp:nvSpPr>
      <dsp:spPr>
        <a:xfrm>
          <a:off x="3033811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4363662"/>
            <a:satOff val="5595"/>
            <a:lumOff val="149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93FDD-C574-4EE8-B98A-6203A9F1C55C}">
      <dsp:nvSpPr>
        <dsp:cNvPr id="0" name=""/>
        <dsp:cNvSpPr/>
      </dsp:nvSpPr>
      <dsp:spPr>
        <a:xfrm>
          <a:off x="3418731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363662"/>
            <a:satOff val="5595"/>
            <a:lumOff val="149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Decorator</a:t>
          </a:r>
        </a:p>
      </dsp:txBody>
      <dsp:txXfrm>
        <a:off x="3436461" y="1667373"/>
        <a:ext cx="2165541" cy="327672"/>
      </dsp:txXfrm>
    </dsp:sp>
    <dsp:sp modelId="{50A16B23-398D-42A3-A812-C0B022B6E6FF}">
      <dsp:nvSpPr>
        <dsp:cNvPr id="0" name=""/>
        <dsp:cNvSpPr/>
      </dsp:nvSpPr>
      <dsp:spPr>
        <a:xfrm>
          <a:off x="3033811" y="2056351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BC17D-3F94-4113-A212-9BF8D6AA416C}">
      <dsp:nvSpPr>
        <dsp:cNvPr id="0" name=""/>
        <dsp:cNvSpPr/>
      </dsp:nvSpPr>
      <dsp:spPr>
        <a:xfrm>
          <a:off x="3418731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909119"/>
            <a:satOff val="6294"/>
            <a:lumOff val="168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Facade</a:t>
          </a:r>
        </a:p>
      </dsp:txBody>
      <dsp:txXfrm>
        <a:off x="3436461" y="2074081"/>
        <a:ext cx="2165541" cy="327672"/>
      </dsp:txXfrm>
    </dsp:sp>
    <dsp:sp modelId="{FFC86059-D624-40FC-9764-7169490CE198}">
      <dsp:nvSpPr>
        <dsp:cNvPr id="0" name=""/>
        <dsp:cNvSpPr/>
      </dsp:nvSpPr>
      <dsp:spPr>
        <a:xfrm>
          <a:off x="3033811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54577"/>
            <a:satOff val="6993"/>
            <a:lumOff val="187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5510D-29A6-4A95-A7C6-259A149A787E}">
      <dsp:nvSpPr>
        <dsp:cNvPr id="0" name=""/>
        <dsp:cNvSpPr/>
      </dsp:nvSpPr>
      <dsp:spPr>
        <a:xfrm>
          <a:off x="3418731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54577"/>
            <a:satOff val="6993"/>
            <a:lumOff val="187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Flyweight</a:t>
          </a:r>
        </a:p>
      </dsp:txBody>
      <dsp:txXfrm>
        <a:off x="3436461" y="2480790"/>
        <a:ext cx="2165541" cy="327672"/>
      </dsp:txXfrm>
    </dsp:sp>
    <dsp:sp modelId="{D504AA15-27E5-41D8-8629-A6ECB151CDB0}">
      <dsp:nvSpPr>
        <dsp:cNvPr id="0" name=""/>
        <dsp:cNvSpPr/>
      </dsp:nvSpPr>
      <dsp:spPr>
        <a:xfrm>
          <a:off x="3033811" y="2869769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6000035"/>
            <a:satOff val="7693"/>
            <a:lumOff val="2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42E1F-45D6-4DE1-BD0B-45E38C20E5C9}">
      <dsp:nvSpPr>
        <dsp:cNvPr id="0" name=""/>
        <dsp:cNvSpPr/>
      </dsp:nvSpPr>
      <dsp:spPr>
        <a:xfrm>
          <a:off x="3418731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000035"/>
            <a:satOff val="7693"/>
            <a:lumOff val="2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Proxy</a:t>
          </a:r>
        </a:p>
      </dsp:txBody>
      <dsp:txXfrm>
        <a:off x="3436461" y="2887499"/>
        <a:ext cx="2165541" cy="327672"/>
      </dsp:txXfrm>
    </dsp:sp>
    <dsp:sp modelId="{4D3154D6-B60F-4022-9AFC-B9D0CC58C21F}">
      <dsp:nvSpPr>
        <dsp:cNvPr id="0" name=""/>
        <dsp:cNvSpPr/>
      </dsp:nvSpPr>
      <dsp:spPr>
        <a:xfrm>
          <a:off x="5878326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Behavioral (11)</a:t>
          </a:r>
          <a:endParaRPr lang="en-US" sz="2100" kern="1200" dirty="0"/>
        </a:p>
      </dsp:txBody>
      <dsp:txXfrm>
        <a:off x="5888962" y="11656"/>
        <a:ext cx="2564650" cy="341860"/>
      </dsp:txXfrm>
    </dsp:sp>
    <dsp:sp modelId="{B9B055B9-C3CD-48B7-B982-D475ACFCD0E7}">
      <dsp:nvSpPr>
        <dsp:cNvPr id="0" name=""/>
        <dsp:cNvSpPr/>
      </dsp:nvSpPr>
      <dsp:spPr>
        <a:xfrm>
          <a:off x="5878326" y="42951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6545493"/>
            <a:satOff val="8392"/>
            <a:lumOff val="224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F5B22-9739-4875-8F2A-14FA0D289BE9}">
      <dsp:nvSpPr>
        <dsp:cNvPr id="0" name=""/>
        <dsp:cNvSpPr/>
      </dsp:nvSpPr>
      <dsp:spPr>
        <a:xfrm>
          <a:off x="626324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545493"/>
            <a:satOff val="8392"/>
            <a:lumOff val="224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Chain Of Responsibility</a:t>
          </a:r>
        </a:p>
      </dsp:txBody>
      <dsp:txXfrm>
        <a:off x="6280976" y="447247"/>
        <a:ext cx="2165541" cy="327672"/>
      </dsp:txXfrm>
    </dsp:sp>
    <dsp:sp modelId="{5D5442EE-7BC0-45BF-BF5D-9AE81721EA0F}">
      <dsp:nvSpPr>
        <dsp:cNvPr id="0" name=""/>
        <dsp:cNvSpPr/>
      </dsp:nvSpPr>
      <dsp:spPr>
        <a:xfrm>
          <a:off x="587832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090950"/>
            <a:satOff val="9091"/>
            <a:lumOff val="243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FB898-050E-4138-B88D-B75B5CEB2255}">
      <dsp:nvSpPr>
        <dsp:cNvPr id="0" name=""/>
        <dsp:cNvSpPr/>
      </dsp:nvSpPr>
      <dsp:spPr>
        <a:xfrm>
          <a:off x="626324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090950"/>
            <a:satOff val="9091"/>
            <a:lumOff val="243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Command</a:t>
          </a:r>
        </a:p>
      </dsp:txBody>
      <dsp:txXfrm>
        <a:off x="6280976" y="853955"/>
        <a:ext cx="2165541" cy="327672"/>
      </dsp:txXfrm>
    </dsp:sp>
    <dsp:sp modelId="{88D5AF92-C238-42D8-8770-67DBBF923132}">
      <dsp:nvSpPr>
        <dsp:cNvPr id="0" name=""/>
        <dsp:cNvSpPr/>
      </dsp:nvSpPr>
      <dsp:spPr>
        <a:xfrm>
          <a:off x="5878326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636408"/>
            <a:satOff val="9790"/>
            <a:lumOff val="262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425D0-DE52-4B8D-AC4F-9BE04CC87064}">
      <dsp:nvSpPr>
        <dsp:cNvPr id="0" name=""/>
        <dsp:cNvSpPr/>
      </dsp:nvSpPr>
      <dsp:spPr>
        <a:xfrm>
          <a:off x="626324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636408"/>
            <a:satOff val="9790"/>
            <a:lumOff val="262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Interpreter</a:t>
          </a:r>
        </a:p>
      </dsp:txBody>
      <dsp:txXfrm>
        <a:off x="6280976" y="1260664"/>
        <a:ext cx="2165541" cy="327672"/>
      </dsp:txXfrm>
    </dsp:sp>
    <dsp:sp modelId="{9C39108E-435B-4162-8581-48791C073AA9}">
      <dsp:nvSpPr>
        <dsp:cNvPr id="0" name=""/>
        <dsp:cNvSpPr/>
      </dsp:nvSpPr>
      <dsp:spPr>
        <a:xfrm>
          <a:off x="587832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8181866"/>
            <a:satOff val="10490"/>
            <a:lumOff val="280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CC417-1186-4230-AD5B-6D91D113EF0C}">
      <dsp:nvSpPr>
        <dsp:cNvPr id="0" name=""/>
        <dsp:cNvSpPr/>
      </dsp:nvSpPr>
      <dsp:spPr>
        <a:xfrm>
          <a:off x="626324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8181866"/>
            <a:satOff val="10490"/>
            <a:lumOff val="280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Iterator</a:t>
          </a:r>
        </a:p>
      </dsp:txBody>
      <dsp:txXfrm>
        <a:off x="6280976" y="1667373"/>
        <a:ext cx="2165541" cy="327672"/>
      </dsp:txXfrm>
    </dsp:sp>
    <dsp:sp modelId="{3B215195-5F87-4FEF-BD94-13AA26E875F2}">
      <dsp:nvSpPr>
        <dsp:cNvPr id="0" name=""/>
        <dsp:cNvSpPr/>
      </dsp:nvSpPr>
      <dsp:spPr>
        <a:xfrm>
          <a:off x="587832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8727324"/>
            <a:satOff val="11189"/>
            <a:lumOff val="299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3C14E-245F-4F4B-A0DE-399F2F631D0F}">
      <dsp:nvSpPr>
        <dsp:cNvPr id="0" name=""/>
        <dsp:cNvSpPr/>
      </dsp:nvSpPr>
      <dsp:spPr>
        <a:xfrm>
          <a:off x="626324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8727324"/>
            <a:satOff val="11189"/>
            <a:lumOff val="299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Mediator</a:t>
          </a:r>
        </a:p>
      </dsp:txBody>
      <dsp:txXfrm>
        <a:off x="6280976" y="2074081"/>
        <a:ext cx="2165541" cy="327672"/>
      </dsp:txXfrm>
    </dsp:sp>
    <dsp:sp modelId="{E100C3B7-2558-4803-9D91-8B820ED963D1}">
      <dsp:nvSpPr>
        <dsp:cNvPr id="0" name=""/>
        <dsp:cNvSpPr/>
      </dsp:nvSpPr>
      <dsp:spPr>
        <a:xfrm>
          <a:off x="5878326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272780"/>
            <a:satOff val="11888"/>
            <a:lumOff val="318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638FC-A3FB-4A3D-88A3-C0CDD0967E72}">
      <dsp:nvSpPr>
        <dsp:cNvPr id="0" name=""/>
        <dsp:cNvSpPr/>
      </dsp:nvSpPr>
      <dsp:spPr>
        <a:xfrm>
          <a:off x="6263246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272780"/>
            <a:satOff val="11888"/>
            <a:lumOff val="318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Memento</a:t>
          </a:r>
        </a:p>
      </dsp:txBody>
      <dsp:txXfrm>
        <a:off x="6280976" y="2480790"/>
        <a:ext cx="2165541" cy="327672"/>
      </dsp:txXfrm>
    </dsp:sp>
    <dsp:sp modelId="{A34491CD-89CF-497C-82D5-2DD271105377}">
      <dsp:nvSpPr>
        <dsp:cNvPr id="0" name=""/>
        <dsp:cNvSpPr/>
      </dsp:nvSpPr>
      <dsp:spPr>
        <a:xfrm>
          <a:off x="5878326" y="2869769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818239"/>
            <a:satOff val="12588"/>
            <a:lumOff val="336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DA641-69E2-4809-A5D5-A91757C8D4FA}">
      <dsp:nvSpPr>
        <dsp:cNvPr id="0" name=""/>
        <dsp:cNvSpPr/>
      </dsp:nvSpPr>
      <dsp:spPr>
        <a:xfrm>
          <a:off x="6263246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818239"/>
            <a:satOff val="12588"/>
            <a:lumOff val="336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Observer</a:t>
          </a:r>
        </a:p>
      </dsp:txBody>
      <dsp:txXfrm>
        <a:off x="6280976" y="2887499"/>
        <a:ext cx="2165541" cy="327672"/>
      </dsp:txXfrm>
    </dsp:sp>
    <dsp:sp modelId="{3F4B38C7-0136-419B-B716-232B61B33FCB}">
      <dsp:nvSpPr>
        <dsp:cNvPr id="0" name=""/>
        <dsp:cNvSpPr/>
      </dsp:nvSpPr>
      <dsp:spPr>
        <a:xfrm>
          <a:off x="5878326" y="327647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0363696"/>
            <a:satOff val="13287"/>
            <a:lumOff val="355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A943A-717C-4943-BB94-BA88234539BB}">
      <dsp:nvSpPr>
        <dsp:cNvPr id="0" name=""/>
        <dsp:cNvSpPr/>
      </dsp:nvSpPr>
      <dsp:spPr>
        <a:xfrm>
          <a:off x="6263246" y="327647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363696"/>
            <a:satOff val="13287"/>
            <a:lumOff val="355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State</a:t>
          </a:r>
        </a:p>
      </dsp:txBody>
      <dsp:txXfrm>
        <a:off x="6280976" y="3294207"/>
        <a:ext cx="2165541" cy="327672"/>
      </dsp:txXfrm>
    </dsp:sp>
    <dsp:sp modelId="{A6ABA017-0D10-44C5-BCEE-CD0DF141B535}">
      <dsp:nvSpPr>
        <dsp:cNvPr id="0" name=""/>
        <dsp:cNvSpPr/>
      </dsp:nvSpPr>
      <dsp:spPr>
        <a:xfrm>
          <a:off x="5878326" y="3683186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0909155"/>
            <a:satOff val="13986"/>
            <a:lumOff val="374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E1128-ED55-446C-BE19-3C8A7A92491F}">
      <dsp:nvSpPr>
        <dsp:cNvPr id="0" name=""/>
        <dsp:cNvSpPr/>
      </dsp:nvSpPr>
      <dsp:spPr>
        <a:xfrm>
          <a:off x="6263246" y="3683186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909155"/>
            <a:satOff val="13986"/>
            <a:lumOff val="374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Strategy</a:t>
          </a:r>
        </a:p>
      </dsp:txBody>
      <dsp:txXfrm>
        <a:off x="6280976" y="3700916"/>
        <a:ext cx="2165541" cy="327672"/>
      </dsp:txXfrm>
    </dsp:sp>
    <dsp:sp modelId="{6AD8CABF-9F91-442C-87AD-408B65C5EF05}">
      <dsp:nvSpPr>
        <dsp:cNvPr id="0" name=""/>
        <dsp:cNvSpPr/>
      </dsp:nvSpPr>
      <dsp:spPr>
        <a:xfrm>
          <a:off x="5878326" y="408989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1454612"/>
            <a:satOff val="14686"/>
            <a:lumOff val="393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DA73C-3FD8-486A-9E82-DB3EEDBC6509}">
      <dsp:nvSpPr>
        <dsp:cNvPr id="0" name=""/>
        <dsp:cNvSpPr/>
      </dsp:nvSpPr>
      <dsp:spPr>
        <a:xfrm>
          <a:off x="6263246" y="408989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1454612"/>
            <a:satOff val="14686"/>
            <a:lumOff val="393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Template</a:t>
          </a:r>
        </a:p>
      </dsp:txBody>
      <dsp:txXfrm>
        <a:off x="6280976" y="4107625"/>
        <a:ext cx="2165541" cy="327672"/>
      </dsp:txXfrm>
    </dsp:sp>
    <dsp:sp modelId="{D01E2590-24C4-4460-B40B-73221582E909}">
      <dsp:nvSpPr>
        <dsp:cNvPr id="0" name=""/>
        <dsp:cNvSpPr/>
      </dsp:nvSpPr>
      <dsp:spPr>
        <a:xfrm>
          <a:off x="5878326" y="449660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E038C-6B1B-4DF3-9D08-E54B336EF153}">
      <dsp:nvSpPr>
        <dsp:cNvPr id="0" name=""/>
        <dsp:cNvSpPr/>
      </dsp:nvSpPr>
      <dsp:spPr>
        <a:xfrm>
          <a:off x="6263246" y="449660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Visitor</a:t>
          </a:r>
        </a:p>
      </dsp:txBody>
      <dsp:txXfrm>
        <a:off x="6280976" y="4514333"/>
        <a:ext cx="2165541" cy="327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85BD3-16D9-4705-BE35-EF98976227DB}">
      <dsp:nvSpPr>
        <dsp:cNvPr id="0" name=""/>
        <dsp:cNvSpPr/>
      </dsp:nvSpPr>
      <dsp:spPr>
        <a:xfrm>
          <a:off x="753873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Class</a:t>
          </a:r>
          <a:endParaRPr lang="en-US" sz="1800" kern="1200"/>
        </a:p>
      </dsp:txBody>
      <dsp:txXfrm>
        <a:off x="753873" y="1307"/>
        <a:ext cx="1630896" cy="978537"/>
      </dsp:txXfrm>
    </dsp:sp>
    <dsp:sp modelId="{FD48D3B7-C1BE-401E-9B6A-55506963CB1E}">
      <dsp:nvSpPr>
        <dsp:cNvPr id="0" name=""/>
        <dsp:cNvSpPr/>
      </dsp:nvSpPr>
      <dsp:spPr>
        <a:xfrm>
          <a:off x="2547859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Object</a:t>
          </a:r>
          <a:endParaRPr lang="en-US" sz="1800" kern="1200"/>
        </a:p>
      </dsp:txBody>
      <dsp:txXfrm>
        <a:off x="2547859" y="1307"/>
        <a:ext cx="1630896" cy="978537"/>
      </dsp:txXfrm>
    </dsp:sp>
    <dsp:sp modelId="{9A3FD822-16A8-4D54-A470-B2F6C7194E1D}">
      <dsp:nvSpPr>
        <dsp:cNvPr id="0" name=""/>
        <dsp:cNvSpPr/>
      </dsp:nvSpPr>
      <dsp:spPr>
        <a:xfrm>
          <a:off x="4341844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Constructors</a:t>
          </a:r>
          <a:endParaRPr lang="en-US" sz="1800" kern="1200"/>
        </a:p>
      </dsp:txBody>
      <dsp:txXfrm>
        <a:off x="4341844" y="1307"/>
        <a:ext cx="1630896" cy="978537"/>
      </dsp:txXfrm>
    </dsp:sp>
    <dsp:sp modelId="{BB92803F-D4C8-4239-9612-D29362550511}">
      <dsp:nvSpPr>
        <dsp:cNvPr id="0" name=""/>
        <dsp:cNvSpPr/>
      </dsp:nvSpPr>
      <dsp:spPr>
        <a:xfrm>
          <a:off x="6135830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Inheritance</a:t>
          </a:r>
          <a:endParaRPr lang="en-US" sz="1800" kern="1200"/>
        </a:p>
      </dsp:txBody>
      <dsp:txXfrm>
        <a:off x="6135830" y="1307"/>
        <a:ext cx="1630896" cy="978537"/>
      </dsp:txXfrm>
    </dsp:sp>
    <dsp:sp modelId="{202CC41C-21A3-4FFE-BE8A-2D77421EB60F}">
      <dsp:nvSpPr>
        <dsp:cNvPr id="0" name=""/>
        <dsp:cNvSpPr/>
      </dsp:nvSpPr>
      <dsp:spPr>
        <a:xfrm>
          <a:off x="753873" y="1142935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Method Overriding</a:t>
          </a:r>
          <a:endParaRPr lang="en-US" sz="1800" kern="1200"/>
        </a:p>
      </dsp:txBody>
      <dsp:txXfrm>
        <a:off x="753873" y="1142935"/>
        <a:ext cx="1630896" cy="978537"/>
      </dsp:txXfrm>
    </dsp:sp>
    <dsp:sp modelId="{B3D61577-38EF-4E44-86DB-9A83F71150E5}">
      <dsp:nvSpPr>
        <dsp:cNvPr id="0" name=""/>
        <dsp:cNvSpPr/>
      </dsp:nvSpPr>
      <dsp:spPr>
        <a:xfrm>
          <a:off x="2547859" y="1142935"/>
          <a:ext cx="1630896" cy="978537"/>
        </a:xfrm>
        <a:prstGeom prst="rect">
          <a:avLst/>
        </a:prstGeom>
        <a:solidFill>
          <a:srgbClr val="4285F4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rgbClr val="FFFFFF"/>
              </a:solidFill>
              <a:latin typeface="Arial"/>
              <a:ea typeface="+mn-ea"/>
              <a:cs typeface="+mn-cs"/>
            </a:rPr>
            <a:t>Encapsulation</a:t>
          </a:r>
        </a:p>
      </dsp:txBody>
      <dsp:txXfrm>
        <a:off x="2547859" y="1142935"/>
        <a:ext cx="1630896" cy="978537"/>
      </dsp:txXfrm>
    </dsp:sp>
    <dsp:sp modelId="{60E6A43E-F43B-4AF3-86AB-B40B39BB0DAB}">
      <dsp:nvSpPr>
        <dsp:cNvPr id="0" name=""/>
        <dsp:cNvSpPr/>
      </dsp:nvSpPr>
      <dsp:spPr>
        <a:xfrm>
          <a:off x="4341844" y="1142935"/>
          <a:ext cx="1630896" cy="978537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Interfaces</a:t>
          </a:r>
          <a:endParaRPr lang="en-US" sz="1800" kern="1200" dirty="0"/>
        </a:p>
      </dsp:txBody>
      <dsp:txXfrm>
        <a:off x="4341844" y="1142935"/>
        <a:ext cx="1630896" cy="978537"/>
      </dsp:txXfrm>
    </dsp:sp>
    <dsp:sp modelId="{9A806A5F-63C3-4492-84AB-11E3F7441EB8}">
      <dsp:nvSpPr>
        <dsp:cNvPr id="0" name=""/>
        <dsp:cNvSpPr/>
      </dsp:nvSpPr>
      <dsp:spPr>
        <a:xfrm>
          <a:off x="6135830" y="1142935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Abstractions</a:t>
          </a:r>
          <a:endParaRPr lang="en-US" sz="1800" kern="1200"/>
        </a:p>
      </dsp:txBody>
      <dsp:txXfrm>
        <a:off x="6135830" y="1142935"/>
        <a:ext cx="1630896" cy="978537"/>
      </dsp:txXfrm>
    </dsp:sp>
    <dsp:sp modelId="{2066F880-56B1-45B8-9A49-E93FEA75B8AF}">
      <dsp:nvSpPr>
        <dsp:cNvPr id="0" name=""/>
        <dsp:cNvSpPr/>
      </dsp:nvSpPr>
      <dsp:spPr>
        <a:xfrm>
          <a:off x="3444851" y="2284562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Polymorphism</a:t>
          </a:r>
          <a:endParaRPr lang="en-US" sz="1800" kern="1200"/>
        </a:p>
      </dsp:txBody>
      <dsp:txXfrm>
        <a:off x="3444851" y="2284562"/>
        <a:ext cx="1630896" cy="9785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A3BF2-25C0-4318-BB79-0D0B44D30BBD}">
      <dsp:nvSpPr>
        <dsp:cNvPr id="0" name=""/>
        <dsp:cNvSpPr/>
      </dsp:nvSpPr>
      <dsp:spPr>
        <a:xfrm>
          <a:off x="341147" y="1007587"/>
          <a:ext cx="557666" cy="5576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0EB90-39A9-4161-9D90-E71E3ECC67D1}">
      <dsp:nvSpPr>
        <dsp:cNvPr id="0" name=""/>
        <dsp:cNvSpPr/>
      </dsp:nvSpPr>
      <dsp:spPr>
        <a:xfrm>
          <a:off x="351" y="1761117"/>
          <a:ext cx="1239257" cy="4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Provide a unified interface to a set of interfaces in a subsystem. </a:t>
          </a:r>
          <a:endParaRPr lang="en-US" sz="1100" kern="1200"/>
        </a:p>
      </dsp:txBody>
      <dsp:txXfrm>
        <a:off x="351" y="1761117"/>
        <a:ext cx="1239257" cy="495703"/>
      </dsp:txXfrm>
    </dsp:sp>
    <dsp:sp modelId="{A2640374-D4B6-4B46-A01F-0BA8358E0A4E}">
      <dsp:nvSpPr>
        <dsp:cNvPr id="0" name=""/>
        <dsp:cNvSpPr/>
      </dsp:nvSpPr>
      <dsp:spPr>
        <a:xfrm>
          <a:off x="1797275" y="1007587"/>
          <a:ext cx="557666" cy="5576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2B7F3-3A10-4054-BFD4-CF14255F0248}">
      <dsp:nvSpPr>
        <dsp:cNvPr id="0" name=""/>
        <dsp:cNvSpPr/>
      </dsp:nvSpPr>
      <dsp:spPr>
        <a:xfrm>
          <a:off x="1456479" y="1761117"/>
          <a:ext cx="1239257" cy="4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Facade defines a higher-level interface that makes the subsystem easier to use.</a:t>
          </a:r>
          <a:endParaRPr lang="en-US" sz="1100" kern="1200"/>
        </a:p>
      </dsp:txBody>
      <dsp:txXfrm>
        <a:off x="1456479" y="1761117"/>
        <a:ext cx="1239257" cy="495703"/>
      </dsp:txXfrm>
    </dsp:sp>
    <dsp:sp modelId="{5F980135-69DD-4041-A842-6EF74446C07A}">
      <dsp:nvSpPr>
        <dsp:cNvPr id="0" name=""/>
        <dsp:cNvSpPr/>
      </dsp:nvSpPr>
      <dsp:spPr>
        <a:xfrm>
          <a:off x="3253403" y="1007587"/>
          <a:ext cx="557666" cy="5576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E099A-76C7-496D-BBDE-DDC6D2596A97}">
      <dsp:nvSpPr>
        <dsp:cNvPr id="0" name=""/>
        <dsp:cNvSpPr/>
      </dsp:nvSpPr>
      <dsp:spPr>
        <a:xfrm>
          <a:off x="2912607" y="1761117"/>
          <a:ext cx="1239257" cy="4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Structural type design pattern</a:t>
          </a:r>
          <a:endParaRPr lang="en-US" sz="1100" kern="1200"/>
        </a:p>
      </dsp:txBody>
      <dsp:txXfrm>
        <a:off x="2912607" y="1761117"/>
        <a:ext cx="1239257" cy="495703"/>
      </dsp:txXfrm>
    </dsp:sp>
    <dsp:sp modelId="{C3897AEA-9E13-462A-86F3-29269F21558C}">
      <dsp:nvSpPr>
        <dsp:cNvPr id="0" name=""/>
        <dsp:cNvSpPr/>
      </dsp:nvSpPr>
      <dsp:spPr>
        <a:xfrm>
          <a:off x="4709530" y="1007587"/>
          <a:ext cx="557666" cy="5576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45CBD-F9E5-4F0F-89D6-20ED0386C754}">
      <dsp:nvSpPr>
        <dsp:cNvPr id="0" name=""/>
        <dsp:cNvSpPr/>
      </dsp:nvSpPr>
      <dsp:spPr>
        <a:xfrm>
          <a:off x="4368735" y="1761117"/>
          <a:ext cx="1239257" cy="4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Wrapper class that encapsulates a subsystem in order to hide subsystem’s complexity. </a:t>
          </a:r>
          <a:endParaRPr lang="en-US" sz="1100" kern="1200"/>
        </a:p>
      </dsp:txBody>
      <dsp:txXfrm>
        <a:off x="4368735" y="1761117"/>
        <a:ext cx="1239257" cy="495703"/>
      </dsp:txXfrm>
    </dsp:sp>
    <dsp:sp modelId="{2ED6DBEF-AC09-4D1E-9038-11EA77C71197}">
      <dsp:nvSpPr>
        <dsp:cNvPr id="0" name=""/>
        <dsp:cNvSpPr/>
      </dsp:nvSpPr>
      <dsp:spPr>
        <a:xfrm>
          <a:off x="6165658" y="1007587"/>
          <a:ext cx="557666" cy="5576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1BB4E-B6EE-4519-BA23-8FED041D93BB}">
      <dsp:nvSpPr>
        <dsp:cNvPr id="0" name=""/>
        <dsp:cNvSpPr/>
      </dsp:nvSpPr>
      <dsp:spPr>
        <a:xfrm>
          <a:off x="5824862" y="1761117"/>
          <a:ext cx="1239257" cy="4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Can be used in complex systems that have multiple and different sub systems..</a:t>
          </a:r>
          <a:endParaRPr lang="en-US" sz="1100" kern="1200"/>
        </a:p>
      </dsp:txBody>
      <dsp:txXfrm>
        <a:off x="5824862" y="1761117"/>
        <a:ext cx="1239257" cy="495703"/>
      </dsp:txXfrm>
    </dsp:sp>
    <dsp:sp modelId="{F48FB831-4710-48F5-8836-F77914744F6A}">
      <dsp:nvSpPr>
        <dsp:cNvPr id="0" name=""/>
        <dsp:cNvSpPr/>
      </dsp:nvSpPr>
      <dsp:spPr>
        <a:xfrm>
          <a:off x="7621786" y="1007587"/>
          <a:ext cx="557666" cy="55766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9BB9B-F91F-4B72-BBBF-B59ECE8F788F}">
      <dsp:nvSpPr>
        <dsp:cNvPr id="0" name=""/>
        <dsp:cNvSpPr/>
      </dsp:nvSpPr>
      <dsp:spPr>
        <a:xfrm>
          <a:off x="7280990" y="1761117"/>
          <a:ext cx="1239257" cy="4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Reduce dependencies of outside code on the inner workings of a library. 		</a:t>
          </a:r>
          <a:endParaRPr lang="en-US" sz="1100" kern="1200"/>
        </a:p>
      </dsp:txBody>
      <dsp:txXfrm>
        <a:off x="7280990" y="1761117"/>
        <a:ext cx="1239257" cy="4957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2DAB07-0366-4B73-9BF5-CBFD859E559E}">
      <dsp:nvSpPr>
        <dsp:cNvPr id="0" name=""/>
        <dsp:cNvSpPr/>
      </dsp:nvSpPr>
      <dsp:spPr>
        <a:xfrm>
          <a:off x="538800" y="540953"/>
          <a:ext cx="1098000" cy="1098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14DFE-7C30-4077-A51B-D9A337CCBF88}">
      <dsp:nvSpPr>
        <dsp:cNvPr id="0" name=""/>
        <dsp:cNvSpPr/>
      </dsp:nvSpPr>
      <dsp:spPr>
        <a:xfrm>
          <a:off x="772800" y="774953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07E47-9F8B-4B4A-BBFA-2FCFBD918ED2}">
      <dsp:nvSpPr>
        <dsp:cNvPr id="0" name=""/>
        <dsp:cNvSpPr/>
      </dsp:nvSpPr>
      <dsp:spPr>
        <a:xfrm>
          <a:off x="187800" y="1980954"/>
          <a:ext cx="18000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What are the key advantages of using the Facade pattern? </a:t>
          </a:r>
          <a:endParaRPr lang="en-US" sz="1100" kern="1200" dirty="0"/>
        </a:p>
      </dsp:txBody>
      <dsp:txXfrm>
        <a:off x="187800" y="1980954"/>
        <a:ext cx="1800000" cy="742500"/>
      </dsp:txXfrm>
    </dsp:sp>
    <dsp:sp modelId="{9DBA42C1-D429-4E5C-A10D-4E2DA986A402}">
      <dsp:nvSpPr>
        <dsp:cNvPr id="0" name=""/>
        <dsp:cNvSpPr/>
      </dsp:nvSpPr>
      <dsp:spPr>
        <a:xfrm>
          <a:off x="2653800" y="540953"/>
          <a:ext cx="1098000" cy="1098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33A44-104C-4423-812E-7C54DE8588E4}">
      <dsp:nvSpPr>
        <dsp:cNvPr id="0" name=""/>
        <dsp:cNvSpPr/>
      </dsp:nvSpPr>
      <dsp:spPr>
        <a:xfrm>
          <a:off x="2887800" y="774953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498A8-B5E1-4C44-B439-1FC3E9353EBC}">
      <dsp:nvSpPr>
        <dsp:cNvPr id="0" name=""/>
        <dsp:cNvSpPr/>
      </dsp:nvSpPr>
      <dsp:spPr>
        <a:xfrm>
          <a:off x="2302800" y="1980954"/>
          <a:ext cx="18000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Can you access each of the subsystems directly? </a:t>
          </a:r>
          <a:endParaRPr lang="en-US" sz="1100" kern="1200" dirty="0"/>
        </a:p>
      </dsp:txBody>
      <dsp:txXfrm>
        <a:off x="2302800" y="1980954"/>
        <a:ext cx="1800000" cy="742500"/>
      </dsp:txXfrm>
    </dsp:sp>
    <dsp:sp modelId="{E6BD229A-3D4E-42B2-9BDB-C61FB088C92D}">
      <dsp:nvSpPr>
        <dsp:cNvPr id="0" name=""/>
        <dsp:cNvSpPr/>
      </dsp:nvSpPr>
      <dsp:spPr>
        <a:xfrm>
          <a:off x="4768800" y="540953"/>
          <a:ext cx="1098000" cy="1098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A3A8F-AC2E-4BF9-92AD-B04F38F58ED4}">
      <dsp:nvSpPr>
        <dsp:cNvPr id="0" name=""/>
        <dsp:cNvSpPr/>
      </dsp:nvSpPr>
      <dsp:spPr>
        <a:xfrm>
          <a:off x="5002800" y="774953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173D9-71A3-4CEF-9999-4EA872689BA2}">
      <dsp:nvSpPr>
        <dsp:cNvPr id="0" name=""/>
        <dsp:cNvSpPr/>
      </dsp:nvSpPr>
      <dsp:spPr>
        <a:xfrm>
          <a:off x="4417800" y="1980954"/>
          <a:ext cx="18000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There should be only one facade for a complex subsystem. Is this understanding correct?</a:t>
          </a:r>
          <a:endParaRPr lang="en-US" sz="1100" kern="1200" dirty="0"/>
        </a:p>
      </dsp:txBody>
      <dsp:txXfrm>
        <a:off x="4417800" y="1980954"/>
        <a:ext cx="1800000" cy="742500"/>
      </dsp:txXfrm>
    </dsp:sp>
    <dsp:sp modelId="{06EEACD1-16F2-4601-B3F5-E92BC5F2EABE}">
      <dsp:nvSpPr>
        <dsp:cNvPr id="0" name=""/>
        <dsp:cNvSpPr/>
      </dsp:nvSpPr>
      <dsp:spPr>
        <a:xfrm>
          <a:off x="6883800" y="540953"/>
          <a:ext cx="1098000" cy="1098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044DF-5C9C-4689-BACF-8D01B1B1AF65}">
      <dsp:nvSpPr>
        <dsp:cNvPr id="0" name=""/>
        <dsp:cNvSpPr/>
      </dsp:nvSpPr>
      <dsp:spPr>
        <a:xfrm>
          <a:off x="7117800" y="774953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6A619-C1D1-4A64-9CB3-5160111F6291}">
      <dsp:nvSpPr>
        <dsp:cNvPr id="0" name=""/>
        <dsp:cNvSpPr/>
      </dsp:nvSpPr>
      <dsp:spPr>
        <a:xfrm>
          <a:off x="6532800" y="1980954"/>
          <a:ext cx="18000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What are the challenges associated with the Facade pattern? </a:t>
          </a:r>
          <a:endParaRPr lang="en-US" sz="1100" kern="1200" dirty="0"/>
        </a:p>
      </dsp:txBody>
      <dsp:txXfrm>
        <a:off x="6532800" y="1980954"/>
        <a:ext cx="1800000" cy="74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c287e88697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c287e88697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c27e6fff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c27e6fff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c287e886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c287e886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c287e8869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c287e8869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c287e8869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c287e8869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c287e8869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c287e8869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c287e8869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c287e8869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c287e88697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c287e88697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c287e8869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c287e8869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c287e8869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c287e88697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c287e8869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c287e8869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c287e8869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c287e8869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c287e8869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c287e8869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c287e88697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c287e88697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4dcbe78db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4dcbe78db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c287e88697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c287e88697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c287e88697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c287e88697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" y="-39875"/>
            <a:ext cx="9144000" cy="52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E0B8-715C-18F9-1ABB-3473E906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A498A-FC33-6D7B-54CB-B85925D6D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F3EAF-5AF8-FF9E-A1D9-5C5C9D815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35F0D-D0CE-F6D1-3C6D-ADE1410B5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1258243"/>
              </p:ext>
            </p:extLst>
          </p:nvPr>
        </p:nvGraphicFramePr>
        <p:xfrm>
          <a:off x="178755" y="130629"/>
          <a:ext cx="8653545" cy="486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22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2A4E-8897-82B9-FA0E-01291262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OOP Principals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64796-0DF2-90C5-D692-09708B8BED8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n" sz="900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AE7FEE9A-87EB-B8A1-DEC3-558D41E234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0505083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326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6E78-35FF-297D-7BB5-10ECCD281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What is FAÇADE?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52ED6-0AAF-4529-0EEB-D5D88DF584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" sz="900"/>
          </a:p>
        </p:txBody>
      </p:sp>
      <p:pic>
        <p:nvPicPr>
          <p:cNvPr id="1026" name="Picture 2" descr="Oxford Advanced Learner’s Dictionary - Now and then - Teaching English ...">
            <a:extLst>
              <a:ext uri="{FF2B5EF4-FFF2-40B4-BE49-F238E27FC236}">
                <a16:creationId xmlns:a16="http://schemas.microsoft.com/office/drawing/2014/main" id="{6BD6DB6E-B2E8-3989-34FA-63E23B95C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" r="6417" b="-3"/>
          <a:stretch>
            <a:fillRect/>
          </a:stretch>
        </p:blipFill>
        <p:spPr bwMode="auto">
          <a:xfrm>
            <a:off x="311700" y="1208225"/>
            <a:ext cx="4069800" cy="326440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55153-2369-27C0-06C1-629C5A63B42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490357" y="1208225"/>
            <a:ext cx="4596493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​the front of a building.</a:t>
            </a:r>
          </a:p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the way that somebody/something appears to be, which is different from the way somebody/something really is.</a:t>
            </a:r>
          </a:p>
        </p:txBody>
      </p:sp>
    </p:spTree>
    <p:extLst>
      <p:ext uri="{BB962C8B-B14F-4D97-AF65-F5344CB8AC3E}">
        <p14:creationId xmlns:p14="http://schemas.microsoft.com/office/powerpoint/2010/main" val="21150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4925" y="-36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organize a wedding 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25" y="478900"/>
            <a:ext cx="28956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2200" y="29000"/>
            <a:ext cx="36957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0938" y="452913"/>
            <a:ext cx="2943225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1825" y="2553900"/>
            <a:ext cx="3857625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FACADE Design Pattern</a:t>
            </a:r>
          </a:p>
        </p:txBody>
      </p:sp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" sz="900"/>
          </a:p>
        </p:txBody>
      </p:sp>
      <p:graphicFrame>
        <p:nvGraphicFramePr>
          <p:cNvPr id="96" name="Google Shape;87;p17">
            <a:extLst>
              <a:ext uri="{FF2B5EF4-FFF2-40B4-BE49-F238E27FC236}">
                <a16:creationId xmlns:a16="http://schemas.microsoft.com/office/drawing/2014/main" id="{A6F01495-6AB5-782B-7EE5-1BD52A1AC4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7232081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about a waiter</a:t>
            </a:r>
            <a:endParaRPr lang="en-US"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7</a:t>
            </a:fld>
            <a:endParaRPr lang="en" sz="900"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/>
          <a:srcRect t="13845" r="-2" b="-2"/>
          <a:stretch>
            <a:fillRect/>
          </a:stretch>
        </p:blipFill>
        <p:spPr>
          <a:xfrm>
            <a:off x="311700" y="1208225"/>
            <a:ext cx="5697720" cy="3264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/>
          <a:srcRect l="18335" r="24628"/>
          <a:stretch>
            <a:fillRect/>
          </a:stretch>
        </p:blipFill>
        <p:spPr>
          <a:xfrm>
            <a:off x="6390420" y="1208225"/>
            <a:ext cx="2441879" cy="326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Facade design pattern does NOT add any functionality. We should try to avoid add any functionally to the interface.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Facade design pattern is point of entry into system / sub system.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Facade is a wrapper class that encapsulates a subsystem in order to hide the sub system complexity.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interfaces multiple classes to interact.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should have the option of directly connect to the subsystems if needed without the interface. 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without FACADE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5389" y="572700"/>
            <a:ext cx="7020462" cy="4707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80775" y="88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with FACADE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174" y="1079500"/>
            <a:ext cx="6614649" cy="406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 116 - 120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700" y="1284275"/>
            <a:ext cx="71628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" y="0"/>
            <a:ext cx="68084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Design the interface</a:t>
            </a:r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5" y="1152463"/>
            <a:ext cx="72390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interface class?</a:t>
            </a:r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body" idx="1"/>
          </p:nvPr>
        </p:nvSpPr>
        <p:spPr>
          <a:xfrm>
            <a:off x="143275" y="1152475"/>
            <a:ext cx="8688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38259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907"/>
              <a:t>A Java interface is a bit like a class, except a Java interface can only contain method signatures and fields. </a:t>
            </a:r>
            <a:endParaRPr sz="6907"/>
          </a:p>
          <a:p>
            <a:pPr marL="457200" lvl="0" indent="-338259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907"/>
              <a:t>Interfaces will define the specifications for Classes that govern how code will behave. </a:t>
            </a:r>
            <a:endParaRPr sz="6907"/>
          </a:p>
          <a:p>
            <a:pPr marL="457200" lvl="0" indent="-338259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907"/>
              <a:t>An Java interface cannot contain an implementation of the methods, only the signature (name, parameters and exceptions) of the method.</a:t>
            </a:r>
            <a:endParaRPr sz="6907"/>
          </a:p>
          <a:p>
            <a:pPr marL="457200" lvl="0" indent="-338259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907"/>
              <a:t>In interface, variables can be defined only as constants. </a:t>
            </a:r>
            <a:endParaRPr sz="690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907"/>
              <a:t>	interface A{</a:t>
            </a:r>
            <a:endParaRPr sz="690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907"/>
              <a:t>		void m();</a:t>
            </a:r>
            <a:endParaRPr sz="690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907"/>
              <a:t>		int x=0;</a:t>
            </a:r>
            <a:endParaRPr sz="690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907"/>
              <a:t>	}</a:t>
            </a:r>
            <a:endParaRPr sz="690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Implement the interface with one or more classes</a:t>
            </a:r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1981200"/>
            <a:ext cx="802005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Create the facade class and wrap the classes that implements the interface</a:t>
            </a:r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5655"/>
            <a:ext cx="9143999" cy="449218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233779" y="1071371"/>
            <a:ext cx="45558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Extension of Facade Design Patterns-Multi Agents</a:t>
            </a:r>
            <a:endParaRPr dirty="0"/>
          </a:p>
        </p:txBody>
      </p:sp>
      <p:sp>
        <p:nvSpPr>
          <p:cNvPr id="216" name="Google Shape;216;p3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7" name="Google Shape;21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769" y="42000"/>
            <a:ext cx="41355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Facade Design Pattern</a:t>
            </a:r>
            <a:endParaRPr/>
          </a:p>
        </p:txBody>
      </p:sp>
      <p:sp>
        <p:nvSpPr>
          <p:cNvPr id="240" name="Google Shape;24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Use to hide the complexity of a subsystem by encapsulating it behind a unified wrapper class called a facade class.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Removes the need for client classes to manage a subsystem on their own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Handles instantiation and redirection of tasks to appropriate class within the subsystem.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Provides client classes with a simplified interface for the subsystem.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Acts simply as a point of entry to a substem and does not add more functional to the subsystem.  </a:t>
            </a:r>
            <a:endParaRPr dirty="0"/>
          </a:p>
        </p:txBody>
      </p:sp>
      <p:sp>
        <p:nvSpPr>
          <p:cNvPr id="241" name="Google Shape;24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Q&amp;A</a:t>
            </a:r>
          </a:p>
        </p:txBody>
      </p:sp>
      <p:sp>
        <p:nvSpPr>
          <p:cNvPr id="248" name="Google Shape;248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21</a:t>
            </a:fld>
            <a:endParaRPr lang="en" sz="900"/>
          </a:p>
        </p:txBody>
      </p:sp>
      <p:graphicFrame>
        <p:nvGraphicFramePr>
          <p:cNvPr id="250" name="Google Shape;247;p38">
            <a:extLst>
              <a:ext uri="{FF2B5EF4-FFF2-40B4-BE49-F238E27FC236}">
                <a16:creationId xmlns:a16="http://schemas.microsoft.com/office/drawing/2014/main" id="{CA2848F8-8C4E-6140-CF2E-651BB35B64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1945183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55F4-AD1A-F7DE-E7BA-8611A2588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50" y="433217"/>
            <a:ext cx="8399750" cy="565850"/>
          </a:xfrm>
        </p:spPr>
        <p:txBody>
          <a:bodyPr>
            <a:normAutofit/>
          </a:bodyPr>
          <a:lstStyle/>
          <a:p>
            <a:r>
              <a:rPr lang="en-US" sz="2000" dirty="0"/>
              <a:t>How FAÇADE Design Pattern Can Be Used in Your Projects?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857FBF-C39D-6399-F076-75B1928920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094505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dbbb3a872386501ea0db3d7f91cf00c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06edd250f22a9adbb0f047e677c7ff0f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B0CFB394-16B5-48C3-A23D-62FDA51BB5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7407C5-74EF-49F0-9627-2919C8D761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2809DD-A76A-414F-A502-43E46E0D5609}">
  <ds:schemaRefs>
    <ds:schemaRef ds:uri="http://www.w3.org/XML/1998/namespace"/>
    <ds:schemaRef ds:uri="http://purl.org/dc/terms/"/>
    <ds:schemaRef ds:uri="http://schemas.microsoft.com/office/2006/documentManagement/types"/>
    <ds:schemaRef ds:uri="bbf2655a-b97a-4cd5-9749-fa15d2d37c4f"/>
    <ds:schemaRef ds:uri="http://purl.org/dc/elements/1.1/"/>
    <ds:schemaRef ds:uri="6327976d-0e7f-4f4d-9e8d-9adece0280c7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551</Words>
  <Application>Microsoft Office PowerPoint</Application>
  <PresentationFormat>On-screen Show (16:9)</PresentationFormat>
  <Paragraphs>103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Simple Light</vt:lpstr>
      <vt:lpstr>PowerPoint Presentation</vt:lpstr>
      <vt:lpstr>PowerPoint Presentation</vt:lpstr>
      <vt:lpstr>OOP Principals </vt:lpstr>
      <vt:lpstr>What is FAÇADE?</vt:lpstr>
      <vt:lpstr>How do you organize a wedding </vt:lpstr>
      <vt:lpstr>FACADE Design Pattern</vt:lpstr>
      <vt:lpstr>Think about a waiter</vt:lpstr>
      <vt:lpstr>PowerPoint Presentation</vt:lpstr>
      <vt:lpstr>Implementation without FACADE</vt:lpstr>
      <vt:lpstr>Implementation with FACADE </vt:lpstr>
      <vt:lpstr>Refer 116 - 120</vt:lpstr>
      <vt:lpstr>PowerPoint Presentation</vt:lpstr>
      <vt:lpstr>Step 1: Design the interface</vt:lpstr>
      <vt:lpstr>What is an interface class?</vt:lpstr>
      <vt:lpstr>Step 2: Implement the interface with one or more classes</vt:lpstr>
      <vt:lpstr>Step 3: Create the facade class and wrap the classes that implements the interface</vt:lpstr>
      <vt:lpstr>PowerPoint Presentation</vt:lpstr>
      <vt:lpstr>PowerPoint Presentation</vt:lpstr>
      <vt:lpstr>Extension of Facade Design Patterns-Multi Agents</vt:lpstr>
      <vt:lpstr>Facade Design Pattern</vt:lpstr>
      <vt:lpstr>Q&amp;A</vt:lpstr>
      <vt:lpstr>How FAÇADE Design Pattern Can Be Used in Your Projects?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Mr. PPG Dinesh Asanka</cp:lastModifiedBy>
  <cp:revision>5</cp:revision>
  <dcterms:modified xsi:type="dcterms:W3CDTF">2025-08-04T17:30:15Z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