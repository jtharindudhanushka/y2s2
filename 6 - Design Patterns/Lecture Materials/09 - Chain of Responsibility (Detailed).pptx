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8"/>
  </p:notesMasterIdLst>
  <p:sldIdLst>
    <p:sldId id="256" r:id="rId5"/>
    <p:sldId id="281" r:id="rId6"/>
    <p:sldId id="283" r:id="rId7"/>
    <p:sldId id="258" r:id="rId8"/>
    <p:sldId id="259" r:id="rId9"/>
    <p:sldId id="260" r:id="rId10"/>
    <p:sldId id="261" r:id="rId11"/>
    <p:sldId id="262" r:id="rId12"/>
    <p:sldId id="264" r:id="rId13"/>
    <p:sldId id="263" r:id="rId14"/>
    <p:sldId id="265" r:id="rId15"/>
    <p:sldId id="266" r:id="rId16"/>
    <p:sldId id="282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332790-3EBD-E02B-7BCC-EE9AA96B8731}" v="3" dt="2026-08-22T14:31:45.499"/>
    <p1510:client id="{B276915B-F710-202E-7E05-666C218F1BA3}" v="2" dt="2026-08-23T17:11:36.310"/>
    <p1510:client id="{C9CD5432-5DF5-C6CF-9858-07880BC8A42B}" v="3" dt="2026-08-23T10:45:20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aa232db2-7a78-4414-a529-33db9124cba7::" providerId="AD" clId="Web-{61DA2A24-D1BC-025E-8025-118DAD4F3AC5}"/>
    <pc:docChg chg="modSld">
      <pc:chgData name="Guest User" userId="S::urn:spo:tenantanon#aa232db2-7a78-4414-a529-33db9124cba7::" providerId="AD" clId="Web-{61DA2A24-D1BC-025E-8025-118DAD4F3AC5}" dt="2026-08-24T02:01:38.623" v="1" actId="1076"/>
      <pc:docMkLst>
        <pc:docMk/>
      </pc:docMkLst>
      <pc:sldChg chg="modSp">
        <pc:chgData name="Guest User" userId="S::urn:spo:tenantanon#aa232db2-7a78-4414-a529-33db9124cba7::" providerId="AD" clId="Web-{61DA2A24-D1BC-025E-8025-118DAD4F3AC5}" dt="2026-08-24T02:01:38.623" v="1" actId="1076"/>
        <pc:sldMkLst>
          <pc:docMk/>
          <pc:sldMk cId="0" sldId="266"/>
        </pc:sldMkLst>
        <pc:graphicFrameChg chg="mod">
          <ac:chgData name="Guest User" userId="S::urn:spo:tenantanon#aa232db2-7a78-4414-a529-33db9124cba7::" providerId="AD" clId="Web-{61DA2A24-D1BC-025E-8025-118DAD4F3AC5}" dt="2026-08-24T02:01:38.623" v="1" actId="1076"/>
          <ac:graphicFrameMkLst>
            <pc:docMk/>
            <pc:sldMk cId="0" sldId="266"/>
            <ac:graphicFrameMk id="122" creationId="{613AD2C8-5BEB-C69C-8428-34FF65CEE564}"/>
          </ac:graphicFrameMkLst>
        </pc:graphicFrameChg>
      </pc:sldChg>
    </pc:docChg>
  </pc:docChgLst>
  <pc:docChgLst>
    <pc:chgData name="Guest User" userId="S::urn:spo:tenantanon#aa232db2-7a78-4414-a529-33db9124cba7::" providerId="AD" clId="Web-{B276915B-F710-202E-7E05-666C218F1BA3}"/>
    <pc:docChg chg="modSld">
      <pc:chgData name="Guest User" userId="S::urn:spo:tenantanon#aa232db2-7a78-4414-a529-33db9124cba7::" providerId="AD" clId="Web-{B276915B-F710-202E-7E05-666C218F1BA3}" dt="2026-08-23T17:11:36.310" v="1" actId="1076"/>
      <pc:docMkLst>
        <pc:docMk/>
      </pc:docMkLst>
      <pc:sldChg chg="modSp">
        <pc:chgData name="Guest User" userId="S::urn:spo:tenantanon#aa232db2-7a78-4414-a529-33db9124cba7::" providerId="AD" clId="Web-{B276915B-F710-202E-7E05-666C218F1BA3}" dt="2026-08-23T17:06:47.214" v="0" actId="1076"/>
        <pc:sldMkLst>
          <pc:docMk/>
          <pc:sldMk cId="0" sldId="259"/>
        </pc:sldMkLst>
        <pc:picChg chg="mod">
          <ac:chgData name="Guest User" userId="S::urn:spo:tenantanon#aa232db2-7a78-4414-a529-33db9124cba7::" providerId="AD" clId="Web-{B276915B-F710-202E-7E05-666C218F1BA3}" dt="2026-08-23T17:06:47.214" v="0" actId="1076"/>
          <ac:picMkLst>
            <pc:docMk/>
            <pc:sldMk cId="0" sldId="259"/>
            <ac:picMk id="2050" creationId="{C61CE040-E842-B391-687C-15CD7DF6BEC8}"/>
          </ac:picMkLst>
        </pc:picChg>
      </pc:sldChg>
      <pc:sldChg chg="modSp">
        <pc:chgData name="Guest User" userId="S::urn:spo:tenantanon#aa232db2-7a78-4414-a529-33db9124cba7::" providerId="AD" clId="Web-{B276915B-F710-202E-7E05-666C218F1BA3}" dt="2026-08-23T17:11:36.310" v="1" actId="1076"/>
        <pc:sldMkLst>
          <pc:docMk/>
          <pc:sldMk cId="0" sldId="262"/>
        </pc:sldMkLst>
        <pc:picChg chg="mod">
          <ac:chgData name="Guest User" userId="S::urn:spo:tenantanon#aa232db2-7a78-4414-a529-33db9124cba7::" providerId="AD" clId="Web-{B276915B-F710-202E-7E05-666C218F1BA3}" dt="2026-08-23T17:11:36.310" v="1" actId="1076"/>
          <ac:picMkLst>
            <pc:docMk/>
            <pc:sldMk cId="0" sldId="262"/>
            <ac:picMk id="96" creationId="{00000000-0000-0000-0000-000000000000}"/>
          </ac:picMkLst>
        </pc:picChg>
      </pc:sldChg>
    </pc:docChg>
  </pc:docChgLst>
  <pc:docChgLst>
    <pc:chgData name="Guest User" userId="S::urn:spo:tenantanon#aa232db2-7a78-4414-a529-33db9124cba7::" providerId="AD" clId="Web-{3A332790-3EBD-E02B-7BCC-EE9AA96B8731}"/>
    <pc:docChg chg="modSld">
      <pc:chgData name="Guest User" userId="S::urn:spo:tenantanon#aa232db2-7a78-4414-a529-33db9124cba7::" providerId="AD" clId="Web-{3A332790-3EBD-E02B-7BCC-EE9AA96B8731}" dt="2026-08-22T14:31:45.499" v="2" actId="1076"/>
      <pc:docMkLst>
        <pc:docMk/>
      </pc:docMkLst>
      <pc:sldChg chg="modSp">
        <pc:chgData name="Guest User" userId="S::urn:spo:tenantanon#aa232db2-7a78-4414-a529-33db9124cba7::" providerId="AD" clId="Web-{3A332790-3EBD-E02B-7BCC-EE9AA96B8731}" dt="2026-08-22T14:31:40.124" v="1"/>
        <pc:sldMkLst>
          <pc:docMk/>
          <pc:sldMk cId="0" sldId="256"/>
        </pc:sldMkLst>
        <pc:picChg chg="mod modCrop">
          <ac:chgData name="Guest User" userId="S::urn:spo:tenantanon#aa232db2-7a78-4414-a529-33db9124cba7::" providerId="AD" clId="Web-{3A332790-3EBD-E02B-7BCC-EE9AA96B8731}" dt="2026-08-22T14:31:40.124" v="1"/>
          <ac:picMkLst>
            <pc:docMk/>
            <pc:sldMk cId="0" sldId="256"/>
            <ac:picMk id="7" creationId="{9EC9826C-EA98-E444-F52F-7EC752AD487F}"/>
          </ac:picMkLst>
        </pc:picChg>
      </pc:sldChg>
      <pc:sldChg chg="modSp">
        <pc:chgData name="Guest User" userId="S::urn:spo:tenantanon#aa232db2-7a78-4414-a529-33db9124cba7::" providerId="AD" clId="Web-{3A332790-3EBD-E02B-7BCC-EE9AA96B8731}" dt="2026-08-22T14:31:45.499" v="2" actId="1076"/>
        <pc:sldMkLst>
          <pc:docMk/>
          <pc:sldMk cId="1012034945" sldId="283"/>
        </pc:sldMkLst>
        <pc:picChg chg="mod">
          <ac:chgData name="Guest User" userId="S::urn:spo:tenantanon#aa232db2-7a78-4414-a529-33db9124cba7::" providerId="AD" clId="Web-{3A332790-3EBD-E02B-7BCC-EE9AA96B8731}" dt="2026-08-22T14:31:45.499" v="2" actId="1076"/>
          <ac:picMkLst>
            <pc:docMk/>
            <pc:sldMk cId="1012034945" sldId="283"/>
            <ac:picMk id="1026" creationId="{960CC0A1-CB39-960C-4587-654F8B729E11}"/>
          </ac:picMkLst>
        </pc:picChg>
      </pc:sldChg>
    </pc:docChg>
  </pc:docChgLst>
  <pc:docChgLst>
    <pc:chgData name="Guest User" userId="S::urn:spo:tenantanon#aa232db2-7a78-4414-a529-33db9124cba7::" providerId="AD" clId="Web-{C9CD5432-5DF5-C6CF-9858-07880BC8A42B}"/>
    <pc:docChg chg="modSld">
      <pc:chgData name="Guest User" userId="S::urn:spo:tenantanon#aa232db2-7a78-4414-a529-33db9124cba7::" providerId="AD" clId="Web-{C9CD5432-5DF5-C6CF-9858-07880BC8A42B}" dt="2026-08-23T10:45:20.984" v="2" actId="1076"/>
      <pc:docMkLst>
        <pc:docMk/>
      </pc:docMkLst>
      <pc:sldChg chg="modSp">
        <pc:chgData name="Guest User" userId="S::urn:spo:tenantanon#aa232db2-7a78-4414-a529-33db9124cba7::" providerId="AD" clId="Web-{C9CD5432-5DF5-C6CF-9858-07880BC8A42B}" dt="2026-08-23T10:45:20.984" v="2" actId="1076"/>
        <pc:sldMkLst>
          <pc:docMk/>
          <pc:sldMk cId="0" sldId="256"/>
        </pc:sldMkLst>
        <pc:picChg chg="mod">
          <ac:chgData name="Guest User" userId="S::urn:spo:tenantanon#aa232db2-7a78-4414-a529-33db9124cba7::" providerId="AD" clId="Web-{C9CD5432-5DF5-C6CF-9858-07880BC8A42B}" dt="2026-08-23T10:45:20.984" v="2" actId="1076"/>
          <ac:picMkLst>
            <pc:docMk/>
            <pc:sldMk cId="0" sldId="256"/>
            <ac:picMk id="7" creationId="{9EC9826C-EA98-E444-F52F-7EC752AD487F}"/>
          </ac:picMkLst>
        </pc:picChg>
      </pc:sldChg>
    </pc:docChg>
  </pc:docChgLst>
  <pc:docChgLst>
    <pc:chgData name="Guest User" userId="S::urn:spo:tenantanon#aa232db2-7a78-4414-a529-33db9124cba7::" providerId="AD" clId="Web-{C356AE82-A300-8413-9DE7-AA549BF39358}"/>
    <pc:docChg chg="modSld">
      <pc:chgData name="Guest User" userId="S::urn:spo:tenantanon#aa232db2-7a78-4414-a529-33db9124cba7::" providerId="AD" clId="Web-{C356AE82-A300-8413-9DE7-AA549BF39358}" dt="2026-08-21T11:20:57.493" v="8" actId="14100"/>
      <pc:docMkLst>
        <pc:docMk/>
      </pc:docMkLst>
      <pc:sldChg chg="modSp">
        <pc:chgData name="Guest User" userId="S::urn:spo:tenantanon#aa232db2-7a78-4414-a529-33db9124cba7::" providerId="AD" clId="Web-{C356AE82-A300-8413-9DE7-AA549BF39358}" dt="2026-08-21T11:19:55.727" v="0" actId="14100"/>
        <pc:sldMkLst>
          <pc:docMk/>
          <pc:sldMk cId="0" sldId="259"/>
        </pc:sldMkLst>
        <pc:picChg chg="mod">
          <ac:chgData name="Guest User" userId="S::urn:spo:tenantanon#aa232db2-7a78-4414-a529-33db9124cba7::" providerId="AD" clId="Web-{C356AE82-A300-8413-9DE7-AA549BF39358}" dt="2026-08-21T11:19:55.727" v="0" actId="14100"/>
          <ac:picMkLst>
            <pc:docMk/>
            <pc:sldMk cId="0" sldId="259"/>
            <ac:picMk id="2050" creationId="{C61CE040-E842-B391-687C-15CD7DF6BEC8}"/>
          </ac:picMkLst>
        </pc:picChg>
      </pc:sldChg>
      <pc:sldChg chg="modSp">
        <pc:chgData name="Guest User" userId="S::urn:spo:tenantanon#aa232db2-7a78-4414-a529-33db9124cba7::" providerId="AD" clId="Web-{C356AE82-A300-8413-9DE7-AA549BF39358}" dt="2026-08-21T11:20:57.493" v="8" actId="14100"/>
        <pc:sldMkLst>
          <pc:docMk/>
          <pc:sldMk cId="0" sldId="260"/>
        </pc:sldMkLst>
        <pc:picChg chg="mod">
          <ac:chgData name="Guest User" userId="S::urn:spo:tenantanon#aa232db2-7a78-4414-a529-33db9124cba7::" providerId="AD" clId="Web-{C356AE82-A300-8413-9DE7-AA549BF39358}" dt="2026-08-21T11:20:57.493" v="8" actId="14100"/>
          <ac:picMkLst>
            <pc:docMk/>
            <pc:sldMk cId="0" sldId="260"/>
            <ac:picMk id="3074" creationId="{40A9C65A-25DF-74B7-D031-D430DEE77473}"/>
          </ac:picMkLst>
        </pc:picChg>
      </pc:sldChg>
      <pc:sldChg chg="modSp">
        <pc:chgData name="Guest User" userId="S::urn:spo:tenantanon#aa232db2-7a78-4414-a529-33db9124cba7::" providerId="AD" clId="Web-{C356AE82-A300-8413-9DE7-AA549BF39358}" dt="2026-08-21T11:20:29.383" v="4" actId="14100"/>
        <pc:sldMkLst>
          <pc:docMk/>
          <pc:sldMk cId="0" sldId="261"/>
        </pc:sldMkLst>
        <pc:picChg chg="mod">
          <ac:chgData name="Guest User" userId="S::urn:spo:tenantanon#aa232db2-7a78-4414-a529-33db9124cba7::" providerId="AD" clId="Web-{C356AE82-A300-8413-9DE7-AA549BF39358}" dt="2026-08-21T11:20:29.383" v="4" actId="14100"/>
          <ac:picMkLst>
            <pc:docMk/>
            <pc:sldMk cId="0" sldId="261"/>
            <ac:picMk id="4098" creationId="{57F3806F-4692-D5B6-0513-BB4AFF5A3468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pixabay.com/en/check-correct-tick-mark-symbol-303401/" TargetMode="External"/><Relationship Id="rId1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pixabay.com/en/check-correct-tick-mark-symbol-303401/" TargetMode="External"/><Relationship Id="rId1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#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#1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BC285D-7C90-45EC-919F-95B8ED8A0C28}" type="doc">
      <dgm:prSet loTypeId="urn:microsoft.com/office/officeart/2008/layout/PictureAccentList" loCatId="list" qsTypeId="urn:microsoft.com/office/officeart/2005/8/quickstyle/simple1#1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00B67E32-E6BD-4983-9653-5C720FF5C9AC}">
      <dgm:prSet phldrT="[Text]" custT="1"/>
      <dgm:spPr/>
      <dgm:t>
        <a:bodyPr/>
        <a:lstStyle/>
        <a:p>
          <a:r>
            <a:rPr lang="en-US" sz="2000" b="1" kern="1200">
              <a:latin typeface="Arial"/>
              <a:ea typeface="+mn-ea"/>
              <a:cs typeface="+mn-cs"/>
            </a:rPr>
            <a:t>Creational</a:t>
          </a:r>
          <a:r>
            <a:rPr lang="en-US" sz="2000" b="1" kern="1200"/>
            <a:t> (5)</a:t>
          </a:r>
        </a:p>
      </dgm:t>
    </dgm:pt>
    <dgm:pt modelId="{B68382FD-FCD8-48AC-880B-F2BD8AC3B529}" type="parTrans" cxnId="{22882534-2790-41E0-92AE-8362E66D5214}">
      <dgm:prSet/>
      <dgm:spPr/>
      <dgm:t>
        <a:bodyPr/>
        <a:lstStyle/>
        <a:p>
          <a:endParaRPr lang="en-US"/>
        </a:p>
      </dgm:t>
    </dgm:pt>
    <dgm:pt modelId="{33370808-742A-410A-9059-EEB54400542E}" type="sibTrans" cxnId="{22882534-2790-41E0-92AE-8362E66D5214}">
      <dgm:prSet/>
      <dgm:spPr/>
      <dgm:t>
        <a:bodyPr/>
        <a:lstStyle/>
        <a:p>
          <a:endParaRPr lang="en-US"/>
        </a:p>
      </dgm:t>
    </dgm:pt>
    <dgm:pt modelId="{1CC591C8-C948-45EE-867F-895B7CBBB002}">
      <dgm:prSet phldrT="[Text]"/>
      <dgm:spPr/>
      <dgm:t>
        <a:bodyPr/>
        <a:lstStyle/>
        <a:p>
          <a:pPr>
            <a:buNone/>
          </a:pPr>
          <a:r>
            <a:rPr lang="en-US"/>
            <a:t>Factory</a:t>
          </a:r>
        </a:p>
      </dgm:t>
    </dgm:pt>
    <dgm:pt modelId="{7FE73F14-D9A5-4858-A7DF-D2C46AFBF238}" type="parTrans" cxnId="{A4DEB4F5-060F-416B-978E-D01D324F86C3}">
      <dgm:prSet/>
      <dgm:spPr/>
      <dgm:t>
        <a:bodyPr/>
        <a:lstStyle/>
        <a:p>
          <a:endParaRPr lang="en-US"/>
        </a:p>
      </dgm:t>
    </dgm:pt>
    <dgm:pt modelId="{EA925A09-6AA5-4185-9E26-54802AAEBCC0}" type="sibTrans" cxnId="{A4DEB4F5-060F-416B-978E-D01D324F86C3}">
      <dgm:prSet/>
      <dgm:spPr/>
      <dgm:t>
        <a:bodyPr/>
        <a:lstStyle/>
        <a:p>
          <a:endParaRPr lang="en-US"/>
        </a:p>
      </dgm:t>
    </dgm:pt>
    <dgm:pt modelId="{DDBB3C66-D5E4-4FC0-91BC-C61300BC37FA}">
      <dgm:prSet phldrT="[Text]"/>
      <dgm:spPr/>
      <dgm:t>
        <a:bodyPr/>
        <a:lstStyle/>
        <a:p>
          <a:r>
            <a:rPr lang="en-US" b="1"/>
            <a:t>Structural (7)</a:t>
          </a:r>
          <a:endParaRPr lang="en-US"/>
        </a:p>
      </dgm:t>
    </dgm:pt>
    <dgm:pt modelId="{8048B7FF-CAC6-410A-B397-445FF483B94B}" type="parTrans" cxnId="{1657EFE0-2A26-4DE8-9B3D-CAD70A5B058F}">
      <dgm:prSet/>
      <dgm:spPr/>
      <dgm:t>
        <a:bodyPr/>
        <a:lstStyle/>
        <a:p>
          <a:endParaRPr lang="en-US"/>
        </a:p>
      </dgm:t>
    </dgm:pt>
    <dgm:pt modelId="{D41F61FF-4452-4981-9F84-CF1EDCB01EE5}" type="sibTrans" cxnId="{1657EFE0-2A26-4DE8-9B3D-CAD70A5B058F}">
      <dgm:prSet/>
      <dgm:spPr/>
      <dgm:t>
        <a:bodyPr/>
        <a:lstStyle/>
        <a:p>
          <a:endParaRPr lang="en-US"/>
        </a:p>
      </dgm:t>
    </dgm:pt>
    <dgm:pt modelId="{2B657BF5-4A26-4CD9-B902-E0676D265266}">
      <dgm:prSet phldrT="[Text]"/>
      <dgm:spPr/>
      <dgm:t>
        <a:bodyPr/>
        <a:lstStyle/>
        <a:p>
          <a:pPr>
            <a:buNone/>
          </a:pPr>
          <a:r>
            <a:rPr lang="en-US"/>
            <a:t>Adapter</a:t>
          </a:r>
        </a:p>
      </dgm:t>
    </dgm:pt>
    <dgm:pt modelId="{AD2F32A6-90CE-40CD-8475-A244527A9B19}" type="parTrans" cxnId="{169A3ED5-5052-43A0-82D4-8E4B3A319F13}">
      <dgm:prSet/>
      <dgm:spPr/>
      <dgm:t>
        <a:bodyPr/>
        <a:lstStyle/>
        <a:p>
          <a:endParaRPr lang="en-US"/>
        </a:p>
      </dgm:t>
    </dgm:pt>
    <dgm:pt modelId="{DDB011C5-727F-4AA9-8D3F-4766D235E191}" type="sibTrans" cxnId="{169A3ED5-5052-43A0-82D4-8E4B3A319F13}">
      <dgm:prSet/>
      <dgm:spPr/>
      <dgm:t>
        <a:bodyPr/>
        <a:lstStyle/>
        <a:p>
          <a:endParaRPr lang="en-US"/>
        </a:p>
      </dgm:t>
    </dgm:pt>
    <dgm:pt modelId="{435E0EAF-C8D9-4EA8-BA75-E6227BC64A76}">
      <dgm:prSet phldrT="[Text]"/>
      <dgm:spPr/>
      <dgm:t>
        <a:bodyPr/>
        <a:lstStyle/>
        <a:p>
          <a:r>
            <a:rPr lang="en-US" b="1"/>
            <a:t>Behavioral (11)</a:t>
          </a:r>
          <a:endParaRPr lang="en-US"/>
        </a:p>
      </dgm:t>
    </dgm:pt>
    <dgm:pt modelId="{D12C3D16-34C0-4F23-9339-C8E1307B2628}" type="parTrans" cxnId="{8B733144-9B60-4310-A6E8-4DBA91DF05EF}">
      <dgm:prSet/>
      <dgm:spPr/>
      <dgm:t>
        <a:bodyPr/>
        <a:lstStyle/>
        <a:p>
          <a:endParaRPr lang="en-US"/>
        </a:p>
      </dgm:t>
    </dgm:pt>
    <dgm:pt modelId="{5A3E3F88-25FD-4B91-9416-5FFE41347D4C}" type="sibTrans" cxnId="{8B733144-9B60-4310-A6E8-4DBA91DF05EF}">
      <dgm:prSet/>
      <dgm:spPr/>
      <dgm:t>
        <a:bodyPr/>
        <a:lstStyle/>
        <a:p>
          <a:endParaRPr lang="en-US"/>
        </a:p>
      </dgm:t>
    </dgm:pt>
    <dgm:pt modelId="{518A4EE0-101F-44E6-991F-C21F5D23D07B}">
      <dgm:prSet phldrT="[Text]"/>
      <dgm:spPr/>
      <dgm:t>
        <a:bodyPr/>
        <a:lstStyle/>
        <a:p>
          <a:pPr>
            <a:buNone/>
          </a:pPr>
          <a:r>
            <a:rPr lang="en-US"/>
            <a:t>Chain Of Responsibility</a:t>
          </a:r>
        </a:p>
      </dgm:t>
    </dgm:pt>
    <dgm:pt modelId="{B568E182-4317-46C3-AF4D-3D1F55BAA12A}" type="parTrans" cxnId="{E12F90BE-AFA1-4A6D-BE07-03C33995C4DF}">
      <dgm:prSet/>
      <dgm:spPr/>
      <dgm:t>
        <a:bodyPr/>
        <a:lstStyle/>
        <a:p>
          <a:endParaRPr lang="en-US"/>
        </a:p>
      </dgm:t>
    </dgm:pt>
    <dgm:pt modelId="{70FD0B30-9EA2-4660-B21E-A06A2E6E4FA8}" type="sibTrans" cxnId="{E12F90BE-AFA1-4A6D-BE07-03C33995C4DF}">
      <dgm:prSet/>
      <dgm:spPr/>
      <dgm:t>
        <a:bodyPr/>
        <a:lstStyle/>
        <a:p>
          <a:endParaRPr lang="en-US"/>
        </a:p>
      </dgm:t>
    </dgm:pt>
    <dgm:pt modelId="{9FC16266-A3AA-4006-AC28-6A1678432771}">
      <dgm:prSet/>
      <dgm:spPr/>
      <dgm:t>
        <a:bodyPr/>
        <a:lstStyle/>
        <a:p>
          <a:pPr>
            <a:buNone/>
          </a:pPr>
          <a:r>
            <a:rPr lang="en-US"/>
            <a:t>Abstract Factory</a:t>
          </a:r>
        </a:p>
      </dgm:t>
    </dgm:pt>
    <dgm:pt modelId="{BE0196EE-5E3E-401E-BACB-F03B93060EC4}" type="parTrans" cxnId="{E2966B05-27BF-4A87-83D2-96954AC255DD}">
      <dgm:prSet/>
      <dgm:spPr/>
      <dgm:t>
        <a:bodyPr/>
        <a:lstStyle/>
        <a:p>
          <a:endParaRPr lang="en-US"/>
        </a:p>
      </dgm:t>
    </dgm:pt>
    <dgm:pt modelId="{001EA975-2D26-444D-AE7E-AABAB071BCDE}" type="sibTrans" cxnId="{E2966B05-27BF-4A87-83D2-96954AC255DD}">
      <dgm:prSet/>
      <dgm:spPr/>
      <dgm:t>
        <a:bodyPr/>
        <a:lstStyle/>
        <a:p>
          <a:endParaRPr lang="en-US"/>
        </a:p>
      </dgm:t>
    </dgm:pt>
    <dgm:pt modelId="{F9DF6F99-84D7-480E-8CB8-F8A20F1E0D1F}">
      <dgm:prSet/>
      <dgm:spPr/>
      <dgm:t>
        <a:bodyPr/>
        <a:lstStyle/>
        <a:p>
          <a:pPr>
            <a:buNone/>
          </a:pPr>
          <a:r>
            <a:rPr lang="en-US"/>
            <a:t>Singleton</a:t>
          </a:r>
        </a:p>
      </dgm:t>
    </dgm:pt>
    <dgm:pt modelId="{7ECA580C-D664-4A37-8F26-24C5067218E0}" type="parTrans" cxnId="{20F134B8-79FB-4B23-9BD4-9B63BE13AF7F}">
      <dgm:prSet/>
      <dgm:spPr/>
      <dgm:t>
        <a:bodyPr/>
        <a:lstStyle/>
        <a:p>
          <a:endParaRPr lang="en-US"/>
        </a:p>
      </dgm:t>
    </dgm:pt>
    <dgm:pt modelId="{6D7AEB61-BADC-4244-B351-402FCB861B47}" type="sibTrans" cxnId="{20F134B8-79FB-4B23-9BD4-9B63BE13AF7F}">
      <dgm:prSet/>
      <dgm:spPr/>
      <dgm:t>
        <a:bodyPr/>
        <a:lstStyle/>
        <a:p>
          <a:endParaRPr lang="en-US"/>
        </a:p>
      </dgm:t>
    </dgm:pt>
    <dgm:pt modelId="{DC603C3D-2F0D-4E4A-BECB-D8F7204D360E}">
      <dgm:prSet/>
      <dgm:spPr/>
      <dgm:t>
        <a:bodyPr/>
        <a:lstStyle/>
        <a:p>
          <a:pPr>
            <a:buNone/>
          </a:pPr>
          <a:r>
            <a:rPr lang="en-US"/>
            <a:t>Prototype</a:t>
          </a:r>
        </a:p>
      </dgm:t>
    </dgm:pt>
    <dgm:pt modelId="{A4A24C9D-E7A5-4F26-8673-CBE836464CE3}" type="parTrans" cxnId="{32918213-176B-48F2-8652-A011D7D5FAB5}">
      <dgm:prSet/>
      <dgm:spPr/>
      <dgm:t>
        <a:bodyPr/>
        <a:lstStyle/>
        <a:p>
          <a:endParaRPr lang="en-US"/>
        </a:p>
      </dgm:t>
    </dgm:pt>
    <dgm:pt modelId="{90C20434-8BE4-4795-B82E-AB3BDCCB4AF2}" type="sibTrans" cxnId="{32918213-176B-48F2-8652-A011D7D5FAB5}">
      <dgm:prSet/>
      <dgm:spPr/>
      <dgm:t>
        <a:bodyPr/>
        <a:lstStyle/>
        <a:p>
          <a:endParaRPr lang="en-US"/>
        </a:p>
      </dgm:t>
    </dgm:pt>
    <dgm:pt modelId="{C3605881-D93E-4CFF-B6EA-86A7364DB81C}">
      <dgm:prSet/>
      <dgm:spPr/>
      <dgm:t>
        <a:bodyPr/>
        <a:lstStyle/>
        <a:p>
          <a:pPr>
            <a:buNone/>
          </a:pPr>
          <a:r>
            <a:rPr lang="en-US"/>
            <a:t>Builder</a:t>
          </a:r>
        </a:p>
      </dgm:t>
    </dgm:pt>
    <dgm:pt modelId="{695E3AF8-0E64-43A8-8D8A-97F41BA6ACA8}" type="parTrans" cxnId="{A250B4AE-6502-4D80-8F80-C7F726E0C869}">
      <dgm:prSet/>
      <dgm:spPr/>
      <dgm:t>
        <a:bodyPr/>
        <a:lstStyle/>
        <a:p>
          <a:endParaRPr lang="en-US"/>
        </a:p>
      </dgm:t>
    </dgm:pt>
    <dgm:pt modelId="{E77B7C0D-D5EE-4956-8154-486FD6109B6F}" type="sibTrans" cxnId="{A250B4AE-6502-4D80-8F80-C7F726E0C869}">
      <dgm:prSet/>
      <dgm:spPr/>
      <dgm:t>
        <a:bodyPr/>
        <a:lstStyle/>
        <a:p>
          <a:endParaRPr lang="en-US"/>
        </a:p>
      </dgm:t>
    </dgm:pt>
    <dgm:pt modelId="{82F0C38A-EC2F-4D67-BAAD-D7B855C1D441}">
      <dgm:prSet/>
      <dgm:spPr/>
      <dgm:t>
        <a:bodyPr/>
        <a:lstStyle/>
        <a:p>
          <a:pPr>
            <a:buNone/>
          </a:pPr>
          <a:r>
            <a:rPr lang="en-US"/>
            <a:t>Bridge</a:t>
          </a:r>
        </a:p>
      </dgm:t>
    </dgm:pt>
    <dgm:pt modelId="{00F2F01F-1A72-4E07-AB55-DE41748EBCAD}" type="parTrans" cxnId="{53654585-08E8-415C-B5F4-9463E6D6E423}">
      <dgm:prSet/>
      <dgm:spPr/>
      <dgm:t>
        <a:bodyPr/>
        <a:lstStyle/>
        <a:p>
          <a:endParaRPr lang="en-US"/>
        </a:p>
      </dgm:t>
    </dgm:pt>
    <dgm:pt modelId="{22ED902E-568C-480E-97DE-B5056D89D754}" type="sibTrans" cxnId="{53654585-08E8-415C-B5F4-9463E6D6E423}">
      <dgm:prSet/>
      <dgm:spPr/>
      <dgm:t>
        <a:bodyPr/>
        <a:lstStyle/>
        <a:p>
          <a:endParaRPr lang="en-US"/>
        </a:p>
      </dgm:t>
    </dgm:pt>
    <dgm:pt modelId="{D7C1C573-0399-4C46-8690-32E6A99B632E}">
      <dgm:prSet/>
      <dgm:spPr/>
      <dgm:t>
        <a:bodyPr/>
        <a:lstStyle/>
        <a:p>
          <a:pPr>
            <a:buNone/>
          </a:pPr>
          <a:r>
            <a:rPr lang="en-US"/>
            <a:t>Composite</a:t>
          </a:r>
        </a:p>
      </dgm:t>
    </dgm:pt>
    <dgm:pt modelId="{6E530B3A-ACE0-416E-AA20-30F27882CC42}" type="parTrans" cxnId="{D401D52F-C216-49A6-9405-379948C0B45A}">
      <dgm:prSet/>
      <dgm:spPr/>
      <dgm:t>
        <a:bodyPr/>
        <a:lstStyle/>
        <a:p>
          <a:endParaRPr lang="en-US"/>
        </a:p>
      </dgm:t>
    </dgm:pt>
    <dgm:pt modelId="{E8C01554-DC97-4C53-8844-2AE1D6F51951}" type="sibTrans" cxnId="{D401D52F-C216-49A6-9405-379948C0B45A}">
      <dgm:prSet/>
      <dgm:spPr/>
      <dgm:t>
        <a:bodyPr/>
        <a:lstStyle/>
        <a:p>
          <a:endParaRPr lang="en-US"/>
        </a:p>
      </dgm:t>
    </dgm:pt>
    <dgm:pt modelId="{669F23B4-CCA2-4C27-8EEE-FC2C05F7097F}">
      <dgm:prSet/>
      <dgm:spPr/>
      <dgm:t>
        <a:bodyPr/>
        <a:lstStyle/>
        <a:p>
          <a:pPr>
            <a:buNone/>
          </a:pPr>
          <a:r>
            <a:rPr lang="en-US"/>
            <a:t>Decorator</a:t>
          </a:r>
        </a:p>
      </dgm:t>
    </dgm:pt>
    <dgm:pt modelId="{F27C7280-C792-45B5-9626-8EDE9A29266E}" type="parTrans" cxnId="{2698E440-9C8F-4E10-B56C-985CA50D7DFB}">
      <dgm:prSet/>
      <dgm:spPr/>
      <dgm:t>
        <a:bodyPr/>
        <a:lstStyle/>
        <a:p>
          <a:endParaRPr lang="en-US"/>
        </a:p>
      </dgm:t>
    </dgm:pt>
    <dgm:pt modelId="{034E4DD3-30AB-40C4-94D6-70CBB0E3CF50}" type="sibTrans" cxnId="{2698E440-9C8F-4E10-B56C-985CA50D7DFB}">
      <dgm:prSet/>
      <dgm:spPr/>
      <dgm:t>
        <a:bodyPr/>
        <a:lstStyle/>
        <a:p>
          <a:endParaRPr lang="en-US"/>
        </a:p>
      </dgm:t>
    </dgm:pt>
    <dgm:pt modelId="{39EBDA15-7A47-4D7F-A097-53C6F6520B13}">
      <dgm:prSet/>
      <dgm:spPr/>
      <dgm:t>
        <a:bodyPr/>
        <a:lstStyle/>
        <a:p>
          <a:pPr>
            <a:buNone/>
          </a:pPr>
          <a:r>
            <a:rPr lang="en-US"/>
            <a:t>Facade</a:t>
          </a:r>
        </a:p>
      </dgm:t>
    </dgm:pt>
    <dgm:pt modelId="{ED526A3E-13D2-4E98-A1EA-CD84CF223654}" type="parTrans" cxnId="{D28356E7-51DE-434D-9B0A-BE4CBF744C61}">
      <dgm:prSet/>
      <dgm:spPr/>
      <dgm:t>
        <a:bodyPr/>
        <a:lstStyle/>
        <a:p>
          <a:endParaRPr lang="en-US"/>
        </a:p>
      </dgm:t>
    </dgm:pt>
    <dgm:pt modelId="{ADBFF251-E5A0-4A50-A13D-A09C1A8F04A8}" type="sibTrans" cxnId="{D28356E7-51DE-434D-9B0A-BE4CBF744C61}">
      <dgm:prSet/>
      <dgm:spPr/>
      <dgm:t>
        <a:bodyPr/>
        <a:lstStyle/>
        <a:p>
          <a:endParaRPr lang="en-US"/>
        </a:p>
      </dgm:t>
    </dgm:pt>
    <dgm:pt modelId="{CCB4E9EE-D863-4BEF-96B5-C77840A3901D}">
      <dgm:prSet/>
      <dgm:spPr/>
      <dgm:t>
        <a:bodyPr/>
        <a:lstStyle/>
        <a:p>
          <a:pPr>
            <a:buNone/>
          </a:pPr>
          <a:r>
            <a:rPr lang="en-US"/>
            <a:t>Flyweight</a:t>
          </a:r>
        </a:p>
      </dgm:t>
    </dgm:pt>
    <dgm:pt modelId="{E81EF071-A62B-45B8-A526-9A81C705C004}" type="parTrans" cxnId="{1D0D69ED-9C69-4094-A47F-60C8E957D94E}">
      <dgm:prSet/>
      <dgm:spPr/>
      <dgm:t>
        <a:bodyPr/>
        <a:lstStyle/>
        <a:p>
          <a:endParaRPr lang="en-US"/>
        </a:p>
      </dgm:t>
    </dgm:pt>
    <dgm:pt modelId="{50C2F9F6-6754-4BF6-B967-350B36808AB7}" type="sibTrans" cxnId="{1D0D69ED-9C69-4094-A47F-60C8E957D94E}">
      <dgm:prSet/>
      <dgm:spPr/>
      <dgm:t>
        <a:bodyPr/>
        <a:lstStyle/>
        <a:p>
          <a:endParaRPr lang="en-US"/>
        </a:p>
      </dgm:t>
    </dgm:pt>
    <dgm:pt modelId="{265774D4-7499-4C9D-9005-739A780AACC3}">
      <dgm:prSet/>
      <dgm:spPr/>
      <dgm:t>
        <a:bodyPr/>
        <a:lstStyle/>
        <a:p>
          <a:pPr>
            <a:buNone/>
          </a:pPr>
          <a:r>
            <a:rPr lang="en-US"/>
            <a:t>Proxy</a:t>
          </a:r>
        </a:p>
      </dgm:t>
    </dgm:pt>
    <dgm:pt modelId="{28629E04-4ADE-41D8-B8A0-5BFD1F389EDA}" type="parTrans" cxnId="{3F96FEF8-EAF1-4DA7-9FCE-3CBFAB435ED3}">
      <dgm:prSet/>
      <dgm:spPr/>
      <dgm:t>
        <a:bodyPr/>
        <a:lstStyle/>
        <a:p>
          <a:endParaRPr lang="en-US"/>
        </a:p>
      </dgm:t>
    </dgm:pt>
    <dgm:pt modelId="{74356159-1D49-4FA0-AE20-7905C1C0D525}" type="sibTrans" cxnId="{3F96FEF8-EAF1-4DA7-9FCE-3CBFAB435ED3}">
      <dgm:prSet/>
      <dgm:spPr/>
      <dgm:t>
        <a:bodyPr/>
        <a:lstStyle/>
        <a:p>
          <a:endParaRPr lang="en-US"/>
        </a:p>
      </dgm:t>
    </dgm:pt>
    <dgm:pt modelId="{CA16B275-0732-4E58-9C3E-37EFEA069689}">
      <dgm:prSet/>
      <dgm:spPr/>
      <dgm:t>
        <a:bodyPr/>
        <a:lstStyle/>
        <a:p>
          <a:pPr>
            <a:buNone/>
          </a:pPr>
          <a:r>
            <a:rPr lang="en-US"/>
            <a:t>Command</a:t>
          </a:r>
        </a:p>
      </dgm:t>
    </dgm:pt>
    <dgm:pt modelId="{91BB24FE-87C5-4A31-A391-57EC41F3BFA6}" type="parTrans" cxnId="{497ECE6E-3D27-4DB1-B1F4-D8A32A0303AF}">
      <dgm:prSet/>
      <dgm:spPr/>
      <dgm:t>
        <a:bodyPr/>
        <a:lstStyle/>
        <a:p>
          <a:endParaRPr lang="en-US"/>
        </a:p>
      </dgm:t>
    </dgm:pt>
    <dgm:pt modelId="{2E16D0E8-C933-4ABC-B6A3-4344EB32779D}" type="sibTrans" cxnId="{497ECE6E-3D27-4DB1-B1F4-D8A32A0303AF}">
      <dgm:prSet/>
      <dgm:spPr/>
      <dgm:t>
        <a:bodyPr/>
        <a:lstStyle/>
        <a:p>
          <a:endParaRPr lang="en-US"/>
        </a:p>
      </dgm:t>
    </dgm:pt>
    <dgm:pt modelId="{6A3372AB-A568-4FFF-85D4-80965BB08930}">
      <dgm:prSet/>
      <dgm:spPr/>
      <dgm:t>
        <a:bodyPr/>
        <a:lstStyle/>
        <a:p>
          <a:pPr>
            <a:buNone/>
          </a:pPr>
          <a:r>
            <a:rPr lang="en-US"/>
            <a:t>Interpreter</a:t>
          </a:r>
        </a:p>
      </dgm:t>
    </dgm:pt>
    <dgm:pt modelId="{356DE15D-824B-4508-87F3-8EB280FFC20E}" type="parTrans" cxnId="{59774101-5E7B-4D97-9864-A549CE9EFF86}">
      <dgm:prSet/>
      <dgm:spPr/>
      <dgm:t>
        <a:bodyPr/>
        <a:lstStyle/>
        <a:p>
          <a:endParaRPr lang="en-US"/>
        </a:p>
      </dgm:t>
    </dgm:pt>
    <dgm:pt modelId="{86099820-350A-420C-9846-547691F1F63C}" type="sibTrans" cxnId="{59774101-5E7B-4D97-9864-A549CE9EFF86}">
      <dgm:prSet/>
      <dgm:spPr/>
      <dgm:t>
        <a:bodyPr/>
        <a:lstStyle/>
        <a:p>
          <a:endParaRPr lang="en-US"/>
        </a:p>
      </dgm:t>
    </dgm:pt>
    <dgm:pt modelId="{EEFF46E0-E6FA-4831-B1DC-00C8E406704C}">
      <dgm:prSet/>
      <dgm:spPr/>
      <dgm:t>
        <a:bodyPr/>
        <a:lstStyle/>
        <a:p>
          <a:pPr>
            <a:buNone/>
          </a:pPr>
          <a:r>
            <a:rPr lang="en-US"/>
            <a:t>Iterator</a:t>
          </a:r>
        </a:p>
      </dgm:t>
    </dgm:pt>
    <dgm:pt modelId="{3F890DFC-F025-464B-9D0C-83A15CAC76EA}" type="parTrans" cxnId="{C9746F6D-E43C-410D-91F8-166640A76F4A}">
      <dgm:prSet/>
      <dgm:spPr/>
      <dgm:t>
        <a:bodyPr/>
        <a:lstStyle/>
        <a:p>
          <a:endParaRPr lang="en-US"/>
        </a:p>
      </dgm:t>
    </dgm:pt>
    <dgm:pt modelId="{D1615101-46C0-4E6D-AC10-A0234D60888A}" type="sibTrans" cxnId="{C9746F6D-E43C-410D-91F8-166640A76F4A}">
      <dgm:prSet/>
      <dgm:spPr/>
      <dgm:t>
        <a:bodyPr/>
        <a:lstStyle/>
        <a:p>
          <a:endParaRPr lang="en-US"/>
        </a:p>
      </dgm:t>
    </dgm:pt>
    <dgm:pt modelId="{87A40218-308D-4A3F-A3A0-CF713ABC4BE8}">
      <dgm:prSet/>
      <dgm:spPr/>
      <dgm:t>
        <a:bodyPr/>
        <a:lstStyle/>
        <a:p>
          <a:pPr>
            <a:buNone/>
          </a:pPr>
          <a:r>
            <a:rPr lang="en-US"/>
            <a:t>Mediator</a:t>
          </a:r>
        </a:p>
      </dgm:t>
    </dgm:pt>
    <dgm:pt modelId="{C389F307-C7A2-4520-940A-00B70F6D1095}" type="parTrans" cxnId="{B575A5DD-C864-4072-93ED-A77128400134}">
      <dgm:prSet/>
      <dgm:spPr/>
      <dgm:t>
        <a:bodyPr/>
        <a:lstStyle/>
        <a:p>
          <a:endParaRPr lang="en-US"/>
        </a:p>
      </dgm:t>
    </dgm:pt>
    <dgm:pt modelId="{5FBFB786-19B1-4D40-8FF0-29103C6AE401}" type="sibTrans" cxnId="{B575A5DD-C864-4072-93ED-A77128400134}">
      <dgm:prSet/>
      <dgm:spPr/>
      <dgm:t>
        <a:bodyPr/>
        <a:lstStyle/>
        <a:p>
          <a:endParaRPr lang="en-US"/>
        </a:p>
      </dgm:t>
    </dgm:pt>
    <dgm:pt modelId="{C7F4C38C-8F7E-47EC-8029-CF9E9C4C6B48}">
      <dgm:prSet/>
      <dgm:spPr/>
      <dgm:t>
        <a:bodyPr/>
        <a:lstStyle/>
        <a:p>
          <a:pPr>
            <a:buNone/>
          </a:pPr>
          <a:r>
            <a:rPr lang="en-US"/>
            <a:t>Memento</a:t>
          </a:r>
        </a:p>
      </dgm:t>
    </dgm:pt>
    <dgm:pt modelId="{4732F3F3-A9B3-444F-AD05-409FDCD10D3C}" type="parTrans" cxnId="{31F97289-8FC4-4047-AF6C-4CB782EFD1DF}">
      <dgm:prSet/>
      <dgm:spPr/>
      <dgm:t>
        <a:bodyPr/>
        <a:lstStyle/>
        <a:p>
          <a:endParaRPr lang="en-US"/>
        </a:p>
      </dgm:t>
    </dgm:pt>
    <dgm:pt modelId="{70661CD3-5BDB-49D5-AD66-86041FCF0606}" type="sibTrans" cxnId="{31F97289-8FC4-4047-AF6C-4CB782EFD1DF}">
      <dgm:prSet/>
      <dgm:spPr/>
      <dgm:t>
        <a:bodyPr/>
        <a:lstStyle/>
        <a:p>
          <a:endParaRPr lang="en-US"/>
        </a:p>
      </dgm:t>
    </dgm:pt>
    <dgm:pt modelId="{425888E5-CB37-44AE-81D5-E3D0666F2D3D}">
      <dgm:prSet/>
      <dgm:spPr/>
      <dgm:t>
        <a:bodyPr/>
        <a:lstStyle/>
        <a:p>
          <a:pPr>
            <a:buNone/>
          </a:pPr>
          <a:r>
            <a:rPr lang="en-US"/>
            <a:t>Observer</a:t>
          </a:r>
        </a:p>
      </dgm:t>
    </dgm:pt>
    <dgm:pt modelId="{560B05E8-A453-4498-AE82-AD05F89644B0}" type="parTrans" cxnId="{A5F7A6AC-BA74-4BC6-8185-FE34C3CADFB1}">
      <dgm:prSet/>
      <dgm:spPr/>
      <dgm:t>
        <a:bodyPr/>
        <a:lstStyle/>
        <a:p>
          <a:endParaRPr lang="en-US"/>
        </a:p>
      </dgm:t>
    </dgm:pt>
    <dgm:pt modelId="{11957A35-8A8A-4AF9-9ED0-F06F0B18C14F}" type="sibTrans" cxnId="{A5F7A6AC-BA74-4BC6-8185-FE34C3CADFB1}">
      <dgm:prSet/>
      <dgm:spPr/>
      <dgm:t>
        <a:bodyPr/>
        <a:lstStyle/>
        <a:p>
          <a:endParaRPr lang="en-US"/>
        </a:p>
      </dgm:t>
    </dgm:pt>
    <dgm:pt modelId="{D6BB2AC8-D6AB-4F17-91D6-73B46B57B8AC}">
      <dgm:prSet/>
      <dgm:spPr/>
      <dgm:t>
        <a:bodyPr/>
        <a:lstStyle/>
        <a:p>
          <a:pPr>
            <a:buNone/>
          </a:pPr>
          <a:r>
            <a:rPr lang="en-US"/>
            <a:t>State</a:t>
          </a:r>
        </a:p>
      </dgm:t>
    </dgm:pt>
    <dgm:pt modelId="{04B26705-C14D-49E3-A5D9-C550576B93A1}" type="parTrans" cxnId="{8E1F73BF-EE1B-46B8-83C7-0CAFB9920F5B}">
      <dgm:prSet/>
      <dgm:spPr/>
      <dgm:t>
        <a:bodyPr/>
        <a:lstStyle/>
        <a:p>
          <a:endParaRPr lang="en-US"/>
        </a:p>
      </dgm:t>
    </dgm:pt>
    <dgm:pt modelId="{C3B4E574-3DC8-4243-B277-4829317EC681}" type="sibTrans" cxnId="{8E1F73BF-EE1B-46B8-83C7-0CAFB9920F5B}">
      <dgm:prSet/>
      <dgm:spPr/>
      <dgm:t>
        <a:bodyPr/>
        <a:lstStyle/>
        <a:p>
          <a:endParaRPr lang="en-US"/>
        </a:p>
      </dgm:t>
    </dgm:pt>
    <dgm:pt modelId="{611D6A56-F7BF-46EA-9C40-B4E208E6A98B}">
      <dgm:prSet/>
      <dgm:spPr/>
      <dgm:t>
        <a:bodyPr/>
        <a:lstStyle/>
        <a:p>
          <a:pPr>
            <a:buNone/>
          </a:pPr>
          <a:r>
            <a:rPr lang="en-US"/>
            <a:t>Strategy</a:t>
          </a:r>
        </a:p>
      </dgm:t>
    </dgm:pt>
    <dgm:pt modelId="{CDA2FA00-B958-4F3C-97A4-BC059C6C675B}" type="parTrans" cxnId="{654A4F5C-520E-4F9D-B1A7-CCB6D7936D2C}">
      <dgm:prSet/>
      <dgm:spPr/>
      <dgm:t>
        <a:bodyPr/>
        <a:lstStyle/>
        <a:p>
          <a:endParaRPr lang="en-US"/>
        </a:p>
      </dgm:t>
    </dgm:pt>
    <dgm:pt modelId="{D45904F2-DE9A-432F-BAC6-A95CA1ED484F}" type="sibTrans" cxnId="{654A4F5C-520E-4F9D-B1A7-CCB6D7936D2C}">
      <dgm:prSet/>
      <dgm:spPr/>
      <dgm:t>
        <a:bodyPr/>
        <a:lstStyle/>
        <a:p>
          <a:endParaRPr lang="en-US"/>
        </a:p>
      </dgm:t>
    </dgm:pt>
    <dgm:pt modelId="{7E60FE7A-2ABB-4727-86E0-109DD24C069B}">
      <dgm:prSet/>
      <dgm:spPr/>
      <dgm:t>
        <a:bodyPr/>
        <a:lstStyle/>
        <a:p>
          <a:pPr>
            <a:buNone/>
          </a:pPr>
          <a:r>
            <a:rPr lang="en-US"/>
            <a:t>Template</a:t>
          </a:r>
        </a:p>
      </dgm:t>
    </dgm:pt>
    <dgm:pt modelId="{7A46F42A-C22E-4D69-A7B3-3F82FE37F394}" type="parTrans" cxnId="{A4A76D08-11ED-4414-A812-A9D026C55198}">
      <dgm:prSet/>
      <dgm:spPr/>
      <dgm:t>
        <a:bodyPr/>
        <a:lstStyle/>
        <a:p>
          <a:endParaRPr lang="en-US"/>
        </a:p>
      </dgm:t>
    </dgm:pt>
    <dgm:pt modelId="{5A698701-715E-4727-AA86-47F5F27EB7BC}" type="sibTrans" cxnId="{A4A76D08-11ED-4414-A812-A9D026C55198}">
      <dgm:prSet/>
      <dgm:spPr/>
      <dgm:t>
        <a:bodyPr/>
        <a:lstStyle/>
        <a:p>
          <a:endParaRPr lang="en-US"/>
        </a:p>
      </dgm:t>
    </dgm:pt>
    <dgm:pt modelId="{2DEE88D0-B3C5-4AA4-B1BA-92A00E82C15C}">
      <dgm:prSet/>
      <dgm:spPr/>
      <dgm:t>
        <a:bodyPr/>
        <a:lstStyle/>
        <a:p>
          <a:r>
            <a:rPr lang="en-US"/>
            <a:t>Visitor</a:t>
          </a:r>
        </a:p>
      </dgm:t>
    </dgm:pt>
    <dgm:pt modelId="{192EDCD3-686E-4C24-8936-D0EA7444B4B8}" type="parTrans" cxnId="{273FA72A-EAC2-47BC-8B0A-837CF77B6FFD}">
      <dgm:prSet/>
      <dgm:spPr/>
      <dgm:t>
        <a:bodyPr/>
        <a:lstStyle/>
        <a:p>
          <a:endParaRPr lang="en-US"/>
        </a:p>
      </dgm:t>
    </dgm:pt>
    <dgm:pt modelId="{C3DF1EE8-EB94-416A-93E9-603933324492}" type="sibTrans" cxnId="{273FA72A-EAC2-47BC-8B0A-837CF77B6FFD}">
      <dgm:prSet/>
      <dgm:spPr/>
      <dgm:t>
        <a:bodyPr/>
        <a:lstStyle/>
        <a:p>
          <a:endParaRPr lang="en-US"/>
        </a:p>
      </dgm:t>
    </dgm:pt>
    <dgm:pt modelId="{2FE9878E-8CAD-4AB7-89C5-CAE9529326B4}" type="pres">
      <dgm:prSet presAssocID="{3ABC285D-7C90-45EC-919F-95B8ED8A0C28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  <dgm:pt modelId="{E8055A6C-2FF6-4CC7-9E1B-174EA89B1612}" type="pres">
      <dgm:prSet presAssocID="{00B67E32-E6BD-4983-9653-5C720FF5C9AC}" presName="root" presStyleCnt="0">
        <dgm:presLayoutVars>
          <dgm:chMax/>
          <dgm:chPref val="4"/>
        </dgm:presLayoutVars>
      </dgm:prSet>
      <dgm:spPr/>
    </dgm:pt>
    <dgm:pt modelId="{B7EA0A2C-AB4D-4E0F-8729-15FA33E7412C}" type="pres">
      <dgm:prSet presAssocID="{00B67E32-E6BD-4983-9653-5C720FF5C9AC}" presName="rootComposite" presStyleCnt="0">
        <dgm:presLayoutVars/>
      </dgm:prSet>
      <dgm:spPr/>
    </dgm:pt>
    <dgm:pt modelId="{7F9C100C-E150-4380-AA70-7990A8A1A21F}" type="pres">
      <dgm:prSet presAssocID="{00B67E32-E6BD-4983-9653-5C720FF5C9AC}" presName="rootText" presStyleLbl="node0" presStyleIdx="0" presStyleCnt="3" custLinFactNeighborX="2059" custLinFactNeighborY="-281">
        <dgm:presLayoutVars>
          <dgm:chMax/>
          <dgm:chPref val="4"/>
        </dgm:presLayoutVars>
      </dgm:prSet>
      <dgm:spPr/>
    </dgm:pt>
    <dgm:pt modelId="{B5E2BECF-3B49-4C1C-B3FE-1DD08699B424}" type="pres">
      <dgm:prSet presAssocID="{00B67E32-E6BD-4983-9653-5C720FF5C9AC}" presName="childShape" presStyleCnt="0">
        <dgm:presLayoutVars>
          <dgm:chMax val="0"/>
          <dgm:chPref val="0"/>
        </dgm:presLayoutVars>
      </dgm:prSet>
      <dgm:spPr/>
    </dgm:pt>
    <dgm:pt modelId="{B6C637CA-AFB6-4412-B11F-8ADB246BF8C6}" type="pres">
      <dgm:prSet presAssocID="{1CC591C8-C948-45EE-867F-895B7CBBB002}" presName="childComposite" presStyleCnt="0">
        <dgm:presLayoutVars>
          <dgm:chMax val="0"/>
          <dgm:chPref val="0"/>
        </dgm:presLayoutVars>
      </dgm:prSet>
      <dgm:spPr/>
    </dgm:pt>
    <dgm:pt modelId="{2345C84C-55F9-4323-BCFB-15982D922E90}" type="pres">
      <dgm:prSet presAssocID="{1CC591C8-C948-45EE-867F-895B7CBBB002}" presName="Image" presStyleLbl="node1" presStyleIdx="0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D01F2E92-ECAF-4744-B20C-3B1B8FB0B0E2}" type="pres">
      <dgm:prSet presAssocID="{1CC591C8-C948-45EE-867F-895B7CBBB002}" presName="childText" presStyleLbl="lnNode1" presStyleIdx="0" presStyleCnt="23">
        <dgm:presLayoutVars>
          <dgm:chMax val="0"/>
          <dgm:chPref val="0"/>
          <dgm:bulletEnabled val="1"/>
        </dgm:presLayoutVars>
      </dgm:prSet>
      <dgm:spPr/>
    </dgm:pt>
    <dgm:pt modelId="{165F3019-0E77-4304-B5F4-BD6197DFC814}" type="pres">
      <dgm:prSet presAssocID="{9FC16266-A3AA-4006-AC28-6A1678432771}" presName="childComposite" presStyleCnt="0">
        <dgm:presLayoutVars>
          <dgm:chMax val="0"/>
          <dgm:chPref val="0"/>
        </dgm:presLayoutVars>
      </dgm:prSet>
      <dgm:spPr/>
    </dgm:pt>
    <dgm:pt modelId="{D0D168E3-1E55-4E4B-8795-EEF0CD8A1856}" type="pres">
      <dgm:prSet presAssocID="{9FC16266-A3AA-4006-AC28-6A1678432771}" presName="Image" presStyleLbl="node1" presStyleIdx="1" presStyleCnt="23"/>
      <dgm:spPr/>
    </dgm:pt>
    <dgm:pt modelId="{3A722E23-6447-4473-B5C0-58683C5C0AF1}" type="pres">
      <dgm:prSet presAssocID="{9FC16266-A3AA-4006-AC28-6A1678432771}" presName="childText" presStyleLbl="lnNode1" presStyleIdx="1" presStyleCnt="23">
        <dgm:presLayoutVars>
          <dgm:chMax val="0"/>
          <dgm:chPref val="0"/>
          <dgm:bulletEnabled val="1"/>
        </dgm:presLayoutVars>
      </dgm:prSet>
      <dgm:spPr/>
    </dgm:pt>
    <dgm:pt modelId="{5A2E885C-2611-4E85-B7FD-69F48E74D5FD}" type="pres">
      <dgm:prSet presAssocID="{F9DF6F99-84D7-480E-8CB8-F8A20F1E0D1F}" presName="childComposite" presStyleCnt="0">
        <dgm:presLayoutVars>
          <dgm:chMax val="0"/>
          <dgm:chPref val="0"/>
        </dgm:presLayoutVars>
      </dgm:prSet>
      <dgm:spPr/>
    </dgm:pt>
    <dgm:pt modelId="{F46AB5A2-873D-4B13-B13A-496FE8CDCDCD}" type="pres">
      <dgm:prSet presAssocID="{F9DF6F99-84D7-480E-8CB8-F8A20F1E0D1F}" presName="Image" presStyleLbl="node1" presStyleIdx="2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03DB289B-ED83-47B2-AE0B-9D0FA9B3FB77}" type="pres">
      <dgm:prSet presAssocID="{F9DF6F99-84D7-480E-8CB8-F8A20F1E0D1F}" presName="childText" presStyleLbl="lnNode1" presStyleIdx="2" presStyleCnt="23">
        <dgm:presLayoutVars>
          <dgm:chMax val="0"/>
          <dgm:chPref val="0"/>
          <dgm:bulletEnabled val="1"/>
        </dgm:presLayoutVars>
      </dgm:prSet>
      <dgm:spPr/>
    </dgm:pt>
    <dgm:pt modelId="{D2D8DBFF-0F88-4B51-9B7F-D506BB1E600C}" type="pres">
      <dgm:prSet presAssocID="{DC603C3D-2F0D-4E4A-BECB-D8F7204D360E}" presName="childComposite" presStyleCnt="0">
        <dgm:presLayoutVars>
          <dgm:chMax val="0"/>
          <dgm:chPref val="0"/>
        </dgm:presLayoutVars>
      </dgm:prSet>
      <dgm:spPr/>
    </dgm:pt>
    <dgm:pt modelId="{BF4D439D-DD97-4AF3-81AF-A3C89FA119D4}" type="pres">
      <dgm:prSet presAssocID="{DC603C3D-2F0D-4E4A-BECB-D8F7204D360E}" presName="Image" presStyleLbl="node1" presStyleIdx="3" presStyleCnt="23"/>
      <dgm:spPr/>
    </dgm:pt>
    <dgm:pt modelId="{A6AB8507-F1ED-4615-8612-83685BBED448}" type="pres">
      <dgm:prSet presAssocID="{DC603C3D-2F0D-4E4A-BECB-D8F7204D360E}" presName="childText" presStyleLbl="lnNode1" presStyleIdx="3" presStyleCnt="23">
        <dgm:presLayoutVars>
          <dgm:chMax val="0"/>
          <dgm:chPref val="0"/>
          <dgm:bulletEnabled val="1"/>
        </dgm:presLayoutVars>
      </dgm:prSet>
      <dgm:spPr/>
    </dgm:pt>
    <dgm:pt modelId="{EB980DFE-903C-4E00-9F2B-A66162A7A334}" type="pres">
      <dgm:prSet presAssocID="{C3605881-D93E-4CFF-B6EA-86A7364DB81C}" presName="childComposite" presStyleCnt="0">
        <dgm:presLayoutVars>
          <dgm:chMax val="0"/>
          <dgm:chPref val="0"/>
        </dgm:presLayoutVars>
      </dgm:prSet>
      <dgm:spPr/>
    </dgm:pt>
    <dgm:pt modelId="{E050190B-98CC-46A6-BF44-5A0777207822}" type="pres">
      <dgm:prSet presAssocID="{C3605881-D93E-4CFF-B6EA-86A7364DB81C}" presName="Image" presStyleLbl="node1" presStyleIdx="4" presStyleCnt="23"/>
      <dgm:spPr/>
    </dgm:pt>
    <dgm:pt modelId="{8F9F6772-553F-4464-971E-4D6EC3811E40}" type="pres">
      <dgm:prSet presAssocID="{C3605881-D93E-4CFF-B6EA-86A7364DB81C}" presName="childText" presStyleLbl="lnNode1" presStyleIdx="4" presStyleCnt="23">
        <dgm:presLayoutVars>
          <dgm:chMax val="0"/>
          <dgm:chPref val="0"/>
          <dgm:bulletEnabled val="1"/>
        </dgm:presLayoutVars>
      </dgm:prSet>
      <dgm:spPr/>
    </dgm:pt>
    <dgm:pt modelId="{DE0C2747-4C6D-4726-94D5-277EBEAEE0BA}" type="pres">
      <dgm:prSet presAssocID="{DDBB3C66-D5E4-4FC0-91BC-C61300BC37FA}" presName="root" presStyleCnt="0">
        <dgm:presLayoutVars>
          <dgm:chMax/>
          <dgm:chPref val="4"/>
        </dgm:presLayoutVars>
      </dgm:prSet>
      <dgm:spPr/>
    </dgm:pt>
    <dgm:pt modelId="{3139C078-D01C-4E38-9829-DAF6FBC7B06B}" type="pres">
      <dgm:prSet presAssocID="{DDBB3C66-D5E4-4FC0-91BC-C61300BC37FA}" presName="rootComposite" presStyleCnt="0">
        <dgm:presLayoutVars/>
      </dgm:prSet>
      <dgm:spPr/>
    </dgm:pt>
    <dgm:pt modelId="{A724DE05-5801-48B6-B620-AD479B725240}" type="pres">
      <dgm:prSet presAssocID="{DDBB3C66-D5E4-4FC0-91BC-C61300BC37FA}" presName="rootText" presStyleLbl="node0" presStyleIdx="1" presStyleCnt="3">
        <dgm:presLayoutVars>
          <dgm:chMax/>
          <dgm:chPref val="4"/>
        </dgm:presLayoutVars>
      </dgm:prSet>
      <dgm:spPr/>
    </dgm:pt>
    <dgm:pt modelId="{5711A8AF-7FEE-45AC-BC7F-423D9F2B05E2}" type="pres">
      <dgm:prSet presAssocID="{DDBB3C66-D5E4-4FC0-91BC-C61300BC37FA}" presName="childShape" presStyleCnt="0">
        <dgm:presLayoutVars>
          <dgm:chMax val="0"/>
          <dgm:chPref val="0"/>
        </dgm:presLayoutVars>
      </dgm:prSet>
      <dgm:spPr/>
    </dgm:pt>
    <dgm:pt modelId="{F6299DF4-01F2-45FB-830B-843E2DB91664}" type="pres">
      <dgm:prSet presAssocID="{2B657BF5-4A26-4CD9-B902-E0676D265266}" presName="childComposite" presStyleCnt="0">
        <dgm:presLayoutVars>
          <dgm:chMax val="0"/>
          <dgm:chPref val="0"/>
        </dgm:presLayoutVars>
      </dgm:prSet>
      <dgm:spPr/>
    </dgm:pt>
    <dgm:pt modelId="{497DCF19-8D53-422B-922F-049BEE4D63EB}" type="pres">
      <dgm:prSet presAssocID="{2B657BF5-4A26-4CD9-B902-E0676D265266}" presName="Image" presStyleLbl="node1" presStyleIdx="5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03F550E2-AF53-4F0D-97D6-0CB4FB98BD14}" type="pres">
      <dgm:prSet presAssocID="{2B657BF5-4A26-4CD9-B902-E0676D265266}" presName="childText" presStyleLbl="lnNode1" presStyleIdx="5" presStyleCnt="23">
        <dgm:presLayoutVars>
          <dgm:chMax val="0"/>
          <dgm:chPref val="0"/>
          <dgm:bulletEnabled val="1"/>
        </dgm:presLayoutVars>
      </dgm:prSet>
      <dgm:spPr/>
    </dgm:pt>
    <dgm:pt modelId="{849CB70B-3AEA-4887-B796-7846A06D2D46}" type="pres">
      <dgm:prSet presAssocID="{82F0C38A-EC2F-4D67-BAAD-D7B855C1D441}" presName="childComposite" presStyleCnt="0">
        <dgm:presLayoutVars>
          <dgm:chMax val="0"/>
          <dgm:chPref val="0"/>
        </dgm:presLayoutVars>
      </dgm:prSet>
      <dgm:spPr/>
    </dgm:pt>
    <dgm:pt modelId="{A913864A-4C21-4370-8497-A818BD170A8C}" type="pres">
      <dgm:prSet presAssocID="{82F0C38A-EC2F-4D67-BAAD-D7B855C1D441}" presName="Image" presStyleLbl="node1" presStyleIdx="6" presStyleCnt="23"/>
      <dgm:spPr/>
    </dgm:pt>
    <dgm:pt modelId="{C93C715B-3942-405E-9B40-48EE24955C90}" type="pres">
      <dgm:prSet presAssocID="{82F0C38A-EC2F-4D67-BAAD-D7B855C1D441}" presName="childText" presStyleLbl="lnNode1" presStyleIdx="6" presStyleCnt="23">
        <dgm:presLayoutVars>
          <dgm:chMax val="0"/>
          <dgm:chPref val="0"/>
          <dgm:bulletEnabled val="1"/>
        </dgm:presLayoutVars>
      </dgm:prSet>
      <dgm:spPr/>
    </dgm:pt>
    <dgm:pt modelId="{A907EC29-A9BF-4C5E-AC10-E5175552A615}" type="pres">
      <dgm:prSet presAssocID="{D7C1C573-0399-4C46-8690-32E6A99B632E}" presName="childComposite" presStyleCnt="0">
        <dgm:presLayoutVars>
          <dgm:chMax val="0"/>
          <dgm:chPref val="0"/>
        </dgm:presLayoutVars>
      </dgm:prSet>
      <dgm:spPr/>
    </dgm:pt>
    <dgm:pt modelId="{5FBD51F4-9665-4409-BB24-104F93CC76F4}" type="pres">
      <dgm:prSet presAssocID="{D7C1C573-0399-4C46-8690-32E6A99B632E}" presName="Image" presStyleLbl="node1" presStyleIdx="7" presStyleCnt="23"/>
      <dgm:spPr/>
    </dgm:pt>
    <dgm:pt modelId="{A130DA05-85B9-4111-AE25-F10BEDD17D53}" type="pres">
      <dgm:prSet presAssocID="{D7C1C573-0399-4C46-8690-32E6A99B632E}" presName="childText" presStyleLbl="lnNode1" presStyleIdx="7" presStyleCnt="23">
        <dgm:presLayoutVars>
          <dgm:chMax val="0"/>
          <dgm:chPref val="0"/>
          <dgm:bulletEnabled val="1"/>
        </dgm:presLayoutVars>
      </dgm:prSet>
      <dgm:spPr/>
    </dgm:pt>
    <dgm:pt modelId="{96789FD7-2A79-4D2F-849A-973A80B346E1}" type="pres">
      <dgm:prSet presAssocID="{669F23B4-CCA2-4C27-8EEE-FC2C05F7097F}" presName="childComposite" presStyleCnt="0">
        <dgm:presLayoutVars>
          <dgm:chMax val="0"/>
          <dgm:chPref val="0"/>
        </dgm:presLayoutVars>
      </dgm:prSet>
      <dgm:spPr/>
    </dgm:pt>
    <dgm:pt modelId="{CFAB9D68-0FFD-4703-8B03-C95501F159AE}" type="pres">
      <dgm:prSet presAssocID="{669F23B4-CCA2-4C27-8EEE-FC2C05F7097F}" presName="Image" presStyleLbl="node1" presStyleIdx="8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4CC93FDD-C574-4EE8-B98A-6203A9F1C55C}" type="pres">
      <dgm:prSet presAssocID="{669F23B4-CCA2-4C27-8EEE-FC2C05F7097F}" presName="childText" presStyleLbl="lnNode1" presStyleIdx="8" presStyleCnt="23">
        <dgm:presLayoutVars>
          <dgm:chMax val="0"/>
          <dgm:chPref val="0"/>
          <dgm:bulletEnabled val="1"/>
        </dgm:presLayoutVars>
      </dgm:prSet>
      <dgm:spPr/>
    </dgm:pt>
    <dgm:pt modelId="{EF521CCC-450A-4AB4-8FEC-1C738C732350}" type="pres">
      <dgm:prSet presAssocID="{39EBDA15-7A47-4D7F-A097-53C6F6520B13}" presName="childComposite" presStyleCnt="0">
        <dgm:presLayoutVars>
          <dgm:chMax val="0"/>
          <dgm:chPref val="0"/>
        </dgm:presLayoutVars>
      </dgm:prSet>
      <dgm:spPr/>
    </dgm:pt>
    <dgm:pt modelId="{50A16B23-398D-42A3-A812-C0B022B6E6FF}" type="pres">
      <dgm:prSet presAssocID="{39EBDA15-7A47-4D7F-A097-53C6F6520B13}" presName="Image" presStyleLbl="node1" presStyleIdx="9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CE4BC17D-3F94-4113-A212-9BF8D6AA416C}" type="pres">
      <dgm:prSet presAssocID="{39EBDA15-7A47-4D7F-A097-53C6F6520B13}" presName="childText" presStyleLbl="lnNode1" presStyleIdx="9" presStyleCnt="23">
        <dgm:presLayoutVars>
          <dgm:chMax val="0"/>
          <dgm:chPref val="0"/>
          <dgm:bulletEnabled val="1"/>
        </dgm:presLayoutVars>
      </dgm:prSet>
      <dgm:spPr/>
    </dgm:pt>
    <dgm:pt modelId="{3BF34300-69B6-400C-A248-AECE1F7BB955}" type="pres">
      <dgm:prSet presAssocID="{CCB4E9EE-D863-4BEF-96B5-C77840A3901D}" presName="childComposite" presStyleCnt="0">
        <dgm:presLayoutVars>
          <dgm:chMax val="0"/>
          <dgm:chPref val="0"/>
        </dgm:presLayoutVars>
      </dgm:prSet>
      <dgm:spPr/>
    </dgm:pt>
    <dgm:pt modelId="{FFC86059-D624-40FC-9764-7169490CE198}" type="pres">
      <dgm:prSet presAssocID="{CCB4E9EE-D863-4BEF-96B5-C77840A3901D}" presName="Image" presStyleLbl="node1" presStyleIdx="10" presStyleCnt="23"/>
      <dgm:spPr/>
    </dgm:pt>
    <dgm:pt modelId="{D355510D-29A6-4A95-A7C6-259A149A787E}" type="pres">
      <dgm:prSet presAssocID="{CCB4E9EE-D863-4BEF-96B5-C77840A3901D}" presName="childText" presStyleLbl="lnNode1" presStyleIdx="10" presStyleCnt="23">
        <dgm:presLayoutVars>
          <dgm:chMax val="0"/>
          <dgm:chPref val="0"/>
          <dgm:bulletEnabled val="1"/>
        </dgm:presLayoutVars>
      </dgm:prSet>
      <dgm:spPr/>
    </dgm:pt>
    <dgm:pt modelId="{96341ECF-DE80-47AD-9DE4-56084ED700E2}" type="pres">
      <dgm:prSet presAssocID="{265774D4-7499-4C9D-9005-739A780AACC3}" presName="childComposite" presStyleCnt="0">
        <dgm:presLayoutVars>
          <dgm:chMax val="0"/>
          <dgm:chPref val="0"/>
        </dgm:presLayoutVars>
      </dgm:prSet>
      <dgm:spPr/>
    </dgm:pt>
    <dgm:pt modelId="{D504AA15-27E5-41D8-8629-A6ECB151CDB0}" type="pres">
      <dgm:prSet presAssocID="{265774D4-7499-4C9D-9005-739A780AACC3}" presName="Image" presStyleLbl="node1" presStyleIdx="11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90042E1F-45D6-4DE1-BD0B-45E38C20E5C9}" type="pres">
      <dgm:prSet presAssocID="{265774D4-7499-4C9D-9005-739A780AACC3}" presName="childText" presStyleLbl="lnNode1" presStyleIdx="11" presStyleCnt="23">
        <dgm:presLayoutVars>
          <dgm:chMax val="0"/>
          <dgm:chPref val="0"/>
          <dgm:bulletEnabled val="1"/>
        </dgm:presLayoutVars>
      </dgm:prSet>
      <dgm:spPr/>
    </dgm:pt>
    <dgm:pt modelId="{5AF9AABC-D353-48D7-9E45-08643319AD10}" type="pres">
      <dgm:prSet presAssocID="{435E0EAF-C8D9-4EA8-BA75-E6227BC64A76}" presName="root" presStyleCnt="0">
        <dgm:presLayoutVars>
          <dgm:chMax/>
          <dgm:chPref val="4"/>
        </dgm:presLayoutVars>
      </dgm:prSet>
      <dgm:spPr/>
    </dgm:pt>
    <dgm:pt modelId="{FC8FD02C-327F-447B-97E9-E7115835C1C5}" type="pres">
      <dgm:prSet presAssocID="{435E0EAF-C8D9-4EA8-BA75-E6227BC64A76}" presName="rootComposite" presStyleCnt="0">
        <dgm:presLayoutVars/>
      </dgm:prSet>
      <dgm:spPr/>
    </dgm:pt>
    <dgm:pt modelId="{4D3154D6-B60F-4022-9AFC-B9D0CC58C21F}" type="pres">
      <dgm:prSet presAssocID="{435E0EAF-C8D9-4EA8-BA75-E6227BC64A76}" presName="rootText" presStyleLbl="node0" presStyleIdx="2" presStyleCnt="3">
        <dgm:presLayoutVars>
          <dgm:chMax/>
          <dgm:chPref val="4"/>
        </dgm:presLayoutVars>
      </dgm:prSet>
      <dgm:spPr/>
    </dgm:pt>
    <dgm:pt modelId="{122E4907-328A-460C-8691-1E043BEA7461}" type="pres">
      <dgm:prSet presAssocID="{435E0EAF-C8D9-4EA8-BA75-E6227BC64A76}" presName="childShape" presStyleCnt="0">
        <dgm:presLayoutVars>
          <dgm:chMax val="0"/>
          <dgm:chPref val="0"/>
        </dgm:presLayoutVars>
      </dgm:prSet>
      <dgm:spPr/>
    </dgm:pt>
    <dgm:pt modelId="{DD2D93A5-F865-4BB8-A4FB-DD55A81B67D7}" type="pres">
      <dgm:prSet presAssocID="{518A4EE0-101F-44E6-991F-C21F5D23D07B}" presName="childComposite" presStyleCnt="0">
        <dgm:presLayoutVars>
          <dgm:chMax val="0"/>
          <dgm:chPref val="0"/>
        </dgm:presLayoutVars>
      </dgm:prSet>
      <dgm:spPr/>
    </dgm:pt>
    <dgm:pt modelId="{B9B055B9-C3CD-48B7-B982-D475ACFCD0E7}" type="pres">
      <dgm:prSet presAssocID="{518A4EE0-101F-44E6-991F-C21F5D23D07B}" presName="Image" presStyleLbl="node1" presStyleIdx="12" presStyleCnt="23"/>
      <dgm:spPr>
        <a:blipFill>
          <a:blip xmlns:r="http://schemas.openxmlformats.org/officeDocument/2006/relationships" r:embed="rId3"/>
          <a:srcRect/>
          <a:stretch>
            <a:fillRect l="-5000" r="-5000"/>
          </a:stretch>
        </a:blipFill>
      </dgm:spPr>
    </dgm:pt>
    <dgm:pt modelId="{70DF5B22-9739-4875-8F2A-14FA0D289BE9}" type="pres">
      <dgm:prSet presAssocID="{518A4EE0-101F-44E6-991F-C21F5D23D07B}" presName="childText" presStyleLbl="lnNode1" presStyleIdx="12" presStyleCnt="23">
        <dgm:presLayoutVars>
          <dgm:chMax val="0"/>
          <dgm:chPref val="0"/>
          <dgm:bulletEnabled val="1"/>
        </dgm:presLayoutVars>
      </dgm:prSet>
      <dgm:spPr/>
    </dgm:pt>
    <dgm:pt modelId="{342E0E7B-0EBB-4CBF-9565-45BC6CB0BA48}" type="pres">
      <dgm:prSet presAssocID="{CA16B275-0732-4E58-9C3E-37EFEA069689}" presName="childComposite" presStyleCnt="0">
        <dgm:presLayoutVars>
          <dgm:chMax val="0"/>
          <dgm:chPref val="0"/>
        </dgm:presLayoutVars>
      </dgm:prSet>
      <dgm:spPr/>
    </dgm:pt>
    <dgm:pt modelId="{5D5442EE-7BC0-45BF-BF5D-9AE81721EA0F}" type="pres">
      <dgm:prSet presAssocID="{CA16B275-0732-4E58-9C3E-37EFEA069689}" presName="Image" presStyleLbl="node1" presStyleIdx="13" presStyleCnt="23"/>
      <dgm:spPr/>
    </dgm:pt>
    <dgm:pt modelId="{FA6FB898-050E-4138-B88D-B75B5CEB2255}" type="pres">
      <dgm:prSet presAssocID="{CA16B275-0732-4E58-9C3E-37EFEA069689}" presName="childText" presStyleLbl="lnNode1" presStyleIdx="13" presStyleCnt="23">
        <dgm:presLayoutVars>
          <dgm:chMax val="0"/>
          <dgm:chPref val="0"/>
          <dgm:bulletEnabled val="1"/>
        </dgm:presLayoutVars>
      </dgm:prSet>
      <dgm:spPr/>
    </dgm:pt>
    <dgm:pt modelId="{CDDFDCEA-EA74-40B7-9868-D8EAB8D60DD7}" type="pres">
      <dgm:prSet presAssocID="{6A3372AB-A568-4FFF-85D4-80965BB08930}" presName="childComposite" presStyleCnt="0">
        <dgm:presLayoutVars>
          <dgm:chMax val="0"/>
          <dgm:chPref val="0"/>
        </dgm:presLayoutVars>
      </dgm:prSet>
      <dgm:spPr/>
    </dgm:pt>
    <dgm:pt modelId="{88D5AF92-C238-42D8-8770-67DBBF923132}" type="pres">
      <dgm:prSet presAssocID="{6A3372AB-A568-4FFF-85D4-80965BB08930}" presName="Image" presStyleLbl="node1" presStyleIdx="14" presStyleCnt="23"/>
      <dgm:spPr/>
    </dgm:pt>
    <dgm:pt modelId="{1AF425D0-DE52-4B8D-AC4F-9BE04CC87064}" type="pres">
      <dgm:prSet presAssocID="{6A3372AB-A568-4FFF-85D4-80965BB08930}" presName="childText" presStyleLbl="lnNode1" presStyleIdx="14" presStyleCnt="23">
        <dgm:presLayoutVars>
          <dgm:chMax val="0"/>
          <dgm:chPref val="0"/>
          <dgm:bulletEnabled val="1"/>
        </dgm:presLayoutVars>
      </dgm:prSet>
      <dgm:spPr/>
    </dgm:pt>
    <dgm:pt modelId="{D5A2801D-5768-4E7A-BB04-96225913265D}" type="pres">
      <dgm:prSet presAssocID="{EEFF46E0-E6FA-4831-B1DC-00C8E406704C}" presName="childComposite" presStyleCnt="0">
        <dgm:presLayoutVars>
          <dgm:chMax val="0"/>
          <dgm:chPref val="0"/>
        </dgm:presLayoutVars>
      </dgm:prSet>
      <dgm:spPr/>
    </dgm:pt>
    <dgm:pt modelId="{9C39108E-435B-4162-8581-48791C073AA9}" type="pres">
      <dgm:prSet presAssocID="{EEFF46E0-E6FA-4831-B1DC-00C8E406704C}" presName="Image" presStyleLbl="node1" presStyleIdx="15" presStyleCnt="23"/>
      <dgm:spPr/>
    </dgm:pt>
    <dgm:pt modelId="{BF4CC417-1186-4230-AD5B-6D91D113EF0C}" type="pres">
      <dgm:prSet presAssocID="{EEFF46E0-E6FA-4831-B1DC-00C8E406704C}" presName="childText" presStyleLbl="lnNode1" presStyleIdx="15" presStyleCnt="23">
        <dgm:presLayoutVars>
          <dgm:chMax val="0"/>
          <dgm:chPref val="0"/>
          <dgm:bulletEnabled val="1"/>
        </dgm:presLayoutVars>
      </dgm:prSet>
      <dgm:spPr/>
    </dgm:pt>
    <dgm:pt modelId="{CA67950C-6F0F-444C-AB60-7578C338503A}" type="pres">
      <dgm:prSet presAssocID="{87A40218-308D-4A3F-A3A0-CF713ABC4BE8}" presName="childComposite" presStyleCnt="0">
        <dgm:presLayoutVars>
          <dgm:chMax val="0"/>
          <dgm:chPref val="0"/>
        </dgm:presLayoutVars>
      </dgm:prSet>
      <dgm:spPr/>
    </dgm:pt>
    <dgm:pt modelId="{3B215195-5F87-4FEF-BD94-13AA26E875F2}" type="pres">
      <dgm:prSet presAssocID="{87A40218-308D-4A3F-A3A0-CF713ABC4BE8}" presName="Image" presStyleLbl="node1" presStyleIdx="16" presStyleCnt="23"/>
      <dgm:spPr/>
    </dgm:pt>
    <dgm:pt modelId="{0DB3C14E-245F-4F4B-A0DE-399F2F631D0F}" type="pres">
      <dgm:prSet presAssocID="{87A40218-308D-4A3F-A3A0-CF713ABC4BE8}" presName="childText" presStyleLbl="lnNode1" presStyleIdx="16" presStyleCnt="23">
        <dgm:presLayoutVars>
          <dgm:chMax val="0"/>
          <dgm:chPref val="0"/>
          <dgm:bulletEnabled val="1"/>
        </dgm:presLayoutVars>
      </dgm:prSet>
      <dgm:spPr/>
    </dgm:pt>
    <dgm:pt modelId="{E36936B9-EB40-4FFB-AA2F-92BAD93DA57A}" type="pres">
      <dgm:prSet presAssocID="{C7F4C38C-8F7E-47EC-8029-CF9E9C4C6B48}" presName="childComposite" presStyleCnt="0">
        <dgm:presLayoutVars>
          <dgm:chMax val="0"/>
          <dgm:chPref val="0"/>
        </dgm:presLayoutVars>
      </dgm:prSet>
      <dgm:spPr/>
    </dgm:pt>
    <dgm:pt modelId="{E100C3B7-2558-4803-9D91-8B820ED963D1}" type="pres">
      <dgm:prSet presAssocID="{C7F4C38C-8F7E-47EC-8029-CF9E9C4C6B48}" presName="Image" presStyleLbl="node1" presStyleIdx="17" presStyleCnt="23"/>
      <dgm:spPr/>
    </dgm:pt>
    <dgm:pt modelId="{457638FC-A3FB-4A3D-88A3-C0CDD0967E72}" type="pres">
      <dgm:prSet presAssocID="{C7F4C38C-8F7E-47EC-8029-CF9E9C4C6B48}" presName="childText" presStyleLbl="lnNode1" presStyleIdx="17" presStyleCnt="23">
        <dgm:presLayoutVars>
          <dgm:chMax val="0"/>
          <dgm:chPref val="0"/>
          <dgm:bulletEnabled val="1"/>
        </dgm:presLayoutVars>
      </dgm:prSet>
      <dgm:spPr/>
    </dgm:pt>
    <dgm:pt modelId="{58923C34-47A6-42CE-B8BF-D4EB3D5C10AD}" type="pres">
      <dgm:prSet presAssocID="{425888E5-CB37-44AE-81D5-E3D0666F2D3D}" presName="childComposite" presStyleCnt="0">
        <dgm:presLayoutVars>
          <dgm:chMax val="0"/>
          <dgm:chPref val="0"/>
        </dgm:presLayoutVars>
      </dgm:prSet>
      <dgm:spPr/>
    </dgm:pt>
    <dgm:pt modelId="{A34491CD-89CF-497C-82D5-2DD271105377}" type="pres">
      <dgm:prSet presAssocID="{425888E5-CB37-44AE-81D5-E3D0666F2D3D}" presName="Image" presStyleLbl="node1" presStyleIdx="18" presStyleCnt="23"/>
      <dgm:spPr/>
    </dgm:pt>
    <dgm:pt modelId="{448DA641-69E2-4809-A5D5-A91757C8D4FA}" type="pres">
      <dgm:prSet presAssocID="{425888E5-CB37-44AE-81D5-E3D0666F2D3D}" presName="childText" presStyleLbl="lnNode1" presStyleIdx="18" presStyleCnt="23">
        <dgm:presLayoutVars>
          <dgm:chMax val="0"/>
          <dgm:chPref val="0"/>
          <dgm:bulletEnabled val="1"/>
        </dgm:presLayoutVars>
      </dgm:prSet>
      <dgm:spPr/>
    </dgm:pt>
    <dgm:pt modelId="{610581AC-44C8-42AF-ABDD-AF56C61A0A20}" type="pres">
      <dgm:prSet presAssocID="{D6BB2AC8-D6AB-4F17-91D6-73B46B57B8AC}" presName="childComposite" presStyleCnt="0">
        <dgm:presLayoutVars>
          <dgm:chMax val="0"/>
          <dgm:chPref val="0"/>
        </dgm:presLayoutVars>
      </dgm:prSet>
      <dgm:spPr/>
    </dgm:pt>
    <dgm:pt modelId="{3F4B38C7-0136-419B-B716-232B61B33FCB}" type="pres">
      <dgm:prSet presAssocID="{D6BB2AC8-D6AB-4F17-91D6-73B46B57B8AC}" presName="Image" presStyleLbl="node1" presStyleIdx="19" presStyleCnt="23"/>
      <dgm:spPr/>
    </dgm:pt>
    <dgm:pt modelId="{3D2A943A-717C-4943-BB94-BA88234539BB}" type="pres">
      <dgm:prSet presAssocID="{D6BB2AC8-D6AB-4F17-91D6-73B46B57B8AC}" presName="childText" presStyleLbl="lnNode1" presStyleIdx="19" presStyleCnt="23">
        <dgm:presLayoutVars>
          <dgm:chMax val="0"/>
          <dgm:chPref val="0"/>
          <dgm:bulletEnabled val="1"/>
        </dgm:presLayoutVars>
      </dgm:prSet>
      <dgm:spPr/>
    </dgm:pt>
    <dgm:pt modelId="{141930BC-2FB1-44E0-B21E-0378B677A75E}" type="pres">
      <dgm:prSet presAssocID="{611D6A56-F7BF-46EA-9C40-B4E208E6A98B}" presName="childComposite" presStyleCnt="0">
        <dgm:presLayoutVars>
          <dgm:chMax val="0"/>
          <dgm:chPref val="0"/>
        </dgm:presLayoutVars>
      </dgm:prSet>
      <dgm:spPr/>
    </dgm:pt>
    <dgm:pt modelId="{A6ABA017-0D10-44C5-BCEE-CD0DF141B535}" type="pres">
      <dgm:prSet presAssocID="{611D6A56-F7BF-46EA-9C40-B4E208E6A98B}" presName="Image" presStyleLbl="node1" presStyleIdx="20" presStyleCnt="23"/>
      <dgm:spPr/>
    </dgm:pt>
    <dgm:pt modelId="{54FE1128-ED55-446C-BE19-3C8A7A92491F}" type="pres">
      <dgm:prSet presAssocID="{611D6A56-F7BF-46EA-9C40-B4E208E6A98B}" presName="childText" presStyleLbl="lnNode1" presStyleIdx="20" presStyleCnt="23">
        <dgm:presLayoutVars>
          <dgm:chMax val="0"/>
          <dgm:chPref val="0"/>
          <dgm:bulletEnabled val="1"/>
        </dgm:presLayoutVars>
      </dgm:prSet>
      <dgm:spPr/>
    </dgm:pt>
    <dgm:pt modelId="{BD357CA2-B460-4713-96EC-BC9C6BB90150}" type="pres">
      <dgm:prSet presAssocID="{7E60FE7A-2ABB-4727-86E0-109DD24C069B}" presName="childComposite" presStyleCnt="0">
        <dgm:presLayoutVars>
          <dgm:chMax val="0"/>
          <dgm:chPref val="0"/>
        </dgm:presLayoutVars>
      </dgm:prSet>
      <dgm:spPr/>
    </dgm:pt>
    <dgm:pt modelId="{6AD8CABF-9F91-442C-87AD-408B65C5EF05}" type="pres">
      <dgm:prSet presAssocID="{7E60FE7A-2ABB-4727-86E0-109DD24C069B}" presName="Image" presStyleLbl="node1" presStyleIdx="21" presStyleCnt="23"/>
      <dgm:spPr>
        <a:blipFill>
          <a:blip xmlns:r="http://schemas.openxmlformats.org/officeDocument/2006/relationships" r:embed="rId4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376DA73C-3FD8-486A-9E82-DB3EEDBC6509}" type="pres">
      <dgm:prSet presAssocID="{7E60FE7A-2ABB-4727-86E0-109DD24C069B}" presName="childText" presStyleLbl="lnNode1" presStyleIdx="21" presStyleCnt="23">
        <dgm:presLayoutVars>
          <dgm:chMax val="0"/>
          <dgm:chPref val="0"/>
          <dgm:bulletEnabled val="1"/>
        </dgm:presLayoutVars>
      </dgm:prSet>
      <dgm:spPr/>
    </dgm:pt>
    <dgm:pt modelId="{8F9B82AB-35AD-418C-B4FA-98DD2645CE60}" type="pres">
      <dgm:prSet presAssocID="{2DEE88D0-B3C5-4AA4-B1BA-92A00E82C15C}" presName="childComposite" presStyleCnt="0">
        <dgm:presLayoutVars>
          <dgm:chMax val="0"/>
          <dgm:chPref val="0"/>
        </dgm:presLayoutVars>
      </dgm:prSet>
      <dgm:spPr/>
    </dgm:pt>
    <dgm:pt modelId="{D01E2590-24C4-4460-B40B-73221582E909}" type="pres">
      <dgm:prSet presAssocID="{2DEE88D0-B3C5-4AA4-B1BA-92A00E82C15C}" presName="Image" presStyleLbl="node1" presStyleIdx="22" presStyleCnt="23"/>
      <dgm:spPr/>
    </dgm:pt>
    <dgm:pt modelId="{A9AE038C-6B1B-4DF3-9D08-E54B336EF153}" type="pres">
      <dgm:prSet presAssocID="{2DEE88D0-B3C5-4AA4-B1BA-92A00E82C15C}" presName="childText" presStyleLbl="lnNode1" presStyleIdx="22" presStyleCnt="23">
        <dgm:presLayoutVars>
          <dgm:chMax val="0"/>
          <dgm:chPref val="0"/>
          <dgm:bulletEnabled val="1"/>
        </dgm:presLayoutVars>
      </dgm:prSet>
      <dgm:spPr/>
    </dgm:pt>
  </dgm:ptLst>
  <dgm:cxnLst>
    <dgm:cxn modelId="{59774101-5E7B-4D97-9864-A549CE9EFF86}" srcId="{435E0EAF-C8D9-4EA8-BA75-E6227BC64A76}" destId="{6A3372AB-A568-4FFF-85D4-80965BB08930}" srcOrd="2" destOrd="0" parTransId="{356DE15D-824B-4508-87F3-8EB280FFC20E}" sibTransId="{86099820-350A-420C-9846-547691F1F63C}"/>
    <dgm:cxn modelId="{23103204-7DB7-4F83-BA16-88F1503F595E}" type="presOf" srcId="{9FC16266-A3AA-4006-AC28-6A1678432771}" destId="{3A722E23-6447-4473-B5C0-58683C5C0AF1}" srcOrd="0" destOrd="0" presId="urn:microsoft.com/office/officeart/2008/layout/PictureAccentList"/>
    <dgm:cxn modelId="{E2966B05-27BF-4A87-83D2-96954AC255DD}" srcId="{00B67E32-E6BD-4983-9653-5C720FF5C9AC}" destId="{9FC16266-A3AA-4006-AC28-6A1678432771}" srcOrd="1" destOrd="0" parTransId="{BE0196EE-5E3E-401E-BACB-F03B93060EC4}" sibTransId="{001EA975-2D26-444D-AE7E-AABAB071BCDE}"/>
    <dgm:cxn modelId="{A660CE05-5FD3-413D-84F8-6C1DE5708CB5}" type="presOf" srcId="{C3605881-D93E-4CFF-B6EA-86A7364DB81C}" destId="{8F9F6772-553F-4464-971E-4D6EC3811E40}" srcOrd="0" destOrd="0" presId="urn:microsoft.com/office/officeart/2008/layout/PictureAccentList"/>
    <dgm:cxn modelId="{A4A76D08-11ED-4414-A812-A9D026C55198}" srcId="{435E0EAF-C8D9-4EA8-BA75-E6227BC64A76}" destId="{7E60FE7A-2ABB-4727-86E0-109DD24C069B}" srcOrd="9" destOrd="0" parTransId="{7A46F42A-C22E-4D69-A7B3-3F82FE37F394}" sibTransId="{5A698701-715E-4727-AA86-47F5F27EB7BC}"/>
    <dgm:cxn modelId="{D902B20B-63F1-4377-A856-E8797F587BAC}" type="presOf" srcId="{CA16B275-0732-4E58-9C3E-37EFEA069689}" destId="{FA6FB898-050E-4138-B88D-B75B5CEB2255}" srcOrd="0" destOrd="0" presId="urn:microsoft.com/office/officeart/2008/layout/PictureAccentList"/>
    <dgm:cxn modelId="{32918213-176B-48F2-8652-A011D7D5FAB5}" srcId="{00B67E32-E6BD-4983-9653-5C720FF5C9AC}" destId="{DC603C3D-2F0D-4E4A-BECB-D8F7204D360E}" srcOrd="3" destOrd="0" parTransId="{A4A24C9D-E7A5-4F26-8673-CBE836464CE3}" sibTransId="{90C20434-8BE4-4795-B82E-AB3BDCCB4AF2}"/>
    <dgm:cxn modelId="{273FA72A-EAC2-47BC-8B0A-837CF77B6FFD}" srcId="{435E0EAF-C8D9-4EA8-BA75-E6227BC64A76}" destId="{2DEE88D0-B3C5-4AA4-B1BA-92A00E82C15C}" srcOrd="10" destOrd="0" parTransId="{192EDCD3-686E-4C24-8936-D0EA7444B4B8}" sibTransId="{C3DF1EE8-EB94-416A-93E9-603933324492}"/>
    <dgm:cxn modelId="{D401D52F-C216-49A6-9405-379948C0B45A}" srcId="{DDBB3C66-D5E4-4FC0-91BC-C61300BC37FA}" destId="{D7C1C573-0399-4C46-8690-32E6A99B632E}" srcOrd="2" destOrd="0" parTransId="{6E530B3A-ACE0-416E-AA20-30F27882CC42}" sibTransId="{E8C01554-DC97-4C53-8844-2AE1D6F51951}"/>
    <dgm:cxn modelId="{22882534-2790-41E0-92AE-8362E66D5214}" srcId="{3ABC285D-7C90-45EC-919F-95B8ED8A0C28}" destId="{00B67E32-E6BD-4983-9653-5C720FF5C9AC}" srcOrd="0" destOrd="0" parTransId="{B68382FD-FCD8-48AC-880B-F2BD8AC3B529}" sibTransId="{33370808-742A-410A-9059-EEB54400542E}"/>
    <dgm:cxn modelId="{2698E440-9C8F-4E10-B56C-985CA50D7DFB}" srcId="{DDBB3C66-D5E4-4FC0-91BC-C61300BC37FA}" destId="{669F23B4-CCA2-4C27-8EEE-FC2C05F7097F}" srcOrd="3" destOrd="0" parTransId="{F27C7280-C792-45B5-9626-8EDE9A29266E}" sibTransId="{034E4DD3-30AB-40C4-94D6-70CBB0E3CF50}"/>
    <dgm:cxn modelId="{8951E940-5482-4A24-A1AB-A79038B14992}" type="presOf" srcId="{EEFF46E0-E6FA-4831-B1DC-00C8E406704C}" destId="{BF4CC417-1186-4230-AD5B-6D91D113EF0C}" srcOrd="0" destOrd="0" presId="urn:microsoft.com/office/officeart/2008/layout/PictureAccentList"/>
    <dgm:cxn modelId="{654A4F5C-520E-4F9D-B1A7-CCB6D7936D2C}" srcId="{435E0EAF-C8D9-4EA8-BA75-E6227BC64A76}" destId="{611D6A56-F7BF-46EA-9C40-B4E208E6A98B}" srcOrd="8" destOrd="0" parTransId="{CDA2FA00-B958-4F3C-97A4-BC059C6C675B}" sibTransId="{D45904F2-DE9A-432F-BAC6-A95CA1ED484F}"/>
    <dgm:cxn modelId="{34598C5F-570B-494C-851A-2EFA24E795E1}" type="presOf" srcId="{7E60FE7A-2ABB-4727-86E0-109DD24C069B}" destId="{376DA73C-3FD8-486A-9E82-DB3EEDBC6509}" srcOrd="0" destOrd="0" presId="urn:microsoft.com/office/officeart/2008/layout/PictureAccentList"/>
    <dgm:cxn modelId="{47D2DE61-ABF6-4ECD-B0B2-BF846787A9D4}" type="presOf" srcId="{00B67E32-E6BD-4983-9653-5C720FF5C9AC}" destId="{7F9C100C-E150-4380-AA70-7990A8A1A21F}" srcOrd="0" destOrd="0" presId="urn:microsoft.com/office/officeart/2008/layout/PictureAccentList"/>
    <dgm:cxn modelId="{8B733144-9B60-4310-A6E8-4DBA91DF05EF}" srcId="{3ABC285D-7C90-45EC-919F-95B8ED8A0C28}" destId="{435E0EAF-C8D9-4EA8-BA75-E6227BC64A76}" srcOrd="2" destOrd="0" parTransId="{D12C3D16-34C0-4F23-9339-C8E1307B2628}" sibTransId="{5A3E3F88-25FD-4B91-9416-5FFE41347D4C}"/>
    <dgm:cxn modelId="{4F17C265-2B11-4013-8F38-93813FCB6812}" type="presOf" srcId="{CCB4E9EE-D863-4BEF-96B5-C77840A3901D}" destId="{D355510D-29A6-4A95-A7C6-259A149A787E}" srcOrd="0" destOrd="0" presId="urn:microsoft.com/office/officeart/2008/layout/PictureAccentList"/>
    <dgm:cxn modelId="{EFA93268-5D55-433A-B6B0-8D5855B436D7}" type="presOf" srcId="{1CC591C8-C948-45EE-867F-895B7CBBB002}" destId="{D01F2E92-ECAF-4744-B20C-3B1B8FB0B0E2}" srcOrd="0" destOrd="0" presId="urn:microsoft.com/office/officeart/2008/layout/PictureAccentList"/>
    <dgm:cxn modelId="{C9746F6D-E43C-410D-91F8-166640A76F4A}" srcId="{435E0EAF-C8D9-4EA8-BA75-E6227BC64A76}" destId="{EEFF46E0-E6FA-4831-B1DC-00C8E406704C}" srcOrd="3" destOrd="0" parTransId="{3F890DFC-F025-464B-9D0C-83A15CAC76EA}" sibTransId="{D1615101-46C0-4E6D-AC10-A0234D60888A}"/>
    <dgm:cxn modelId="{497ECE6E-3D27-4DB1-B1F4-D8A32A0303AF}" srcId="{435E0EAF-C8D9-4EA8-BA75-E6227BC64A76}" destId="{CA16B275-0732-4E58-9C3E-37EFEA069689}" srcOrd="1" destOrd="0" parTransId="{91BB24FE-87C5-4A31-A391-57EC41F3BFA6}" sibTransId="{2E16D0E8-C933-4ABC-B6A3-4344EB32779D}"/>
    <dgm:cxn modelId="{6F02A37A-F4AD-4B8F-A1A8-619328BC0BA3}" type="presOf" srcId="{82F0C38A-EC2F-4D67-BAAD-D7B855C1D441}" destId="{C93C715B-3942-405E-9B40-48EE24955C90}" srcOrd="0" destOrd="0" presId="urn:microsoft.com/office/officeart/2008/layout/PictureAccentList"/>
    <dgm:cxn modelId="{53654585-08E8-415C-B5F4-9463E6D6E423}" srcId="{DDBB3C66-D5E4-4FC0-91BC-C61300BC37FA}" destId="{82F0C38A-EC2F-4D67-BAAD-D7B855C1D441}" srcOrd="1" destOrd="0" parTransId="{00F2F01F-1A72-4E07-AB55-DE41748EBCAD}" sibTransId="{22ED902E-568C-480E-97DE-B5056D89D754}"/>
    <dgm:cxn modelId="{E5689386-0966-4B25-90A1-6E7041E64218}" type="presOf" srcId="{39EBDA15-7A47-4D7F-A097-53C6F6520B13}" destId="{CE4BC17D-3F94-4113-A212-9BF8D6AA416C}" srcOrd="0" destOrd="0" presId="urn:microsoft.com/office/officeart/2008/layout/PictureAccentList"/>
    <dgm:cxn modelId="{0621D886-9019-4385-9A35-6D229A449208}" type="presOf" srcId="{265774D4-7499-4C9D-9005-739A780AACC3}" destId="{90042E1F-45D6-4DE1-BD0B-45E38C20E5C9}" srcOrd="0" destOrd="0" presId="urn:microsoft.com/office/officeart/2008/layout/PictureAccentList"/>
    <dgm:cxn modelId="{4821CE88-83E5-4D14-92ED-7F170AEA9B47}" type="presOf" srcId="{2DEE88D0-B3C5-4AA4-B1BA-92A00E82C15C}" destId="{A9AE038C-6B1B-4DF3-9D08-E54B336EF153}" srcOrd="0" destOrd="0" presId="urn:microsoft.com/office/officeart/2008/layout/PictureAccentList"/>
    <dgm:cxn modelId="{31F97289-8FC4-4047-AF6C-4CB782EFD1DF}" srcId="{435E0EAF-C8D9-4EA8-BA75-E6227BC64A76}" destId="{C7F4C38C-8F7E-47EC-8029-CF9E9C4C6B48}" srcOrd="5" destOrd="0" parTransId="{4732F3F3-A9B3-444F-AD05-409FDCD10D3C}" sibTransId="{70661CD3-5BDB-49D5-AD66-86041FCF0606}"/>
    <dgm:cxn modelId="{D56B6C8A-C6C3-4CC5-B4ED-2AF6A8E9958F}" type="presOf" srcId="{D6BB2AC8-D6AB-4F17-91D6-73B46B57B8AC}" destId="{3D2A943A-717C-4943-BB94-BA88234539BB}" srcOrd="0" destOrd="0" presId="urn:microsoft.com/office/officeart/2008/layout/PictureAccentList"/>
    <dgm:cxn modelId="{8CC00C91-66A0-4E7E-ABC2-535C34B0D2C0}" type="presOf" srcId="{518A4EE0-101F-44E6-991F-C21F5D23D07B}" destId="{70DF5B22-9739-4875-8F2A-14FA0D289BE9}" srcOrd="0" destOrd="0" presId="urn:microsoft.com/office/officeart/2008/layout/PictureAccentList"/>
    <dgm:cxn modelId="{D1292496-8924-494D-A4FF-50B024435627}" type="presOf" srcId="{6A3372AB-A568-4FFF-85D4-80965BB08930}" destId="{1AF425D0-DE52-4B8D-AC4F-9BE04CC87064}" srcOrd="0" destOrd="0" presId="urn:microsoft.com/office/officeart/2008/layout/PictureAccentList"/>
    <dgm:cxn modelId="{8F998A96-0323-4033-85B2-986DF3AF1378}" type="presOf" srcId="{C7F4C38C-8F7E-47EC-8029-CF9E9C4C6B48}" destId="{457638FC-A3FB-4A3D-88A3-C0CDD0967E72}" srcOrd="0" destOrd="0" presId="urn:microsoft.com/office/officeart/2008/layout/PictureAccentList"/>
    <dgm:cxn modelId="{1A07A099-1158-4F64-A67E-BCCC6D6F0E74}" type="presOf" srcId="{669F23B4-CCA2-4C27-8EEE-FC2C05F7097F}" destId="{4CC93FDD-C574-4EE8-B98A-6203A9F1C55C}" srcOrd="0" destOrd="0" presId="urn:microsoft.com/office/officeart/2008/layout/PictureAccentList"/>
    <dgm:cxn modelId="{10DF85A2-C6C8-4675-9493-E46CAD4DA278}" type="presOf" srcId="{425888E5-CB37-44AE-81D5-E3D0666F2D3D}" destId="{448DA641-69E2-4809-A5D5-A91757C8D4FA}" srcOrd="0" destOrd="0" presId="urn:microsoft.com/office/officeart/2008/layout/PictureAccentList"/>
    <dgm:cxn modelId="{A5F7A6AC-BA74-4BC6-8185-FE34C3CADFB1}" srcId="{435E0EAF-C8D9-4EA8-BA75-E6227BC64A76}" destId="{425888E5-CB37-44AE-81D5-E3D0666F2D3D}" srcOrd="6" destOrd="0" parTransId="{560B05E8-A453-4498-AE82-AD05F89644B0}" sibTransId="{11957A35-8A8A-4AF9-9ED0-F06F0B18C14F}"/>
    <dgm:cxn modelId="{A250B4AE-6502-4D80-8F80-C7F726E0C869}" srcId="{00B67E32-E6BD-4983-9653-5C720FF5C9AC}" destId="{C3605881-D93E-4CFF-B6EA-86A7364DB81C}" srcOrd="4" destOrd="0" parTransId="{695E3AF8-0E64-43A8-8D8A-97F41BA6ACA8}" sibTransId="{E77B7C0D-D5EE-4956-8154-486FD6109B6F}"/>
    <dgm:cxn modelId="{6BED00AF-93E6-4E95-A59F-2F2467CD61E9}" type="presOf" srcId="{611D6A56-F7BF-46EA-9C40-B4E208E6A98B}" destId="{54FE1128-ED55-446C-BE19-3C8A7A92491F}" srcOrd="0" destOrd="0" presId="urn:microsoft.com/office/officeart/2008/layout/PictureAccentList"/>
    <dgm:cxn modelId="{20F134B8-79FB-4B23-9BD4-9B63BE13AF7F}" srcId="{00B67E32-E6BD-4983-9653-5C720FF5C9AC}" destId="{F9DF6F99-84D7-480E-8CB8-F8A20F1E0D1F}" srcOrd="2" destOrd="0" parTransId="{7ECA580C-D664-4A37-8F26-24C5067218E0}" sibTransId="{6D7AEB61-BADC-4244-B351-402FCB861B47}"/>
    <dgm:cxn modelId="{E12F90BE-AFA1-4A6D-BE07-03C33995C4DF}" srcId="{435E0EAF-C8D9-4EA8-BA75-E6227BC64A76}" destId="{518A4EE0-101F-44E6-991F-C21F5D23D07B}" srcOrd="0" destOrd="0" parTransId="{B568E182-4317-46C3-AF4D-3D1F55BAA12A}" sibTransId="{70FD0B30-9EA2-4660-B21E-A06A2E6E4FA8}"/>
    <dgm:cxn modelId="{8E1F73BF-EE1B-46B8-83C7-0CAFB9920F5B}" srcId="{435E0EAF-C8D9-4EA8-BA75-E6227BC64A76}" destId="{D6BB2AC8-D6AB-4F17-91D6-73B46B57B8AC}" srcOrd="7" destOrd="0" parTransId="{04B26705-C14D-49E3-A5D9-C550576B93A1}" sibTransId="{C3B4E574-3DC8-4243-B277-4829317EC681}"/>
    <dgm:cxn modelId="{D52353C3-CD2B-483F-B689-C9596D3BF8BE}" type="presOf" srcId="{87A40218-308D-4A3F-A3A0-CF713ABC4BE8}" destId="{0DB3C14E-245F-4F4B-A0DE-399F2F631D0F}" srcOrd="0" destOrd="0" presId="urn:microsoft.com/office/officeart/2008/layout/PictureAccentList"/>
    <dgm:cxn modelId="{DC342AC5-46A8-4FC1-8390-B0AC399C2F34}" type="presOf" srcId="{DC603C3D-2F0D-4E4A-BECB-D8F7204D360E}" destId="{A6AB8507-F1ED-4615-8612-83685BBED448}" srcOrd="0" destOrd="0" presId="urn:microsoft.com/office/officeart/2008/layout/PictureAccentList"/>
    <dgm:cxn modelId="{169A3ED5-5052-43A0-82D4-8E4B3A319F13}" srcId="{DDBB3C66-D5E4-4FC0-91BC-C61300BC37FA}" destId="{2B657BF5-4A26-4CD9-B902-E0676D265266}" srcOrd="0" destOrd="0" parTransId="{AD2F32A6-90CE-40CD-8475-A244527A9B19}" sibTransId="{DDB011C5-727F-4AA9-8D3F-4766D235E191}"/>
    <dgm:cxn modelId="{B575A5DD-C864-4072-93ED-A77128400134}" srcId="{435E0EAF-C8D9-4EA8-BA75-E6227BC64A76}" destId="{87A40218-308D-4A3F-A3A0-CF713ABC4BE8}" srcOrd="4" destOrd="0" parTransId="{C389F307-C7A2-4520-940A-00B70F6D1095}" sibTransId="{5FBFB786-19B1-4D40-8FF0-29103C6AE401}"/>
    <dgm:cxn modelId="{C27141E0-C987-486B-A822-3936F1CB3395}" type="presOf" srcId="{DDBB3C66-D5E4-4FC0-91BC-C61300BC37FA}" destId="{A724DE05-5801-48B6-B620-AD479B725240}" srcOrd="0" destOrd="0" presId="urn:microsoft.com/office/officeart/2008/layout/PictureAccentList"/>
    <dgm:cxn modelId="{1657EFE0-2A26-4DE8-9B3D-CAD70A5B058F}" srcId="{3ABC285D-7C90-45EC-919F-95B8ED8A0C28}" destId="{DDBB3C66-D5E4-4FC0-91BC-C61300BC37FA}" srcOrd="1" destOrd="0" parTransId="{8048B7FF-CAC6-410A-B397-445FF483B94B}" sibTransId="{D41F61FF-4452-4981-9F84-CF1EDCB01EE5}"/>
    <dgm:cxn modelId="{88CF90E3-940C-4C93-98A8-7A096321893A}" type="presOf" srcId="{435E0EAF-C8D9-4EA8-BA75-E6227BC64A76}" destId="{4D3154D6-B60F-4022-9AFC-B9D0CC58C21F}" srcOrd="0" destOrd="0" presId="urn:microsoft.com/office/officeart/2008/layout/PictureAccentList"/>
    <dgm:cxn modelId="{D28356E7-51DE-434D-9B0A-BE4CBF744C61}" srcId="{DDBB3C66-D5E4-4FC0-91BC-C61300BC37FA}" destId="{39EBDA15-7A47-4D7F-A097-53C6F6520B13}" srcOrd="4" destOrd="0" parTransId="{ED526A3E-13D2-4E98-A1EA-CD84CF223654}" sibTransId="{ADBFF251-E5A0-4A50-A13D-A09C1A8F04A8}"/>
    <dgm:cxn modelId="{1D0D69ED-9C69-4094-A47F-60C8E957D94E}" srcId="{DDBB3C66-D5E4-4FC0-91BC-C61300BC37FA}" destId="{CCB4E9EE-D863-4BEF-96B5-C77840A3901D}" srcOrd="5" destOrd="0" parTransId="{E81EF071-A62B-45B8-A526-9A81C705C004}" sibTransId="{50C2F9F6-6754-4BF6-B967-350B36808AB7}"/>
    <dgm:cxn modelId="{88C3ABF0-3802-4216-9F5C-ECF856786577}" type="presOf" srcId="{3ABC285D-7C90-45EC-919F-95B8ED8A0C28}" destId="{2FE9878E-8CAD-4AB7-89C5-CAE9529326B4}" srcOrd="0" destOrd="0" presId="urn:microsoft.com/office/officeart/2008/layout/PictureAccentList"/>
    <dgm:cxn modelId="{A4DEB4F5-060F-416B-978E-D01D324F86C3}" srcId="{00B67E32-E6BD-4983-9653-5C720FF5C9AC}" destId="{1CC591C8-C948-45EE-867F-895B7CBBB002}" srcOrd="0" destOrd="0" parTransId="{7FE73F14-D9A5-4858-A7DF-D2C46AFBF238}" sibTransId="{EA925A09-6AA5-4185-9E26-54802AAEBCC0}"/>
    <dgm:cxn modelId="{3F96FEF8-EAF1-4DA7-9FCE-3CBFAB435ED3}" srcId="{DDBB3C66-D5E4-4FC0-91BC-C61300BC37FA}" destId="{265774D4-7499-4C9D-9005-739A780AACC3}" srcOrd="6" destOrd="0" parTransId="{28629E04-4ADE-41D8-B8A0-5BFD1F389EDA}" sibTransId="{74356159-1D49-4FA0-AE20-7905C1C0D525}"/>
    <dgm:cxn modelId="{A13013F9-940A-4711-ADCF-75214A23C5D9}" type="presOf" srcId="{2B657BF5-4A26-4CD9-B902-E0676D265266}" destId="{03F550E2-AF53-4F0D-97D6-0CB4FB98BD14}" srcOrd="0" destOrd="0" presId="urn:microsoft.com/office/officeart/2008/layout/PictureAccentList"/>
    <dgm:cxn modelId="{AEFEB5FC-3B8A-4C79-96A8-AC6B735D76E6}" type="presOf" srcId="{D7C1C573-0399-4C46-8690-32E6A99B632E}" destId="{A130DA05-85B9-4111-AE25-F10BEDD17D53}" srcOrd="0" destOrd="0" presId="urn:microsoft.com/office/officeart/2008/layout/PictureAccentList"/>
    <dgm:cxn modelId="{E0C96AFD-A34A-4291-B3EC-404F7A93DC2B}" type="presOf" srcId="{F9DF6F99-84D7-480E-8CB8-F8A20F1E0D1F}" destId="{03DB289B-ED83-47B2-AE0B-9D0FA9B3FB77}" srcOrd="0" destOrd="0" presId="urn:microsoft.com/office/officeart/2008/layout/PictureAccentList"/>
    <dgm:cxn modelId="{E7217C5B-F17D-4BE4-9368-9B14E9EA7F4C}" type="presParOf" srcId="{2FE9878E-8CAD-4AB7-89C5-CAE9529326B4}" destId="{E8055A6C-2FF6-4CC7-9E1B-174EA89B1612}" srcOrd="0" destOrd="0" presId="urn:microsoft.com/office/officeart/2008/layout/PictureAccentList"/>
    <dgm:cxn modelId="{E7034699-19D7-4328-8832-3FD95622E9B2}" type="presParOf" srcId="{E8055A6C-2FF6-4CC7-9E1B-174EA89B1612}" destId="{B7EA0A2C-AB4D-4E0F-8729-15FA33E7412C}" srcOrd="0" destOrd="0" presId="urn:microsoft.com/office/officeart/2008/layout/PictureAccentList"/>
    <dgm:cxn modelId="{4AB86C7B-E2D3-4770-8BE7-15D608CF2D89}" type="presParOf" srcId="{B7EA0A2C-AB4D-4E0F-8729-15FA33E7412C}" destId="{7F9C100C-E150-4380-AA70-7990A8A1A21F}" srcOrd="0" destOrd="0" presId="urn:microsoft.com/office/officeart/2008/layout/PictureAccentList"/>
    <dgm:cxn modelId="{A4FD5B47-0334-4DE9-83D8-2CCBA964C40D}" type="presParOf" srcId="{E8055A6C-2FF6-4CC7-9E1B-174EA89B1612}" destId="{B5E2BECF-3B49-4C1C-B3FE-1DD08699B424}" srcOrd="1" destOrd="0" presId="urn:microsoft.com/office/officeart/2008/layout/PictureAccentList"/>
    <dgm:cxn modelId="{BFB27DEC-A9C7-4FA2-8841-A47EBEE604FA}" type="presParOf" srcId="{B5E2BECF-3B49-4C1C-B3FE-1DD08699B424}" destId="{B6C637CA-AFB6-4412-B11F-8ADB246BF8C6}" srcOrd="0" destOrd="0" presId="urn:microsoft.com/office/officeart/2008/layout/PictureAccentList"/>
    <dgm:cxn modelId="{F9BB74A6-90AB-44F9-BCAB-D87B43F4F8B7}" type="presParOf" srcId="{B6C637CA-AFB6-4412-B11F-8ADB246BF8C6}" destId="{2345C84C-55F9-4323-BCFB-15982D922E90}" srcOrd="0" destOrd="0" presId="urn:microsoft.com/office/officeart/2008/layout/PictureAccentList"/>
    <dgm:cxn modelId="{C05AD0FA-F2BB-4AB3-BD83-615C8A97D7B2}" type="presParOf" srcId="{B6C637CA-AFB6-4412-B11F-8ADB246BF8C6}" destId="{D01F2E92-ECAF-4744-B20C-3B1B8FB0B0E2}" srcOrd="1" destOrd="0" presId="urn:microsoft.com/office/officeart/2008/layout/PictureAccentList"/>
    <dgm:cxn modelId="{660BB6D3-67CB-423A-8E23-E09561BD99F7}" type="presParOf" srcId="{B5E2BECF-3B49-4C1C-B3FE-1DD08699B424}" destId="{165F3019-0E77-4304-B5F4-BD6197DFC814}" srcOrd="1" destOrd="0" presId="urn:microsoft.com/office/officeart/2008/layout/PictureAccentList"/>
    <dgm:cxn modelId="{023C5AAA-E607-4B09-B1CE-DDD0F632978E}" type="presParOf" srcId="{165F3019-0E77-4304-B5F4-BD6197DFC814}" destId="{D0D168E3-1E55-4E4B-8795-EEF0CD8A1856}" srcOrd="0" destOrd="0" presId="urn:microsoft.com/office/officeart/2008/layout/PictureAccentList"/>
    <dgm:cxn modelId="{B59CCEC1-9A3F-4BCE-B772-D23F3418FF9B}" type="presParOf" srcId="{165F3019-0E77-4304-B5F4-BD6197DFC814}" destId="{3A722E23-6447-4473-B5C0-58683C5C0AF1}" srcOrd="1" destOrd="0" presId="urn:microsoft.com/office/officeart/2008/layout/PictureAccentList"/>
    <dgm:cxn modelId="{C94A603C-D828-4C76-8603-EA708AF2B0B9}" type="presParOf" srcId="{B5E2BECF-3B49-4C1C-B3FE-1DD08699B424}" destId="{5A2E885C-2611-4E85-B7FD-69F48E74D5FD}" srcOrd="2" destOrd="0" presId="urn:microsoft.com/office/officeart/2008/layout/PictureAccentList"/>
    <dgm:cxn modelId="{0522F8A3-17C9-4FDA-B736-CA6AC94D2E92}" type="presParOf" srcId="{5A2E885C-2611-4E85-B7FD-69F48E74D5FD}" destId="{F46AB5A2-873D-4B13-B13A-496FE8CDCDCD}" srcOrd="0" destOrd="0" presId="urn:microsoft.com/office/officeart/2008/layout/PictureAccentList"/>
    <dgm:cxn modelId="{C09371CA-7F0A-4F62-A14F-A207A0312578}" type="presParOf" srcId="{5A2E885C-2611-4E85-B7FD-69F48E74D5FD}" destId="{03DB289B-ED83-47B2-AE0B-9D0FA9B3FB77}" srcOrd="1" destOrd="0" presId="urn:microsoft.com/office/officeart/2008/layout/PictureAccentList"/>
    <dgm:cxn modelId="{2E86D810-8C0A-4F8D-959A-3DFDB98A4B57}" type="presParOf" srcId="{B5E2BECF-3B49-4C1C-B3FE-1DD08699B424}" destId="{D2D8DBFF-0F88-4B51-9B7F-D506BB1E600C}" srcOrd="3" destOrd="0" presId="urn:microsoft.com/office/officeart/2008/layout/PictureAccentList"/>
    <dgm:cxn modelId="{CAD9838A-00F8-454C-A73E-95C7BD901EF7}" type="presParOf" srcId="{D2D8DBFF-0F88-4B51-9B7F-D506BB1E600C}" destId="{BF4D439D-DD97-4AF3-81AF-A3C89FA119D4}" srcOrd="0" destOrd="0" presId="urn:microsoft.com/office/officeart/2008/layout/PictureAccentList"/>
    <dgm:cxn modelId="{95B87F20-128E-439C-BA84-2C5FA4CE6E66}" type="presParOf" srcId="{D2D8DBFF-0F88-4B51-9B7F-D506BB1E600C}" destId="{A6AB8507-F1ED-4615-8612-83685BBED448}" srcOrd="1" destOrd="0" presId="urn:microsoft.com/office/officeart/2008/layout/PictureAccentList"/>
    <dgm:cxn modelId="{FF01ACEA-A46C-42B3-83FE-E1C61B0315EE}" type="presParOf" srcId="{B5E2BECF-3B49-4C1C-B3FE-1DD08699B424}" destId="{EB980DFE-903C-4E00-9F2B-A66162A7A334}" srcOrd="4" destOrd="0" presId="urn:microsoft.com/office/officeart/2008/layout/PictureAccentList"/>
    <dgm:cxn modelId="{5976A766-0424-47DA-A04D-20A181E0DFA2}" type="presParOf" srcId="{EB980DFE-903C-4E00-9F2B-A66162A7A334}" destId="{E050190B-98CC-46A6-BF44-5A0777207822}" srcOrd="0" destOrd="0" presId="urn:microsoft.com/office/officeart/2008/layout/PictureAccentList"/>
    <dgm:cxn modelId="{544A86E7-5AB8-4035-94A9-467060C94EB1}" type="presParOf" srcId="{EB980DFE-903C-4E00-9F2B-A66162A7A334}" destId="{8F9F6772-553F-4464-971E-4D6EC3811E40}" srcOrd="1" destOrd="0" presId="urn:microsoft.com/office/officeart/2008/layout/PictureAccentList"/>
    <dgm:cxn modelId="{28E7F425-5932-4B09-8EDB-613DEAB51ACB}" type="presParOf" srcId="{2FE9878E-8CAD-4AB7-89C5-CAE9529326B4}" destId="{DE0C2747-4C6D-4726-94D5-277EBEAEE0BA}" srcOrd="1" destOrd="0" presId="urn:microsoft.com/office/officeart/2008/layout/PictureAccentList"/>
    <dgm:cxn modelId="{2D73CA29-5095-49DC-A1AD-1A3D40A1B614}" type="presParOf" srcId="{DE0C2747-4C6D-4726-94D5-277EBEAEE0BA}" destId="{3139C078-D01C-4E38-9829-DAF6FBC7B06B}" srcOrd="0" destOrd="0" presId="urn:microsoft.com/office/officeart/2008/layout/PictureAccentList"/>
    <dgm:cxn modelId="{A784AD86-149B-4C36-82B5-AF6B99E0D36B}" type="presParOf" srcId="{3139C078-D01C-4E38-9829-DAF6FBC7B06B}" destId="{A724DE05-5801-48B6-B620-AD479B725240}" srcOrd="0" destOrd="0" presId="urn:microsoft.com/office/officeart/2008/layout/PictureAccentList"/>
    <dgm:cxn modelId="{49F4AC2A-BF42-4647-BAF7-D9D340239A70}" type="presParOf" srcId="{DE0C2747-4C6D-4726-94D5-277EBEAEE0BA}" destId="{5711A8AF-7FEE-45AC-BC7F-423D9F2B05E2}" srcOrd="1" destOrd="0" presId="urn:microsoft.com/office/officeart/2008/layout/PictureAccentList"/>
    <dgm:cxn modelId="{14E15D3D-40F1-4C7A-9E0D-9F01F5CE151E}" type="presParOf" srcId="{5711A8AF-7FEE-45AC-BC7F-423D9F2B05E2}" destId="{F6299DF4-01F2-45FB-830B-843E2DB91664}" srcOrd="0" destOrd="0" presId="urn:microsoft.com/office/officeart/2008/layout/PictureAccentList"/>
    <dgm:cxn modelId="{EC79BA45-D466-4C19-A754-867DA59A6F33}" type="presParOf" srcId="{F6299DF4-01F2-45FB-830B-843E2DB91664}" destId="{497DCF19-8D53-422B-922F-049BEE4D63EB}" srcOrd="0" destOrd="0" presId="urn:microsoft.com/office/officeart/2008/layout/PictureAccentList"/>
    <dgm:cxn modelId="{5F50FE83-AB4D-4816-8DAD-9782AAA4617D}" type="presParOf" srcId="{F6299DF4-01F2-45FB-830B-843E2DB91664}" destId="{03F550E2-AF53-4F0D-97D6-0CB4FB98BD14}" srcOrd="1" destOrd="0" presId="urn:microsoft.com/office/officeart/2008/layout/PictureAccentList"/>
    <dgm:cxn modelId="{1D9AB58E-4E9E-433E-B73B-88F52D0A7A17}" type="presParOf" srcId="{5711A8AF-7FEE-45AC-BC7F-423D9F2B05E2}" destId="{849CB70B-3AEA-4887-B796-7846A06D2D46}" srcOrd="1" destOrd="0" presId="urn:microsoft.com/office/officeart/2008/layout/PictureAccentList"/>
    <dgm:cxn modelId="{03DA50E1-A836-4279-86FF-89798A434AF7}" type="presParOf" srcId="{849CB70B-3AEA-4887-B796-7846A06D2D46}" destId="{A913864A-4C21-4370-8497-A818BD170A8C}" srcOrd="0" destOrd="0" presId="urn:microsoft.com/office/officeart/2008/layout/PictureAccentList"/>
    <dgm:cxn modelId="{D1E09C8A-C269-4DB0-9328-8F2E66943731}" type="presParOf" srcId="{849CB70B-3AEA-4887-B796-7846A06D2D46}" destId="{C93C715B-3942-405E-9B40-48EE24955C90}" srcOrd="1" destOrd="0" presId="urn:microsoft.com/office/officeart/2008/layout/PictureAccentList"/>
    <dgm:cxn modelId="{4E7ECC4F-BAE0-494F-9409-63810E297DCD}" type="presParOf" srcId="{5711A8AF-7FEE-45AC-BC7F-423D9F2B05E2}" destId="{A907EC29-A9BF-4C5E-AC10-E5175552A615}" srcOrd="2" destOrd="0" presId="urn:microsoft.com/office/officeart/2008/layout/PictureAccentList"/>
    <dgm:cxn modelId="{DA101FAB-B960-4510-9B2A-C0C9429C50BE}" type="presParOf" srcId="{A907EC29-A9BF-4C5E-AC10-E5175552A615}" destId="{5FBD51F4-9665-4409-BB24-104F93CC76F4}" srcOrd="0" destOrd="0" presId="urn:microsoft.com/office/officeart/2008/layout/PictureAccentList"/>
    <dgm:cxn modelId="{A5CCCEB6-2120-485A-B997-CAA4919C525F}" type="presParOf" srcId="{A907EC29-A9BF-4C5E-AC10-E5175552A615}" destId="{A130DA05-85B9-4111-AE25-F10BEDD17D53}" srcOrd="1" destOrd="0" presId="urn:microsoft.com/office/officeart/2008/layout/PictureAccentList"/>
    <dgm:cxn modelId="{6D18C541-B4E5-4A74-B150-8B4CAC085BE7}" type="presParOf" srcId="{5711A8AF-7FEE-45AC-BC7F-423D9F2B05E2}" destId="{96789FD7-2A79-4D2F-849A-973A80B346E1}" srcOrd="3" destOrd="0" presId="urn:microsoft.com/office/officeart/2008/layout/PictureAccentList"/>
    <dgm:cxn modelId="{84EBBA6A-AD83-48C7-990C-3D040CA8913B}" type="presParOf" srcId="{96789FD7-2A79-4D2F-849A-973A80B346E1}" destId="{CFAB9D68-0FFD-4703-8B03-C95501F159AE}" srcOrd="0" destOrd="0" presId="urn:microsoft.com/office/officeart/2008/layout/PictureAccentList"/>
    <dgm:cxn modelId="{87030B0D-B847-4F97-AC86-BCB17A09F575}" type="presParOf" srcId="{96789FD7-2A79-4D2F-849A-973A80B346E1}" destId="{4CC93FDD-C574-4EE8-B98A-6203A9F1C55C}" srcOrd="1" destOrd="0" presId="urn:microsoft.com/office/officeart/2008/layout/PictureAccentList"/>
    <dgm:cxn modelId="{FBE7E623-8564-4C93-8BBF-B0981F17068C}" type="presParOf" srcId="{5711A8AF-7FEE-45AC-BC7F-423D9F2B05E2}" destId="{EF521CCC-450A-4AB4-8FEC-1C738C732350}" srcOrd="4" destOrd="0" presId="urn:microsoft.com/office/officeart/2008/layout/PictureAccentList"/>
    <dgm:cxn modelId="{3DA328CC-32F4-4D44-B01D-591B97CDF530}" type="presParOf" srcId="{EF521CCC-450A-4AB4-8FEC-1C738C732350}" destId="{50A16B23-398D-42A3-A812-C0B022B6E6FF}" srcOrd="0" destOrd="0" presId="urn:microsoft.com/office/officeart/2008/layout/PictureAccentList"/>
    <dgm:cxn modelId="{D17AEE2C-5333-4917-8EF5-AB5B7A4B1A84}" type="presParOf" srcId="{EF521CCC-450A-4AB4-8FEC-1C738C732350}" destId="{CE4BC17D-3F94-4113-A212-9BF8D6AA416C}" srcOrd="1" destOrd="0" presId="urn:microsoft.com/office/officeart/2008/layout/PictureAccentList"/>
    <dgm:cxn modelId="{8CE412E0-2592-4374-A4BC-C42C1E01F616}" type="presParOf" srcId="{5711A8AF-7FEE-45AC-BC7F-423D9F2B05E2}" destId="{3BF34300-69B6-400C-A248-AECE1F7BB955}" srcOrd="5" destOrd="0" presId="urn:microsoft.com/office/officeart/2008/layout/PictureAccentList"/>
    <dgm:cxn modelId="{47A7D002-669E-4AD7-AE07-426313F89EBD}" type="presParOf" srcId="{3BF34300-69B6-400C-A248-AECE1F7BB955}" destId="{FFC86059-D624-40FC-9764-7169490CE198}" srcOrd="0" destOrd="0" presId="urn:microsoft.com/office/officeart/2008/layout/PictureAccentList"/>
    <dgm:cxn modelId="{672FDB3A-C179-4167-AF02-066B77E99950}" type="presParOf" srcId="{3BF34300-69B6-400C-A248-AECE1F7BB955}" destId="{D355510D-29A6-4A95-A7C6-259A149A787E}" srcOrd="1" destOrd="0" presId="urn:microsoft.com/office/officeart/2008/layout/PictureAccentList"/>
    <dgm:cxn modelId="{9BCD137E-6AE0-4707-AD9C-394D89BAADF8}" type="presParOf" srcId="{5711A8AF-7FEE-45AC-BC7F-423D9F2B05E2}" destId="{96341ECF-DE80-47AD-9DE4-56084ED700E2}" srcOrd="6" destOrd="0" presId="urn:microsoft.com/office/officeart/2008/layout/PictureAccentList"/>
    <dgm:cxn modelId="{0B3FA3B4-A29C-4CF6-8BCA-8833BB4C27C7}" type="presParOf" srcId="{96341ECF-DE80-47AD-9DE4-56084ED700E2}" destId="{D504AA15-27E5-41D8-8629-A6ECB151CDB0}" srcOrd="0" destOrd="0" presId="urn:microsoft.com/office/officeart/2008/layout/PictureAccentList"/>
    <dgm:cxn modelId="{FE459742-7B8C-4F80-BAC1-580F2D79B9AD}" type="presParOf" srcId="{96341ECF-DE80-47AD-9DE4-56084ED700E2}" destId="{90042E1F-45D6-4DE1-BD0B-45E38C20E5C9}" srcOrd="1" destOrd="0" presId="urn:microsoft.com/office/officeart/2008/layout/PictureAccentList"/>
    <dgm:cxn modelId="{40CFDEAA-CAD3-4223-8144-A83F1173A078}" type="presParOf" srcId="{2FE9878E-8CAD-4AB7-89C5-CAE9529326B4}" destId="{5AF9AABC-D353-48D7-9E45-08643319AD10}" srcOrd="2" destOrd="0" presId="urn:microsoft.com/office/officeart/2008/layout/PictureAccentList"/>
    <dgm:cxn modelId="{9943EE98-E2F3-41A6-840C-4B16A31F8200}" type="presParOf" srcId="{5AF9AABC-D353-48D7-9E45-08643319AD10}" destId="{FC8FD02C-327F-447B-97E9-E7115835C1C5}" srcOrd="0" destOrd="0" presId="urn:microsoft.com/office/officeart/2008/layout/PictureAccentList"/>
    <dgm:cxn modelId="{EE7A7271-74D7-43F9-8EA7-B27DE9ECBE79}" type="presParOf" srcId="{FC8FD02C-327F-447B-97E9-E7115835C1C5}" destId="{4D3154D6-B60F-4022-9AFC-B9D0CC58C21F}" srcOrd="0" destOrd="0" presId="urn:microsoft.com/office/officeart/2008/layout/PictureAccentList"/>
    <dgm:cxn modelId="{64D4A692-F6A8-4BC8-9D51-CDF827754DA5}" type="presParOf" srcId="{5AF9AABC-D353-48D7-9E45-08643319AD10}" destId="{122E4907-328A-460C-8691-1E043BEA7461}" srcOrd="1" destOrd="0" presId="urn:microsoft.com/office/officeart/2008/layout/PictureAccentList"/>
    <dgm:cxn modelId="{4AB6C665-966B-4B2B-BE1B-6A8F9A9B590A}" type="presParOf" srcId="{122E4907-328A-460C-8691-1E043BEA7461}" destId="{DD2D93A5-F865-4BB8-A4FB-DD55A81B67D7}" srcOrd="0" destOrd="0" presId="urn:microsoft.com/office/officeart/2008/layout/PictureAccentList"/>
    <dgm:cxn modelId="{78CE78FB-110C-48B3-A140-340253DBA401}" type="presParOf" srcId="{DD2D93A5-F865-4BB8-A4FB-DD55A81B67D7}" destId="{B9B055B9-C3CD-48B7-B982-D475ACFCD0E7}" srcOrd="0" destOrd="0" presId="urn:microsoft.com/office/officeart/2008/layout/PictureAccentList"/>
    <dgm:cxn modelId="{382C2A7D-525C-41DC-A5B7-20E50F37BEF4}" type="presParOf" srcId="{DD2D93A5-F865-4BB8-A4FB-DD55A81B67D7}" destId="{70DF5B22-9739-4875-8F2A-14FA0D289BE9}" srcOrd="1" destOrd="0" presId="urn:microsoft.com/office/officeart/2008/layout/PictureAccentList"/>
    <dgm:cxn modelId="{4BA2C480-A54B-46E6-A47D-14DA57773A31}" type="presParOf" srcId="{122E4907-328A-460C-8691-1E043BEA7461}" destId="{342E0E7B-0EBB-4CBF-9565-45BC6CB0BA48}" srcOrd="1" destOrd="0" presId="urn:microsoft.com/office/officeart/2008/layout/PictureAccentList"/>
    <dgm:cxn modelId="{1D9FA002-6DA0-4EBD-B7D7-B923B8519624}" type="presParOf" srcId="{342E0E7B-0EBB-4CBF-9565-45BC6CB0BA48}" destId="{5D5442EE-7BC0-45BF-BF5D-9AE81721EA0F}" srcOrd="0" destOrd="0" presId="urn:microsoft.com/office/officeart/2008/layout/PictureAccentList"/>
    <dgm:cxn modelId="{A8BB57B2-F49F-4945-8DE0-39E1C4787C08}" type="presParOf" srcId="{342E0E7B-0EBB-4CBF-9565-45BC6CB0BA48}" destId="{FA6FB898-050E-4138-B88D-B75B5CEB2255}" srcOrd="1" destOrd="0" presId="urn:microsoft.com/office/officeart/2008/layout/PictureAccentList"/>
    <dgm:cxn modelId="{1F380E5C-BF96-425E-89B1-304C5DE56341}" type="presParOf" srcId="{122E4907-328A-460C-8691-1E043BEA7461}" destId="{CDDFDCEA-EA74-40B7-9868-D8EAB8D60DD7}" srcOrd="2" destOrd="0" presId="urn:microsoft.com/office/officeart/2008/layout/PictureAccentList"/>
    <dgm:cxn modelId="{3104240A-1320-4AE5-8898-8781E5C04EB4}" type="presParOf" srcId="{CDDFDCEA-EA74-40B7-9868-D8EAB8D60DD7}" destId="{88D5AF92-C238-42D8-8770-67DBBF923132}" srcOrd="0" destOrd="0" presId="urn:microsoft.com/office/officeart/2008/layout/PictureAccentList"/>
    <dgm:cxn modelId="{E6E8134D-3ED3-40F4-8295-F21EDB30CF29}" type="presParOf" srcId="{CDDFDCEA-EA74-40B7-9868-D8EAB8D60DD7}" destId="{1AF425D0-DE52-4B8D-AC4F-9BE04CC87064}" srcOrd="1" destOrd="0" presId="urn:microsoft.com/office/officeart/2008/layout/PictureAccentList"/>
    <dgm:cxn modelId="{DB163AAB-A9A1-4201-9023-D3178BBBDB7C}" type="presParOf" srcId="{122E4907-328A-460C-8691-1E043BEA7461}" destId="{D5A2801D-5768-4E7A-BB04-96225913265D}" srcOrd="3" destOrd="0" presId="urn:microsoft.com/office/officeart/2008/layout/PictureAccentList"/>
    <dgm:cxn modelId="{81684137-D76C-4F86-A57C-51B9F4416C0B}" type="presParOf" srcId="{D5A2801D-5768-4E7A-BB04-96225913265D}" destId="{9C39108E-435B-4162-8581-48791C073AA9}" srcOrd="0" destOrd="0" presId="urn:microsoft.com/office/officeart/2008/layout/PictureAccentList"/>
    <dgm:cxn modelId="{B586E960-6880-4298-9726-48A9D89E3A3B}" type="presParOf" srcId="{D5A2801D-5768-4E7A-BB04-96225913265D}" destId="{BF4CC417-1186-4230-AD5B-6D91D113EF0C}" srcOrd="1" destOrd="0" presId="urn:microsoft.com/office/officeart/2008/layout/PictureAccentList"/>
    <dgm:cxn modelId="{64ACD2D8-7B6A-4B9E-9BC9-C4FEA5873A83}" type="presParOf" srcId="{122E4907-328A-460C-8691-1E043BEA7461}" destId="{CA67950C-6F0F-444C-AB60-7578C338503A}" srcOrd="4" destOrd="0" presId="urn:microsoft.com/office/officeart/2008/layout/PictureAccentList"/>
    <dgm:cxn modelId="{75108826-A99E-4E86-A017-0D9EC9CD234C}" type="presParOf" srcId="{CA67950C-6F0F-444C-AB60-7578C338503A}" destId="{3B215195-5F87-4FEF-BD94-13AA26E875F2}" srcOrd="0" destOrd="0" presId="urn:microsoft.com/office/officeart/2008/layout/PictureAccentList"/>
    <dgm:cxn modelId="{ED9B689B-E119-406A-9511-67A564C79D47}" type="presParOf" srcId="{CA67950C-6F0F-444C-AB60-7578C338503A}" destId="{0DB3C14E-245F-4F4B-A0DE-399F2F631D0F}" srcOrd="1" destOrd="0" presId="urn:microsoft.com/office/officeart/2008/layout/PictureAccentList"/>
    <dgm:cxn modelId="{BCFCF1A8-927F-434D-A29D-A33E502BF71B}" type="presParOf" srcId="{122E4907-328A-460C-8691-1E043BEA7461}" destId="{E36936B9-EB40-4FFB-AA2F-92BAD93DA57A}" srcOrd="5" destOrd="0" presId="urn:microsoft.com/office/officeart/2008/layout/PictureAccentList"/>
    <dgm:cxn modelId="{8C564568-89AE-4A46-8D70-C1E1BBEF7E3B}" type="presParOf" srcId="{E36936B9-EB40-4FFB-AA2F-92BAD93DA57A}" destId="{E100C3B7-2558-4803-9D91-8B820ED963D1}" srcOrd="0" destOrd="0" presId="urn:microsoft.com/office/officeart/2008/layout/PictureAccentList"/>
    <dgm:cxn modelId="{7ADBFC1B-994D-4522-873C-62346BB2C700}" type="presParOf" srcId="{E36936B9-EB40-4FFB-AA2F-92BAD93DA57A}" destId="{457638FC-A3FB-4A3D-88A3-C0CDD0967E72}" srcOrd="1" destOrd="0" presId="urn:microsoft.com/office/officeart/2008/layout/PictureAccentList"/>
    <dgm:cxn modelId="{4043170D-DE87-4456-AE82-FD371DAF6B32}" type="presParOf" srcId="{122E4907-328A-460C-8691-1E043BEA7461}" destId="{58923C34-47A6-42CE-B8BF-D4EB3D5C10AD}" srcOrd="6" destOrd="0" presId="urn:microsoft.com/office/officeart/2008/layout/PictureAccentList"/>
    <dgm:cxn modelId="{442A1B71-BCFA-47DC-B1EF-8D2FE1A72B9F}" type="presParOf" srcId="{58923C34-47A6-42CE-B8BF-D4EB3D5C10AD}" destId="{A34491CD-89CF-497C-82D5-2DD271105377}" srcOrd="0" destOrd="0" presId="urn:microsoft.com/office/officeart/2008/layout/PictureAccentList"/>
    <dgm:cxn modelId="{17C38539-3630-4A84-8E3A-0BE81DCDCCEB}" type="presParOf" srcId="{58923C34-47A6-42CE-B8BF-D4EB3D5C10AD}" destId="{448DA641-69E2-4809-A5D5-A91757C8D4FA}" srcOrd="1" destOrd="0" presId="urn:microsoft.com/office/officeart/2008/layout/PictureAccentList"/>
    <dgm:cxn modelId="{8D4379FA-D3D6-4C54-9F1A-C73CF45EFECE}" type="presParOf" srcId="{122E4907-328A-460C-8691-1E043BEA7461}" destId="{610581AC-44C8-42AF-ABDD-AF56C61A0A20}" srcOrd="7" destOrd="0" presId="urn:microsoft.com/office/officeart/2008/layout/PictureAccentList"/>
    <dgm:cxn modelId="{9E46678F-B1E6-440C-BFB7-BB8E690B79F9}" type="presParOf" srcId="{610581AC-44C8-42AF-ABDD-AF56C61A0A20}" destId="{3F4B38C7-0136-419B-B716-232B61B33FCB}" srcOrd="0" destOrd="0" presId="urn:microsoft.com/office/officeart/2008/layout/PictureAccentList"/>
    <dgm:cxn modelId="{5C292808-D0FA-43FD-8495-3ACE57B6F5AB}" type="presParOf" srcId="{610581AC-44C8-42AF-ABDD-AF56C61A0A20}" destId="{3D2A943A-717C-4943-BB94-BA88234539BB}" srcOrd="1" destOrd="0" presId="urn:microsoft.com/office/officeart/2008/layout/PictureAccentList"/>
    <dgm:cxn modelId="{3D9A6DD1-5C71-4DCF-B4BE-CF0C1C3E054C}" type="presParOf" srcId="{122E4907-328A-460C-8691-1E043BEA7461}" destId="{141930BC-2FB1-44E0-B21E-0378B677A75E}" srcOrd="8" destOrd="0" presId="urn:microsoft.com/office/officeart/2008/layout/PictureAccentList"/>
    <dgm:cxn modelId="{945925A4-BDA6-4228-B857-BACF98D545FC}" type="presParOf" srcId="{141930BC-2FB1-44E0-B21E-0378B677A75E}" destId="{A6ABA017-0D10-44C5-BCEE-CD0DF141B535}" srcOrd="0" destOrd="0" presId="urn:microsoft.com/office/officeart/2008/layout/PictureAccentList"/>
    <dgm:cxn modelId="{F2D24863-3271-47F9-95B5-BB0176256D39}" type="presParOf" srcId="{141930BC-2FB1-44E0-B21E-0378B677A75E}" destId="{54FE1128-ED55-446C-BE19-3C8A7A92491F}" srcOrd="1" destOrd="0" presId="urn:microsoft.com/office/officeart/2008/layout/PictureAccentList"/>
    <dgm:cxn modelId="{0650F511-A6F0-4135-AF39-6824800B9649}" type="presParOf" srcId="{122E4907-328A-460C-8691-1E043BEA7461}" destId="{BD357CA2-B460-4713-96EC-BC9C6BB90150}" srcOrd="9" destOrd="0" presId="urn:microsoft.com/office/officeart/2008/layout/PictureAccentList"/>
    <dgm:cxn modelId="{A6F0D8AF-1DA7-4ABE-BC31-1B93EB88F8DF}" type="presParOf" srcId="{BD357CA2-B460-4713-96EC-BC9C6BB90150}" destId="{6AD8CABF-9F91-442C-87AD-408B65C5EF05}" srcOrd="0" destOrd="0" presId="urn:microsoft.com/office/officeart/2008/layout/PictureAccentList"/>
    <dgm:cxn modelId="{1B514158-862A-46AB-91E9-4D1FC378EAF7}" type="presParOf" srcId="{BD357CA2-B460-4713-96EC-BC9C6BB90150}" destId="{376DA73C-3FD8-486A-9E82-DB3EEDBC6509}" srcOrd="1" destOrd="0" presId="urn:microsoft.com/office/officeart/2008/layout/PictureAccentList"/>
    <dgm:cxn modelId="{C57623FD-2F3E-4851-BC91-4C183D482337}" type="presParOf" srcId="{122E4907-328A-460C-8691-1E043BEA7461}" destId="{8F9B82AB-35AD-418C-B4FA-98DD2645CE60}" srcOrd="10" destOrd="0" presId="urn:microsoft.com/office/officeart/2008/layout/PictureAccentList"/>
    <dgm:cxn modelId="{D4DCA9BA-F3F7-4622-8C41-0184A74EFB16}" type="presParOf" srcId="{8F9B82AB-35AD-418C-B4FA-98DD2645CE60}" destId="{D01E2590-24C4-4460-B40B-73221582E909}" srcOrd="0" destOrd="0" presId="urn:microsoft.com/office/officeart/2008/layout/PictureAccentList"/>
    <dgm:cxn modelId="{897BFAA6-412C-4A84-8DA9-D06157B70620}" type="presParOf" srcId="{8F9B82AB-35AD-418C-B4FA-98DD2645CE60}" destId="{A9AE038C-6B1B-4DF3-9D08-E54B336EF153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E420EE-F08D-4793-8622-0BB8BC4CC279}" type="doc">
      <dgm:prSet loTypeId="urn:microsoft.com/office/officeart/2005/8/layout/vList2" loCatId="list" qsTypeId="urn:microsoft.com/office/officeart/2005/8/quickstyle/simple1#2" qsCatId="simple" csTypeId="urn:microsoft.com/office/officeart/2005/8/colors/accent2_2#1" csCatId="accent2"/>
      <dgm:spPr/>
      <dgm:t>
        <a:bodyPr/>
        <a:lstStyle/>
        <a:p>
          <a:endParaRPr lang="en-US"/>
        </a:p>
      </dgm:t>
    </dgm:pt>
    <dgm:pt modelId="{C0A3D3A5-2424-4D8C-9BD1-3131C459247B}">
      <dgm:prSet/>
      <dgm:spPr/>
      <dgm:t>
        <a:bodyPr/>
        <a:lstStyle/>
        <a:p>
          <a:r>
            <a:rPr lang="en-US"/>
            <a:t>A Behavioral pattern</a:t>
          </a:r>
        </a:p>
      </dgm:t>
    </dgm:pt>
    <dgm:pt modelId="{92B602AC-5485-4ACB-98D1-1FD395948EC7}" type="parTrans" cxnId="{F707264B-1621-4858-8FF8-93EC53EE4278}">
      <dgm:prSet/>
      <dgm:spPr/>
      <dgm:t>
        <a:bodyPr/>
        <a:lstStyle/>
        <a:p>
          <a:endParaRPr lang="en-US"/>
        </a:p>
      </dgm:t>
    </dgm:pt>
    <dgm:pt modelId="{3AEC41D6-F66C-4C98-94EA-91197C3F9160}" type="sibTrans" cxnId="{F707264B-1621-4858-8FF8-93EC53EE4278}">
      <dgm:prSet/>
      <dgm:spPr/>
      <dgm:t>
        <a:bodyPr/>
        <a:lstStyle/>
        <a:p>
          <a:endParaRPr lang="en-US"/>
        </a:p>
      </dgm:t>
    </dgm:pt>
    <dgm:pt modelId="{5BEE8660-A9AA-493B-9313-5768F9BFBDB5}">
      <dgm:prSet/>
      <dgm:spPr/>
      <dgm:t>
        <a:bodyPr/>
        <a:lstStyle/>
        <a:p>
          <a:r>
            <a:rPr lang="en-US"/>
            <a:t>Avoid coupling the sender of a request to its receiver by giving more than one object to handle request. </a:t>
          </a:r>
        </a:p>
      </dgm:t>
    </dgm:pt>
    <dgm:pt modelId="{8027DE61-9E1D-4D89-8D64-3028CF7F8DE4}" type="parTrans" cxnId="{8511F9AC-9F80-47CA-B208-505E5D6862F2}">
      <dgm:prSet/>
      <dgm:spPr/>
      <dgm:t>
        <a:bodyPr/>
        <a:lstStyle/>
        <a:p>
          <a:endParaRPr lang="en-US"/>
        </a:p>
      </dgm:t>
    </dgm:pt>
    <dgm:pt modelId="{F7117272-0CFF-4607-9F67-0E0E12ADD058}" type="sibTrans" cxnId="{8511F9AC-9F80-47CA-B208-505E5D6862F2}">
      <dgm:prSet/>
      <dgm:spPr/>
      <dgm:t>
        <a:bodyPr/>
        <a:lstStyle/>
        <a:p>
          <a:endParaRPr lang="en-US"/>
        </a:p>
      </dgm:t>
    </dgm:pt>
    <dgm:pt modelId="{3AB3A2AC-EF40-4B7B-8608-17451619DCF6}">
      <dgm:prSet/>
      <dgm:spPr/>
      <dgm:t>
        <a:bodyPr/>
        <a:lstStyle/>
        <a:p>
          <a:r>
            <a:rPr lang="en-US"/>
            <a:t>Chain the receiving objects and pass the request along the chain until an object handles it. </a:t>
          </a:r>
        </a:p>
      </dgm:t>
    </dgm:pt>
    <dgm:pt modelId="{BB6209A5-1327-4729-80CB-195DC5BAEFC7}" type="parTrans" cxnId="{A3B289F0-2D30-457C-A528-30D80C894265}">
      <dgm:prSet/>
      <dgm:spPr/>
      <dgm:t>
        <a:bodyPr/>
        <a:lstStyle/>
        <a:p>
          <a:endParaRPr lang="en-US"/>
        </a:p>
      </dgm:t>
    </dgm:pt>
    <dgm:pt modelId="{870DF51D-9564-492B-A59E-DE4A3B8A5618}" type="sibTrans" cxnId="{A3B289F0-2D30-457C-A528-30D80C894265}">
      <dgm:prSet/>
      <dgm:spPr/>
      <dgm:t>
        <a:bodyPr/>
        <a:lstStyle/>
        <a:p>
          <a:endParaRPr lang="en-US"/>
        </a:p>
      </dgm:t>
    </dgm:pt>
    <dgm:pt modelId="{07C5709F-BBCE-4C8F-953C-606703962EBD}">
      <dgm:prSet/>
      <dgm:spPr/>
      <dgm:t>
        <a:bodyPr/>
        <a:lstStyle/>
        <a:p>
          <a:r>
            <a:rPr lang="en-US"/>
            <a:t>Ex: Consulting a doctor. </a:t>
          </a:r>
        </a:p>
      </dgm:t>
    </dgm:pt>
    <dgm:pt modelId="{F959D06D-A07E-41EB-A4FD-F04E0107DB8C}" type="parTrans" cxnId="{D09DCF4C-736D-43F5-BF5D-BB1468710173}">
      <dgm:prSet/>
      <dgm:spPr/>
      <dgm:t>
        <a:bodyPr/>
        <a:lstStyle/>
        <a:p>
          <a:endParaRPr lang="en-US"/>
        </a:p>
      </dgm:t>
    </dgm:pt>
    <dgm:pt modelId="{5FB23EFF-34B2-4CFA-9B72-AF7B338433AD}" type="sibTrans" cxnId="{D09DCF4C-736D-43F5-BF5D-BB1468710173}">
      <dgm:prSet/>
      <dgm:spPr/>
      <dgm:t>
        <a:bodyPr/>
        <a:lstStyle/>
        <a:p>
          <a:endParaRPr lang="en-US"/>
        </a:p>
      </dgm:t>
    </dgm:pt>
    <dgm:pt modelId="{6FE7066C-6F0E-4C6D-B451-C5574263511F}">
      <dgm:prSet/>
      <dgm:spPr/>
      <dgm:t>
        <a:bodyPr/>
        <a:lstStyle/>
        <a:p>
          <a:r>
            <a:rPr lang="en-US"/>
            <a:t>The processing chain may end in either of these two scenarios:</a:t>
          </a:r>
        </a:p>
      </dgm:t>
    </dgm:pt>
    <dgm:pt modelId="{4078C68E-DC55-4ED2-B224-2B99518B3ED2}" type="parTrans" cxnId="{416D3060-CE8E-48B4-B555-7FC7B719B6FD}">
      <dgm:prSet/>
      <dgm:spPr/>
      <dgm:t>
        <a:bodyPr/>
        <a:lstStyle/>
        <a:p>
          <a:endParaRPr lang="en-US"/>
        </a:p>
      </dgm:t>
    </dgm:pt>
    <dgm:pt modelId="{DC5F460E-1D22-4484-BFC4-F04D4A28A26D}" type="sibTrans" cxnId="{416D3060-CE8E-48B4-B555-7FC7B719B6FD}">
      <dgm:prSet/>
      <dgm:spPr/>
      <dgm:t>
        <a:bodyPr/>
        <a:lstStyle/>
        <a:p>
          <a:endParaRPr lang="en-US"/>
        </a:p>
      </dgm:t>
    </dgm:pt>
    <dgm:pt modelId="{FE9557A1-13F7-4CFA-8514-48EE3AF1321B}">
      <dgm:prSet/>
      <dgm:spPr/>
      <dgm:t>
        <a:bodyPr/>
        <a:lstStyle/>
        <a:p>
          <a:r>
            <a:rPr lang="en-US"/>
            <a:t>A handler can process the request completely.</a:t>
          </a:r>
        </a:p>
      </dgm:t>
    </dgm:pt>
    <dgm:pt modelId="{B63B04F6-3A92-4D53-B564-7FA59C9B0E61}" type="parTrans" cxnId="{3FBE1891-D7FE-4012-A4BF-D6D89208F2A2}">
      <dgm:prSet/>
      <dgm:spPr/>
      <dgm:t>
        <a:bodyPr/>
        <a:lstStyle/>
        <a:p>
          <a:endParaRPr lang="en-US"/>
        </a:p>
      </dgm:t>
    </dgm:pt>
    <dgm:pt modelId="{572D8544-955A-4495-990E-5AAB331A92D5}" type="sibTrans" cxnId="{3FBE1891-D7FE-4012-A4BF-D6D89208F2A2}">
      <dgm:prSet/>
      <dgm:spPr/>
      <dgm:t>
        <a:bodyPr/>
        <a:lstStyle/>
        <a:p>
          <a:endParaRPr lang="en-US"/>
        </a:p>
      </dgm:t>
    </dgm:pt>
    <dgm:pt modelId="{4D9BD8BF-56D1-4482-A4FF-0D8A4F895460}">
      <dgm:prSet/>
      <dgm:spPr/>
      <dgm:t>
        <a:bodyPr/>
        <a:lstStyle/>
        <a:p>
          <a:r>
            <a:rPr lang="en-US"/>
            <a:t>You have reached the end of the chain.</a:t>
          </a:r>
        </a:p>
      </dgm:t>
    </dgm:pt>
    <dgm:pt modelId="{DB3BBA13-87DE-46A8-8BB5-213DC41B9F4A}" type="parTrans" cxnId="{62243238-579E-4D90-B6F9-07D5A9463CEE}">
      <dgm:prSet/>
      <dgm:spPr/>
      <dgm:t>
        <a:bodyPr/>
        <a:lstStyle/>
        <a:p>
          <a:endParaRPr lang="en-US"/>
        </a:p>
      </dgm:t>
    </dgm:pt>
    <dgm:pt modelId="{7D0A17AE-5CBE-439D-B122-6AC5B096FF6D}" type="sibTrans" cxnId="{62243238-579E-4D90-B6F9-07D5A9463CEE}">
      <dgm:prSet/>
      <dgm:spPr/>
      <dgm:t>
        <a:bodyPr/>
        <a:lstStyle/>
        <a:p>
          <a:endParaRPr lang="en-US"/>
        </a:p>
      </dgm:t>
    </dgm:pt>
    <dgm:pt modelId="{1423C5F9-AD23-46E2-AAA5-E1613CE37CDE}" type="pres">
      <dgm:prSet presAssocID="{32E420EE-F08D-4793-8622-0BB8BC4CC279}" presName="linear" presStyleCnt="0">
        <dgm:presLayoutVars>
          <dgm:animLvl val="lvl"/>
          <dgm:resizeHandles val="exact"/>
        </dgm:presLayoutVars>
      </dgm:prSet>
      <dgm:spPr/>
    </dgm:pt>
    <dgm:pt modelId="{6304CB46-9B19-4AFB-864A-97A58481D030}" type="pres">
      <dgm:prSet presAssocID="{C0A3D3A5-2424-4D8C-9BD1-3131C459247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C0C96D4-84F0-4890-A8D9-B5CE17EE5692}" type="pres">
      <dgm:prSet presAssocID="{3AEC41D6-F66C-4C98-94EA-91197C3F9160}" presName="spacer" presStyleCnt="0"/>
      <dgm:spPr/>
    </dgm:pt>
    <dgm:pt modelId="{E6FBC83F-DB23-4E4F-8699-7BE53C5F0F2A}" type="pres">
      <dgm:prSet presAssocID="{5BEE8660-A9AA-493B-9313-5768F9BFBDB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01AC84A-C4A3-4189-928D-FCCFA270722D}" type="pres">
      <dgm:prSet presAssocID="{F7117272-0CFF-4607-9F67-0E0E12ADD058}" presName="spacer" presStyleCnt="0"/>
      <dgm:spPr/>
    </dgm:pt>
    <dgm:pt modelId="{E0599617-4013-47B1-8274-5ACD57CA4BC0}" type="pres">
      <dgm:prSet presAssocID="{3AB3A2AC-EF40-4B7B-8608-17451619DCF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0BA0861-3B95-4548-8CAF-997C3CF590A8}" type="pres">
      <dgm:prSet presAssocID="{3AB3A2AC-EF40-4B7B-8608-17451619DCF6}" presName="childText" presStyleLbl="revTx" presStyleIdx="0" presStyleCnt="2">
        <dgm:presLayoutVars>
          <dgm:bulletEnabled val="1"/>
        </dgm:presLayoutVars>
      </dgm:prSet>
      <dgm:spPr/>
    </dgm:pt>
    <dgm:pt modelId="{7EA44426-9E9F-4194-B0C8-4F2572FAA83A}" type="pres">
      <dgm:prSet presAssocID="{6FE7066C-6F0E-4C6D-B451-C5574263511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777C44C-1A00-4C5A-867A-C0371311E747}" type="pres">
      <dgm:prSet presAssocID="{6FE7066C-6F0E-4C6D-B451-C5574263511F}" presName="childText" presStyleLbl="revTx" presStyleIdx="1" presStyleCnt="2" custLinFactNeighborY="7396">
        <dgm:presLayoutVars>
          <dgm:bulletEnabled val="1"/>
        </dgm:presLayoutVars>
      </dgm:prSet>
      <dgm:spPr/>
    </dgm:pt>
  </dgm:ptLst>
  <dgm:cxnLst>
    <dgm:cxn modelId="{C86BA105-1380-420A-AE50-FD0711AF812D}" type="presOf" srcId="{32E420EE-F08D-4793-8622-0BB8BC4CC279}" destId="{1423C5F9-AD23-46E2-AAA5-E1613CE37CDE}" srcOrd="0" destOrd="0" presId="urn:microsoft.com/office/officeart/2005/8/layout/vList2"/>
    <dgm:cxn modelId="{F21AC50F-3FEC-4A7E-B6DE-EC4FD4B30B49}" type="presOf" srcId="{3AB3A2AC-EF40-4B7B-8608-17451619DCF6}" destId="{E0599617-4013-47B1-8274-5ACD57CA4BC0}" srcOrd="0" destOrd="0" presId="urn:microsoft.com/office/officeart/2005/8/layout/vList2"/>
    <dgm:cxn modelId="{C57A2B15-6922-4699-8998-15096B1D49B9}" type="presOf" srcId="{5BEE8660-A9AA-493B-9313-5768F9BFBDB5}" destId="{E6FBC83F-DB23-4E4F-8699-7BE53C5F0F2A}" srcOrd="0" destOrd="0" presId="urn:microsoft.com/office/officeart/2005/8/layout/vList2"/>
    <dgm:cxn modelId="{62243238-579E-4D90-B6F9-07D5A9463CEE}" srcId="{6FE7066C-6F0E-4C6D-B451-C5574263511F}" destId="{4D9BD8BF-56D1-4482-A4FF-0D8A4F895460}" srcOrd="1" destOrd="0" parTransId="{DB3BBA13-87DE-46A8-8BB5-213DC41B9F4A}" sibTransId="{7D0A17AE-5CBE-439D-B122-6AC5B096FF6D}"/>
    <dgm:cxn modelId="{416D3060-CE8E-48B4-B555-7FC7B719B6FD}" srcId="{32E420EE-F08D-4793-8622-0BB8BC4CC279}" destId="{6FE7066C-6F0E-4C6D-B451-C5574263511F}" srcOrd="3" destOrd="0" parTransId="{4078C68E-DC55-4ED2-B224-2B99518B3ED2}" sibTransId="{DC5F460E-1D22-4484-BFC4-F04D4A28A26D}"/>
    <dgm:cxn modelId="{A3FF2164-DC80-4DDD-BFBD-26BC5DD34333}" type="presOf" srcId="{4D9BD8BF-56D1-4482-A4FF-0D8A4F895460}" destId="{9777C44C-1A00-4C5A-867A-C0371311E747}" srcOrd="0" destOrd="1" presId="urn:microsoft.com/office/officeart/2005/8/layout/vList2"/>
    <dgm:cxn modelId="{F707264B-1621-4858-8FF8-93EC53EE4278}" srcId="{32E420EE-F08D-4793-8622-0BB8BC4CC279}" destId="{C0A3D3A5-2424-4D8C-9BD1-3131C459247B}" srcOrd="0" destOrd="0" parTransId="{92B602AC-5485-4ACB-98D1-1FD395948EC7}" sibTransId="{3AEC41D6-F66C-4C98-94EA-91197C3F9160}"/>
    <dgm:cxn modelId="{D09DCF4C-736D-43F5-BF5D-BB1468710173}" srcId="{3AB3A2AC-EF40-4B7B-8608-17451619DCF6}" destId="{07C5709F-BBCE-4C8F-953C-606703962EBD}" srcOrd="0" destOrd="0" parTransId="{F959D06D-A07E-41EB-A4FD-F04E0107DB8C}" sibTransId="{5FB23EFF-34B2-4CFA-9B72-AF7B338433AD}"/>
    <dgm:cxn modelId="{3FBE1891-D7FE-4012-A4BF-D6D89208F2A2}" srcId="{6FE7066C-6F0E-4C6D-B451-C5574263511F}" destId="{FE9557A1-13F7-4CFA-8514-48EE3AF1321B}" srcOrd="0" destOrd="0" parTransId="{B63B04F6-3A92-4D53-B564-7FA59C9B0E61}" sibTransId="{572D8544-955A-4495-990E-5AAB331A92D5}"/>
    <dgm:cxn modelId="{8511F9AC-9F80-47CA-B208-505E5D6862F2}" srcId="{32E420EE-F08D-4793-8622-0BB8BC4CC279}" destId="{5BEE8660-A9AA-493B-9313-5768F9BFBDB5}" srcOrd="1" destOrd="0" parTransId="{8027DE61-9E1D-4D89-8D64-3028CF7F8DE4}" sibTransId="{F7117272-0CFF-4607-9F67-0E0E12ADD058}"/>
    <dgm:cxn modelId="{197DFAC5-C942-4476-A734-663BE03A2987}" type="presOf" srcId="{6FE7066C-6F0E-4C6D-B451-C5574263511F}" destId="{7EA44426-9E9F-4194-B0C8-4F2572FAA83A}" srcOrd="0" destOrd="0" presId="urn:microsoft.com/office/officeart/2005/8/layout/vList2"/>
    <dgm:cxn modelId="{050342C8-64AE-4337-B191-D50504BB91B6}" type="presOf" srcId="{FE9557A1-13F7-4CFA-8514-48EE3AF1321B}" destId="{9777C44C-1A00-4C5A-867A-C0371311E747}" srcOrd="0" destOrd="0" presId="urn:microsoft.com/office/officeart/2005/8/layout/vList2"/>
    <dgm:cxn modelId="{A3B289F0-2D30-457C-A528-30D80C894265}" srcId="{32E420EE-F08D-4793-8622-0BB8BC4CC279}" destId="{3AB3A2AC-EF40-4B7B-8608-17451619DCF6}" srcOrd="2" destOrd="0" parTransId="{BB6209A5-1327-4729-80CB-195DC5BAEFC7}" sibTransId="{870DF51D-9564-492B-A59E-DE4A3B8A5618}"/>
    <dgm:cxn modelId="{F68D90F8-1953-4FAB-A390-770441F2AC8B}" type="presOf" srcId="{07C5709F-BBCE-4C8F-953C-606703962EBD}" destId="{E0BA0861-3B95-4548-8CAF-997C3CF590A8}" srcOrd="0" destOrd="0" presId="urn:microsoft.com/office/officeart/2005/8/layout/vList2"/>
    <dgm:cxn modelId="{3E3309FC-2998-471F-ABC7-994DCC661A5A}" type="presOf" srcId="{C0A3D3A5-2424-4D8C-9BD1-3131C459247B}" destId="{6304CB46-9B19-4AFB-864A-97A58481D030}" srcOrd="0" destOrd="0" presId="urn:microsoft.com/office/officeart/2005/8/layout/vList2"/>
    <dgm:cxn modelId="{D54BFD87-B1CC-4A87-A272-AE772AF4E0BD}" type="presParOf" srcId="{1423C5F9-AD23-46E2-AAA5-E1613CE37CDE}" destId="{6304CB46-9B19-4AFB-864A-97A58481D030}" srcOrd="0" destOrd="0" presId="urn:microsoft.com/office/officeart/2005/8/layout/vList2"/>
    <dgm:cxn modelId="{9CF24A9E-9B54-433F-B88A-7C10E532766B}" type="presParOf" srcId="{1423C5F9-AD23-46E2-AAA5-E1613CE37CDE}" destId="{9C0C96D4-84F0-4890-A8D9-B5CE17EE5692}" srcOrd="1" destOrd="0" presId="urn:microsoft.com/office/officeart/2005/8/layout/vList2"/>
    <dgm:cxn modelId="{E4B817F4-F334-40E0-83FC-11311E2C758E}" type="presParOf" srcId="{1423C5F9-AD23-46E2-AAA5-E1613CE37CDE}" destId="{E6FBC83F-DB23-4E4F-8699-7BE53C5F0F2A}" srcOrd="2" destOrd="0" presId="urn:microsoft.com/office/officeart/2005/8/layout/vList2"/>
    <dgm:cxn modelId="{D231604C-47E5-4C6A-B209-A75B1DB88700}" type="presParOf" srcId="{1423C5F9-AD23-46E2-AAA5-E1613CE37CDE}" destId="{301AC84A-C4A3-4189-928D-FCCFA270722D}" srcOrd="3" destOrd="0" presId="urn:microsoft.com/office/officeart/2005/8/layout/vList2"/>
    <dgm:cxn modelId="{C6B89F19-128E-4018-AA69-A81BE5CFD823}" type="presParOf" srcId="{1423C5F9-AD23-46E2-AAA5-E1613CE37CDE}" destId="{E0599617-4013-47B1-8274-5ACD57CA4BC0}" srcOrd="4" destOrd="0" presId="urn:microsoft.com/office/officeart/2005/8/layout/vList2"/>
    <dgm:cxn modelId="{9DBC7B46-78DB-47F5-B0AB-78B21FE03F15}" type="presParOf" srcId="{1423C5F9-AD23-46E2-AAA5-E1613CE37CDE}" destId="{E0BA0861-3B95-4548-8CAF-997C3CF590A8}" srcOrd="5" destOrd="0" presId="urn:microsoft.com/office/officeart/2005/8/layout/vList2"/>
    <dgm:cxn modelId="{A428C705-B251-459B-A3D5-3F08B219A544}" type="presParOf" srcId="{1423C5F9-AD23-46E2-AAA5-E1613CE37CDE}" destId="{7EA44426-9E9F-4194-B0C8-4F2572FAA83A}" srcOrd="6" destOrd="0" presId="urn:microsoft.com/office/officeart/2005/8/layout/vList2"/>
    <dgm:cxn modelId="{CA274073-3EBE-40C9-B682-B896EA187448}" type="presParOf" srcId="{1423C5F9-AD23-46E2-AAA5-E1613CE37CDE}" destId="{9777C44C-1A00-4C5A-867A-C0371311E747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F64D631-B26E-4E3A-9FF9-AEBF41395242}" type="doc">
      <dgm:prSet loTypeId="urn:microsoft.com/office/officeart/2018/5/layout/IconCircleLabelList" loCatId="icon" qsTypeId="urn:microsoft.com/office/officeart/2005/8/quickstyle/simple1#3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2A137655-6B87-4C9F-9F99-30F541394630}">
      <dgm:prSet/>
      <dgm:spPr/>
      <dgm:t>
        <a:bodyPr/>
        <a:lstStyle/>
        <a:p>
          <a:pPr>
            <a:defRPr cap="all"/>
          </a:pPr>
          <a:r>
            <a:rPr lang="en-US" b="0" i="0"/>
            <a:t>Performance</a:t>
          </a:r>
          <a:endParaRPr lang="en-US"/>
        </a:p>
      </dgm:t>
    </dgm:pt>
    <dgm:pt modelId="{86097871-4847-4C92-B1C6-4CAB8CEF23F4}" type="parTrans" cxnId="{487336B8-EFA1-4D87-97E2-399A2E0A286B}">
      <dgm:prSet/>
      <dgm:spPr/>
      <dgm:t>
        <a:bodyPr/>
        <a:lstStyle/>
        <a:p>
          <a:endParaRPr lang="en-US"/>
        </a:p>
      </dgm:t>
    </dgm:pt>
    <dgm:pt modelId="{66E3DDCA-EC70-4DCB-84AB-D734D5567BF7}" type="sibTrans" cxnId="{487336B8-EFA1-4D87-97E2-399A2E0A286B}">
      <dgm:prSet/>
      <dgm:spPr/>
      <dgm:t>
        <a:bodyPr/>
        <a:lstStyle/>
        <a:p>
          <a:endParaRPr lang="en-US"/>
        </a:p>
      </dgm:t>
    </dgm:pt>
    <dgm:pt modelId="{8C113E34-589E-4707-8964-2413AE56DC12}">
      <dgm:prSet/>
      <dgm:spPr/>
      <dgm:t>
        <a:bodyPr/>
        <a:lstStyle/>
        <a:p>
          <a:pPr>
            <a:defRPr cap="all"/>
          </a:pPr>
          <a:r>
            <a:rPr lang="en-US" b="0" i="0"/>
            <a:t>Accuracy</a:t>
          </a:r>
          <a:endParaRPr lang="en-US"/>
        </a:p>
      </dgm:t>
    </dgm:pt>
    <dgm:pt modelId="{A68BE558-EBE8-48FD-8E0D-4F0AF6D8A23C}" type="parTrans" cxnId="{6AB775A7-8DD0-4A8F-827A-AEA47D3BB7DE}">
      <dgm:prSet/>
      <dgm:spPr/>
      <dgm:t>
        <a:bodyPr/>
        <a:lstStyle/>
        <a:p>
          <a:endParaRPr lang="en-US"/>
        </a:p>
      </dgm:t>
    </dgm:pt>
    <dgm:pt modelId="{99D51D3E-4B66-4C2F-94D5-89104517FC53}" type="sibTrans" cxnId="{6AB775A7-8DD0-4A8F-827A-AEA47D3BB7DE}">
      <dgm:prSet/>
      <dgm:spPr/>
      <dgm:t>
        <a:bodyPr/>
        <a:lstStyle/>
        <a:p>
          <a:endParaRPr lang="en-US"/>
        </a:p>
      </dgm:t>
    </dgm:pt>
    <dgm:pt modelId="{BB07170E-F677-410E-833E-5303FEACC17B}">
      <dgm:prSet/>
      <dgm:spPr/>
      <dgm:t>
        <a:bodyPr/>
        <a:lstStyle/>
        <a:p>
          <a:pPr>
            <a:defRPr cap="all"/>
          </a:pPr>
          <a:r>
            <a:rPr lang="en-US" b="0" i="0"/>
            <a:t>Less complex</a:t>
          </a:r>
          <a:endParaRPr lang="en-US"/>
        </a:p>
      </dgm:t>
    </dgm:pt>
    <dgm:pt modelId="{3FA321A8-48FF-4F03-A606-132CC2984369}" type="parTrans" cxnId="{3755C400-2BB5-4A40-A530-65B74BFF2BD2}">
      <dgm:prSet/>
      <dgm:spPr/>
      <dgm:t>
        <a:bodyPr/>
        <a:lstStyle/>
        <a:p>
          <a:endParaRPr lang="en-US"/>
        </a:p>
      </dgm:t>
    </dgm:pt>
    <dgm:pt modelId="{F5183A91-91BC-4A89-9462-F590C0E95BF3}" type="sibTrans" cxnId="{3755C400-2BB5-4A40-A530-65B74BFF2BD2}">
      <dgm:prSet/>
      <dgm:spPr/>
      <dgm:t>
        <a:bodyPr/>
        <a:lstStyle/>
        <a:p>
          <a:endParaRPr lang="en-US"/>
        </a:p>
      </dgm:t>
    </dgm:pt>
    <dgm:pt modelId="{3997DDD3-7599-44E9-B3EF-9474FB4A0A0C}" type="pres">
      <dgm:prSet presAssocID="{2F64D631-B26E-4E3A-9FF9-AEBF41395242}" presName="root" presStyleCnt="0">
        <dgm:presLayoutVars>
          <dgm:dir/>
          <dgm:resizeHandles val="exact"/>
        </dgm:presLayoutVars>
      </dgm:prSet>
      <dgm:spPr/>
    </dgm:pt>
    <dgm:pt modelId="{D9CB6C4E-CEB9-4371-977F-FCD3A6CD1613}" type="pres">
      <dgm:prSet presAssocID="{2A137655-6B87-4C9F-9F99-30F541394630}" presName="compNode" presStyleCnt="0"/>
      <dgm:spPr/>
    </dgm:pt>
    <dgm:pt modelId="{15A24012-4776-4A91-AE28-5DF690EAFE22}" type="pres">
      <dgm:prSet presAssocID="{2A137655-6B87-4C9F-9F99-30F541394630}" presName="iconBgRect" presStyleLbl="bgShp" presStyleIdx="0" presStyleCnt="3"/>
      <dgm:spPr/>
    </dgm:pt>
    <dgm:pt modelId="{DB754A3F-1D4C-4227-9128-62D0938D85BD}" type="pres">
      <dgm:prSet presAssocID="{2A137655-6B87-4C9F-9F99-30F54139463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E938020-A7C7-418C-94D8-B3DF7F189B10}" type="pres">
      <dgm:prSet presAssocID="{2A137655-6B87-4C9F-9F99-30F541394630}" presName="spaceRect" presStyleCnt="0"/>
      <dgm:spPr/>
    </dgm:pt>
    <dgm:pt modelId="{517EA49D-592B-4B12-A587-46D9C5017D3F}" type="pres">
      <dgm:prSet presAssocID="{2A137655-6B87-4C9F-9F99-30F541394630}" presName="textRect" presStyleLbl="revTx" presStyleIdx="0" presStyleCnt="3">
        <dgm:presLayoutVars>
          <dgm:chMax val="1"/>
          <dgm:chPref val="1"/>
        </dgm:presLayoutVars>
      </dgm:prSet>
      <dgm:spPr/>
    </dgm:pt>
    <dgm:pt modelId="{DCEF360C-ED9A-47BF-8FD3-966C1D91C2B8}" type="pres">
      <dgm:prSet presAssocID="{66E3DDCA-EC70-4DCB-84AB-D734D5567BF7}" presName="sibTrans" presStyleCnt="0"/>
      <dgm:spPr/>
    </dgm:pt>
    <dgm:pt modelId="{9B428DE4-926D-4CF9-8A01-DD0E299161F5}" type="pres">
      <dgm:prSet presAssocID="{8C113E34-589E-4707-8964-2413AE56DC12}" presName="compNode" presStyleCnt="0"/>
      <dgm:spPr/>
    </dgm:pt>
    <dgm:pt modelId="{359C1B6E-3D45-405A-9664-1C48D271C753}" type="pres">
      <dgm:prSet presAssocID="{8C113E34-589E-4707-8964-2413AE56DC12}" presName="iconBgRect" presStyleLbl="bgShp" presStyleIdx="1" presStyleCnt="3"/>
      <dgm:spPr/>
    </dgm:pt>
    <dgm:pt modelId="{BBE5056B-AE68-4E48-94BC-5A77597066A6}" type="pres">
      <dgm:prSet presAssocID="{8C113E34-589E-4707-8964-2413AE56DC1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E1523F9-E1FA-455D-8BE4-0159DCAA3F5C}" type="pres">
      <dgm:prSet presAssocID="{8C113E34-589E-4707-8964-2413AE56DC12}" presName="spaceRect" presStyleCnt="0"/>
      <dgm:spPr/>
    </dgm:pt>
    <dgm:pt modelId="{457D05F3-6644-493C-8EC5-44ABFA245B73}" type="pres">
      <dgm:prSet presAssocID="{8C113E34-589E-4707-8964-2413AE56DC12}" presName="textRect" presStyleLbl="revTx" presStyleIdx="1" presStyleCnt="3">
        <dgm:presLayoutVars>
          <dgm:chMax val="1"/>
          <dgm:chPref val="1"/>
        </dgm:presLayoutVars>
      </dgm:prSet>
      <dgm:spPr/>
    </dgm:pt>
    <dgm:pt modelId="{ECF54A5C-D4D4-4DC1-B953-79B8ACBD9F93}" type="pres">
      <dgm:prSet presAssocID="{99D51D3E-4B66-4C2F-94D5-89104517FC53}" presName="sibTrans" presStyleCnt="0"/>
      <dgm:spPr/>
    </dgm:pt>
    <dgm:pt modelId="{124F91F3-7FDF-454E-B5B5-D95A6DFC500B}" type="pres">
      <dgm:prSet presAssocID="{BB07170E-F677-410E-833E-5303FEACC17B}" presName="compNode" presStyleCnt="0"/>
      <dgm:spPr/>
    </dgm:pt>
    <dgm:pt modelId="{23C27326-3B25-498B-9379-B87E27699539}" type="pres">
      <dgm:prSet presAssocID="{BB07170E-F677-410E-833E-5303FEACC17B}" presName="iconBgRect" presStyleLbl="bgShp" presStyleIdx="2" presStyleCnt="3"/>
      <dgm:spPr/>
    </dgm:pt>
    <dgm:pt modelId="{FC45F7E5-0C38-400B-AD9E-C00450CA7A31}" type="pres">
      <dgm:prSet presAssocID="{BB07170E-F677-410E-833E-5303FEACC17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rotLeft"/>
        </a:ext>
      </dgm:extLst>
    </dgm:pt>
    <dgm:pt modelId="{45F2F86D-2AE4-436D-A396-C6005738661D}" type="pres">
      <dgm:prSet presAssocID="{BB07170E-F677-410E-833E-5303FEACC17B}" presName="spaceRect" presStyleCnt="0"/>
      <dgm:spPr/>
    </dgm:pt>
    <dgm:pt modelId="{7DCF27E7-4EF6-4147-93E7-8107AE09249C}" type="pres">
      <dgm:prSet presAssocID="{BB07170E-F677-410E-833E-5303FEACC17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755C400-2BB5-4A40-A530-65B74BFF2BD2}" srcId="{2F64D631-B26E-4E3A-9FF9-AEBF41395242}" destId="{BB07170E-F677-410E-833E-5303FEACC17B}" srcOrd="2" destOrd="0" parTransId="{3FA321A8-48FF-4F03-A606-132CC2984369}" sibTransId="{F5183A91-91BC-4A89-9462-F590C0E95BF3}"/>
    <dgm:cxn modelId="{92606857-829F-4407-BBD1-317AE7591367}" type="presOf" srcId="{2A137655-6B87-4C9F-9F99-30F541394630}" destId="{517EA49D-592B-4B12-A587-46D9C5017D3F}" srcOrd="0" destOrd="0" presId="urn:microsoft.com/office/officeart/2018/5/layout/IconCircleLabelList"/>
    <dgm:cxn modelId="{6AB775A7-8DD0-4A8F-827A-AEA47D3BB7DE}" srcId="{2F64D631-B26E-4E3A-9FF9-AEBF41395242}" destId="{8C113E34-589E-4707-8964-2413AE56DC12}" srcOrd="1" destOrd="0" parTransId="{A68BE558-EBE8-48FD-8E0D-4F0AF6D8A23C}" sibTransId="{99D51D3E-4B66-4C2F-94D5-89104517FC53}"/>
    <dgm:cxn modelId="{487336B8-EFA1-4D87-97E2-399A2E0A286B}" srcId="{2F64D631-B26E-4E3A-9FF9-AEBF41395242}" destId="{2A137655-6B87-4C9F-9F99-30F541394630}" srcOrd="0" destOrd="0" parTransId="{86097871-4847-4C92-B1C6-4CAB8CEF23F4}" sibTransId="{66E3DDCA-EC70-4DCB-84AB-D734D5567BF7}"/>
    <dgm:cxn modelId="{7F69C7CB-2ACC-40B0-8F2C-32D5EF04EF07}" type="presOf" srcId="{BB07170E-F677-410E-833E-5303FEACC17B}" destId="{7DCF27E7-4EF6-4147-93E7-8107AE09249C}" srcOrd="0" destOrd="0" presId="urn:microsoft.com/office/officeart/2018/5/layout/IconCircleLabelList"/>
    <dgm:cxn modelId="{5C6F4FE7-36EE-4A3A-B892-3484A7C1679D}" type="presOf" srcId="{8C113E34-589E-4707-8964-2413AE56DC12}" destId="{457D05F3-6644-493C-8EC5-44ABFA245B73}" srcOrd="0" destOrd="0" presId="urn:microsoft.com/office/officeart/2018/5/layout/IconCircleLabelList"/>
    <dgm:cxn modelId="{AFB3EEF0-C7F2-42D4-94DF-DB291E9FE66F}" type="presOf" srcId="{2F64D631-B26E-4E3A-9FF9-AEBF41395242}" destId="{3997DDD3-7599-44E9-B3EF-9474FB4A0A0C}" srcOrd="0" destOrd="0" presId="urn:microsoft.com/office/officeart/2018/5/layout/IconCircleLabelList"/>
    <dgm:cxn modelId="{08A5234A-F9C4-4B5B-9710-A55510A26737}" type="presParOf" srcId="{3997DDD3-7599-44E9-B3EF-9474FB4A0A0C}" destId="{D9CB6C4E-CEB9-4371-977F-FCD3A6CD1613}" srcOrd="0" destOrd="0" presId="urn:microsoft.com/office/officeart/2018/5/layout/IconCircleLabelList"/>
    <dgm:cxn modelId="{5F2E1214-1A5E-4408-BB70-527E9F92F0D3}" type="presParOf" srcId="{D9CB6C4E-CEB9-4371-977F-FCD3A6CD1613}" destId="{15A24012-4776-4A91-AE28-5DF690EAFE22}" srcOrd="0" destOrd="0" presId="urn:microsoft.com/office/officeart/2018/5/layout/IconCircleLabelList"/>
    <dgm:cxn modelId="{9DF20ACE-A01F-4EF4-9071-E895C6F8C2D9}" type="presParOf" srcId="{D9CB6C4E-CEB9-4371-977F-FCD3A6CD1613}" destId="{DB754A3F-1D4C-4227-9128-62D0938D85BD}" srcOrd="1" destOrd="0" presId="urn:microsoft.com/office/officeart/2018/5/layout/IconCircleLabelList"/>
    <dgm:cxn modelId="{9A9C8AD4-46F8-4359-84F2-B150ECB6D3D7}" type="presParOf" srcId="{D9CB6C4E-CEB9-4371-977F-FCD3A6CD1613}" destId="{0E938020-A7C7-418C-94D8-B3DF7F189B10}" srcOrd="2" destOrd="0" presId="urn:microsoft.com/office/officeart/2018/5/layout/IconCircleLabelList"/>
    <dgm:cxn modelId="{1CEFB8CD-11D8-41F8-855F-76676B9F2A69}" type="presParOf" srcId="{D9CB6C4E-CEB9-4371-977F-FCD3A6CD1613}" destId="{517EA49D-592B-4B12-A587-46D9C5017D3F}" srcOrd="3" destOrd="0" presId="urn:microsoft.com/office/officeart/2018/5/layout/IconCircleLabelList"/>
    <dgm:cxn modelId="{E6529B8F-058F-4F38-9A0E-E4225C450B51}" type="presParOf" srcId="{3997DDD3-7599-44E9-B3EF-9474FB4A0A0C}" destId="{DCEF360C-ED9A-47BF-8FD3-966C1D91C2B8}" srcOrd="1" destOrd="0" presId="urn:microsoft.com/office/officeart/2018/5/layout/IconCircleLabelList"/>
    <dgm:cxn modelId="{72561FE0-2AD8-476F-8486-AB53685EFEEB}" type="presParOf" srcId="{3997DDD3-7599-44E9-B3EF-9474FB4A0A0C}" destId="{9B428DE4-926D-4CF9-8A01-DD0E299161F5}" srcOrd="2" destOrd="0" presId="urn:microsoft.com/office/officeart/2018/5/layout/IconCircleLabelList"/>
    <dgm:cxn modelId="{09D596C2-F289-4FFE-8C3C-607B09FB97F4}" type="presParOf" srcId="{9B428DE4-926D-4CF9-8A01-DD0E299161F5}" destId="{359C1B6E-3D45-405A-9664-1C48D271C753}" srcOrd="0" destOrd="0" presId="urn:microsoft.com/office/officeart/2018/5/layout/IconCircleLabelList"/>
    <dgm:cxn modelId="{BCA6780F-6003-4931-9962-F8A415080D0B}" type="presParOf" srcId="{9B428DE4-926D-4CF9-8A01-DD0E299161F5}" destId="{BBE5056B-AE68-4E48-94BC-5A77597066A6}" srcOrd="1" destOrd="0" presId="urn:microsoft.com/office/officeart/2018/5/layout/IconCircleLabelList"/>
    <dgm:cxn modelId="{045EF086-852C-4CDD-987B-2B25416CAB56}" type="presParOf" srcId="{9B428DE4-926D-4CF9-8A01-DD0E299161F5}" destId="{5E1523F9-E1FA-455D-8BE4-0159DCAA3F5C}" srcOrd="2" destOrd="0" presId="urn:microsoft.com/office/officeart/2018/5/layout/IconCircleLabelList"/>
    <dgm:cxn modelId="{C1950111-97FE-4961-B2B5-95426FB491A8}" type="presParOf" srcId="{9B428DE4-926D-4CF9-8A01-DD0E299161F5}" destId="{457D05F3-6644-493C-8EC5-44ABFA245B73}" srcOrd="3" destOrd="0" presId="urn:microsoft.com/office/officeart/2018/5/layout/IconCircleLabelList"/>
    <dgm:cxn modelId="{92654162-1B33-42EA-AE15-ECAA99DAC0E6}" type="presParOf" srcId="{3997DDD3-7599-44E9-B3EF-9474FB4A0A0C}" destId="{ECF54A5C-D4D4-4DC1-B953-79B8ACBD9F93}" srcOrd="3" destOrd="0" presId="urn:microsoft.com/office/officeart/2018/5/layout/IconCircleLabelList"/>
    <dgm:cxn modelId="{EBCF6E0D-4D09-40D1-9371-5E6E3BB0C5CB}" type="presParOf" srcId="{3997DDD3-7599-44E9-B3EF-9474FB4A0A0C}" destId="{124F91F3-7FDF-454E-B5B5-D95A6DFC500B}" srcOrd="4" destOrd="0" presId="urn:microsoft.com/office/officeart/2018/5/layout/IconCircleLabelList"/>
    <dgm:cxn modelId="{71381D38-16DE-48BE-8988-30B90AAEAE9D}" type="presParOf" srcId="{124F91F3-7FDF-454E-B5B5-D95A6DFC500B}" destId="{23C27326-3B25-498B-9379-B87E27699539}" srcOrd="0" destOrd="0" presId="urn:microsoft.com/office/officeart/2018/5/layout/IconCircleLabelList"/>
    <dgm:cxn modelId="{727E5ADD-006A-4179-8339-F48970242446}" type="presParOf" srcId="{124F91F3-7FDF-454E-B5B5-D95A6DFC500B}" destId="{FC45F7E5-0C38-400B-AD9E-C00450CA7A31}" srcOrd="1" destOrd="0" presId="urn:microsoft.com/office/officeart/2018/5/layout/IconCircleLabelList"/>
    <dgm:cxn modelId="{D447AEBA-C2F0-40AD-8E5D-E3A7CC730DDB}" type="presParOf" srcId="{124F91F3-7FDF-454E-B5B5-D95A6DFC500B}" destId="{45F2F86D-2AE4-436D-A396-C6005738661D}" srcOrd="2" destOrd="0" presId="urn:microsoft.com/office/officeart/2018/5/layout/IconCircleLabelList"/>
    <dgm:cxn modelId="{AC69CB6B-97A6-4B72-8198-73CFABCC3EE6}" type="presParOf" srcId="{124F91F3-7FDF-454E-B5B5-D95A6DFC500B}" destId="{7DCF27E7-4EF6-4147-93E7-8107AE09249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A8B4A28-2D59-4A63-BBFA-1A14795A5F6A}" type="doc">
      <dgm:prSet loTypeId="urn:microsoft.com/office/officeart/2018/2/layout/IconVerticalSolidList" loCatId="icon" qsTypeId="urn:microsoft.com/office/officeart/2005/8/quickstyle/simple1#4" qsCatId="simple" csTypeId="urn:microsoft.com/office/officeart/2005/8/colors/accent2_2#2" csCatId="accent2" phldr="1"/>
      <dgm:spPr/>
      <dgm:t>
        <a:bodyPr/>
        <a:lstStyle/>
        <a:p>
          <a:endParaRPr lang="en-US"/>
        </a:p>
      </dgm:t>
    </dgm:pt>
    <dgm:pt modelId="{F8BACC19-636A-4C32-87EE-6531B9B91B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Email Spam detectors</a:t>
          </a:r>
        </a:p>
      </dgm:t>
    </dgm:pt>
    <dgm:pt modelId="{62AEB038-30B7-448C-B3CB-D21247924B6B}" type="parTrans" cxnId="{3BA02864-3E1C-4A78-874F-9E9E1C791BE1}">
      <dgm:prSet/>
      <dgm:spPr/>
      <dgm:t>
        <a:bodyPr/>
        <a:lstStyle/>
        <a:p>
          <a:endParaRPr lang="en-US"/>
        </a:p>
      </dgm:t>
    </dgm:pt>
    <dgm:pt modelId="{31DD68C5-545C-42E1-82CA-413DB2836EDD}" type="sibTrans" cxnId="{3BA02864-3E1C-4A78-874F-9E9E1C791BE1}">
      <dgm:prSet/>
      <dgm:spPr/>
      <dgm:t>
        <a:bodyPr/>
        <a:lstStyle/>
        <a:p>
          <a:endParaRPr lang="en-US"/>
        </a:p>
      </dgm:t>
    </dgm:pt>
    <dgm:pt modelId="{C2F27F8F-D60B-46A3-B455-8F0E453208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Medical Testing</a:t>
          </a:r>
        </a:p>
      </dgm:t>
    </dgm:pt>
    <dgm:pt modelId="{F3424BE6-6CB8-48EE-8400-28505798A9B2}" type="parTrans" cxnId="{258C97DD-16C9-4295-AAF0-AC52A36856AC}">
      <dgm:prSet/>
      <dgm:spPr/>
      <dgm:t>
        <a:bodyPr/>
        <a:lstStyle/>
        <a:p>
          <a:endParaRPr lang="en-US"/>
        </a:p>
      </dgm:t>
    </dgm:pt>
    <dgm:pt modelId="{D7148E8A-B5D0-4495-A7BA-BE5F7CBD2702}" type="sibTrans" cxnId="{258C97DD-16C9-4295-AAF0-AC52A36856AC}">
      <dgm:prSet/>
      <dgm:spPr/>
      <dgm:t>
        <a:bodyPr/>
        <a:lstStyle/>
        <a:p>
          <a:endParaRPr lang="en-US"/>
        </a:p>
      </dgm:t>
    </dgm:pt>
    <dgm:pt modelId="{3464022F-F5C9-48CC-BBC5-EE2396AC05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Troubleshooting</a:t>
          </a:r>
        </a:p>
      </dgm:t>
    </dgm:pt>
    <dgm:pt modelId="{C4070EDF-6E71-4C4C-B05C-B35997C4955A}" type="parTrans" cxnId="{78374742-396A-4019-9F63-E167401EE96D}">
      <dgm:prSet/>
      <dgm:spPr/>
      <dgm:t>
        <a:bodyPr/>
        <a:lstStyle/>
        <a:p>
          <a:endParaRPr lang="en-US"/>
        </a:p>
      </dgm:t>
    </dgm:pt>
    <dgm:pt modelId="{50D1E56D-3B15-474F-8C53-31ABA03EA58F}" type="sibTrans" cxnId="{78374742-396A-4019-9F63-E167401EE96D}">
      <dgm:prSet/>
      <dgm:spPr/>
      <dgm:t>
        <a:bodyPr/>
        <a:lstStyle/>
        <a:p>
          <a:endParaRPr lang="en-US"/>
        </a:p>
      </dgm:t>
    </dgm:pt>
    <dgm:pt modelId="{6E750B47-386C-412B-B1AB-212A186B2C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Classifier Systems</a:t>
          </a:r>
        </a:p>
      </dgm:t>
    </dgm:pt>
    <dgm:pt modelId="{24BD795B-2FB5-42C0-BEFA-767B7256FACA}" type="parTrans" cxnId="{05DD8A36-72AC-4199-A0A4-04E58139A7B8}">
      <dgm:prSet/>
      <dgm:spPr/>
      <dgm:t>
        <a:bodyPr/>
        <a:lstStyle/>
        <a:p>
          <a:endParaRPr lang="en-US"/>
        </a:p>
      </dgm:t>
    </dgm:pt>
    <dgm:pt modelId="{E1C03485-2F98-4A11-A1C4-0B65B03AD9F5}" type="sibTrans" cxnId="{05DD8A36-72AC-4199-A0A4-04E58139A7B8}">
      <dgm:prSet/>
      <dgm:spPr/>
      <dgm:t>
        <a:bodyPr/>
        <a:lstStyle/>
        <a:p>
          <a:endParaRPr lang="en-US"/>
        </a:p>
      </dgm:t>
    </dgm:pt>
    <dgm:pt modelId="{40FE238E-CB78-404D-AF04-B192C4FC20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Event Handling Frameworks</a:t>
          </a:r>
        </a:p>
      </dgm:t>
    </dgm:pt>
    <dgm:pt modelId="{3166D683-B876-4AB0-A3ED-224C5CF5A19F}" type="parTrans" cxnId="{1E984BD3-7635-4799-A8FA-0481F23044C1}">
      <dgm:prSet/>
      <dgm:spPr/>
      <dgm:t>
        <a:bodyPr/>
        <a:lstStyle/>
        <a:p>
          <a:endParaRPr lang="en-US"/>
        </a:p>
      </dgm:t>
    </dgm:pt>
    <dgm:pt modelId="{44F9F588-A8B2-48AD-83AA-02A3025DB592}" type="sibTrans" cxnId="{1E984BD3-7635-4799-A8FA-0481F23044C1}">
      <dgm:prSet/>
      <dgm:spPr/>
      <dgm:t>
        <a:bodyPr/>
        <a:lstStyle/>
        <a:p>
          <a:endParaRPr lang="en-US"/>
        </a:p>
      </dgm:t>
    </dgm:pt>
    <dgm:pt modelId="{AA6EDDA0-18FE-48B2-99E6-0EA0037C30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Security Systems</a:t>
          </a:r>
        </a:p>
      </dgm:t>
    </dgm:pt>
    <dgm:pt modelId="{372ABD68-E433-4A48-9E87-55BB87160B08}" type="parTrans" cxnId="{5AEA6BC1-411B-4B8A-B3A8-840ABA2B7AC7}">
      <dgm:prSet/>
      <dgm:spPr/>
      <dgm:t>
        <a:bodyPr/>
        <a:lstStyle/>
        <a:p>
          <a:endParaRPr lang="en-US"/>
        </a:p>
      </dgm:t>
    </dgm:pt>
    <dgm:pt modelId="{B280AA15-5294-4FD8-97F7-D4A7E747DE51}" type="sibTrans" cxnId="{5AEA6BC1-411B-4B8A-B3A8-840ABA2B7AC7}">
      <dgm:prSet/>
      <dgm:spPr/>
      <dgm:t>
        <a:bodyPr/>
        <a:lstStyle/>
        <a:p>
          <a:endParaRPr lang="en-US"/>
        </a:p>
      </dgm:t>
    </dgm:pt>
    <dgm:pt modelId="{80D0AD2B-121E-4A15-A91D-E5B0B58007C1}" type="pres">
      <dgm:prSet presAssocID="{6A8B4A28-2D59-4A63-BBFA-1A14795A5F6A}" presName="root" presStyleCnt="0">
        <dgm:presLayoutVars>
          <dgm:dir/>
          <dgm:resizeHandles val="exact"/>
        </dgm:presLayoutVars>
      </dgm:prSet>
      <dgm:spPr/>
    </dgm:pt>
    <dgm:pt modelId="{3710C2A0-F4C8-40D2-9897-FC0BE192209A}" type="pres">
      <dgm:prSet presAssocID="{F8BACC19-636A-4C32-87EE-6531B9B91BB7}" presName="compNode" presStyleCnt="0"/>
      <dgm:spPr/>
    </dgm:pt>
    <dgm:pt modelId="{7CC61887-242E-46F8-96F0-21C26944B9AD}" type="pres">
      <dgm:prSet presAssocID="{F8BACC19-636A-4C32-87EE-6531B9B91BB7}" presName="bgRect" presStyleLbl="bgShp" presStyleIdx="0" presStyleCnt="6"/>
      <dgm:spPr/>
    </dgm:pt>
    <dgm:pt modelId="{58A6B0D3-3DD4-44DB-8103-DB5520A39F7A}" type="pres">
      <dgm:prSet presAssocID="{F8BACC19-636A-4C32-87EE-6531B9B91BB7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952CC2EC-5630-4A3B-B3FE-F5DCF54BAC81}" type="pres">
      <dgm:prSet presAssocID="{F8BACC19-636A-4C32-87EE-6531B9B91BB7}" presName="spaceRect" presStyleCnt="0"/>
      <dgm:spPr/>
    </dgm:pt>
    <dgm:pt modelId="{375C1DCE-24AF-456E-9B9B-4FF7E8129AF8}" type="pres">
      <dgm:prSet presAssocID="{F8BACC19-636A-4C32-87EE-6531B9B91BB7}" presName="parTx" presStyleLbl="revTx" presStyleIdx="0" presStyleCnt="6">
        <dgm:presLayoutVars>
          <dgm:chMax val="0"/>
          <dgm:chPref val="0"/>
        </dgm:presLayoutVars>
      </dgm:prSet>
      <dgm:spPr/>
    </dgm:pt>
    <dgm:pt modelId="{F136AEC3-26AE-4C42-AB85-04B2BE006F20}" type="pres">
      <dgm:prSet presAssocID="{31DD68C5-545C-42E1-82CA-413DB2836EDD}" presName="sibTrans" presStyleCnt="0"/>
      <dgm:spPr/>
    </dgm:pt>
    <dgm:pt modelId="{27E5A41A-79BC-4825-ACDB-BAD2E9D19A01}" type="pres">
      <dgm:prSet presAssocID="{C2F27F8F-D60B-46A3-B455-8F0E45320856}" presName="compNode" presStyleCnt="0"/>
      <dgm:spPr/>
    </dgm:pt>
    <dgm:pt modelId="{A733FA6A-C254-4015-9DCA-31DEC2950B65}" type="pres">
      <dgm:prSet presAssocID="{C2F27F8F-D60B-46A3-B455-8F0E45320856}" presName="bgRect" presStyleLbl="bgShp" presStyleIdx="1" presStyleCnt="6"/>
      <dgm:spPr/>
    </dgm:pt>
    <dgm:pt modelId="{05F8DE03-22CF-433A-9EF2-8F6F9C4F651E}" type="pres">
      <dgm:prSet presAssocID="{C2F27F8F-D60B-46A3-B455-8F0E45320856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AEB7F475-1D93-4DCF-8BB4-DC6EEA31225A}" type="pres">
      <dgm:prSet presAssocID="{C2F27F8F-D60B-46A3-B455-8F0E45320856}" presName="spaceRect" presStyleCnt="0"/>
      <dgm:spPr/>
    </dgm:pt>
    <dgm:pt modelId="{D86E35E1-6B03-4B48-BE1C-35EC40F99552}" type="pres">
      <dgm:prSet presAssocID="{C2F27F8F-D60B-46A3-B455-8F0E45320856}" presName="parTx" presStyleLbl="revTx" presStyleIdx="1" presStyleCnt="6">
        <dgm:presLayoutVars>
          <dgm:chMax val="0"/>
          <dgm:chPref val="0"/>
        </dgm:presLayoutVars>
      </dgm:prSet>
      <dgm:spPr/>
    </dgm:pt>
    <dgm:pt modelId="{83F9A734-BB24-499C-8AB8-AFB0A468C67C}" type="pres">
      <dgm:prSet presAssocID="{D7148E8A-B5D0-4495-A7BA-BE5F7CBD2702}" presName="sibTrans" presStyleCnt="0"/>
      <dgm:spPr/>
    </dgm:pt>
    <dgm:pt modelId="{191963BC-E176-4061-A298-8241AFE55134}" type="pres">
      <dgm:prSet presAssocID="{3464022F-F5C9-48CC-BBC5-EE2396AC05CD}" presName="compNode" presStyleCnt="0"/>
      <dgm:spPr/>
    </dgm:pt>
    <dgm:pt modelId="{E84A37E9-013E-4193-A31B-9B31A0C66114}" type="pres">
      <dgm:prSet presAssocID="{3464022F-F5C9-48CC-BBC5-EE2396AC05CD}" presName="bgRect" presStyleLbl="bgShp" presStyleIdx="2" presStyleCnt="6"/>
      <dgm:spPr/>
    </dgm:pt>
    <dgm:pt modelId="{F60120C3-0706-4AD1-B829-127C0CD5CC65}" type="pres">
      <dgm:prSet presAssocID="{3464022F-F5C9-48CC-BBC5-EE2396AC05CD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9A7387FE-DF6F-4491-A568-DACF6F3B9E36}" type="pres">
      <dgm:prSet presAssocID="{3464022F-F5C9-48CC-BBC5-EE2396AC05CD}" presName="spaceRect" presStyleCnt="0"/>
      <dgm:spPr/>
    </dgm:pt>
    <dgm:pt modelId="{60665DF1-E924-451F-8C4B-49A22AD46C86}" type="pres">
      <dgm:prSet presAssocID="{3464022F-F5C9-48CC-BBC5-EE2396AC05CD}" presName="parTx" presStyleLbl="revTx" presStyleIdx="2" presStyleCnt="6">
        <dgm:presLayoutVars>
          <dgm:chMax val="0"/>
          <dgm:chPref val="0"/>
        </dgm:presLayoutVars>
      </dgm:prSet>
      <dgm:spPr/>
    </dgm:pt>
    <dgm:pt modelId="{A742E16B-4DB4-4AEA-9934-5322DA4DCFE0}" type="pres">
      <dgm:prSet presAssocID="{50D1E56D-3B15-474F-8C53-31ABA03EA58F}" presName="sibTrans" presStyleCnt="0"/>
      <dgm:spPr/>
    </dgm:pt>
    <dgm:pt modelId="{23619CA6-3011-4ED1-AFEC-12FF0A341B48}" type="pres">
      <dgm:prSet presAssocID="{6E750B47-386C-412B-B1AB-212A186B2CF2}" presName="compNode" presStyleCnt="0"/>
      <dgm:spPr/>
    </dgm:pt>
    <dgm:pt modelId="{47FB3034-D6E5-490C-8413-0395096C76EA}" type="pres">
      <dgm:prSet presAssocID="{6E750B47-386C-412B-B1AB-212A186B2CF2}" presName="bgRect" presStyleLbl="bgShp" presStyleIdx="3" presStyleCnt="6"/>
      <dgm:spPr/>
    </dgm:pt>
    <dgm:pt modelId="{191AF955-F9BE-422F-96D6-9B1A066BCA45}" type="pres">
      <dgm:prSet presAssocID="{6E750B47-386C-412B-B1AB-212A186B2CF2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02C6E866-29F6-4213-8B50-26C361E73DDD}" type="pres">
      <dgm:prSet presAssocID="{6E750B47-386C-412B-B1AB-212A186B2CF2}" presName="spaceRect" presStyleCnt="0"/>
      <dgm:spPr/>
    </dgm:pt>
    <dgm:pt modelId="{C39D43FB-24D1-4C9F-801D-A4014995E64F}" type="pres">
      <dgm:prSet presAssocID="{6E750B47-386C-412B-B1AB-212A186B2CF2}" presName="parTx" presStyleLbl="revTx" presStyleIdx="3" presStyleCnt="6">
        <dgm:presLayoutVars>
          <dgm:chMax val="0"/>
          <dgm:chPref val="0"/>
        </dgm:presLayoutVars>
      </dgm:prSet>
      <dgm:spPr/>
    </dgm:pt>
    <dgm:pt modelId="{7F3A9E4B-5033-4400-92B8-B87980592579}" type="pres">
      <dgm:prSet presAssocID="{E1C03485-2F98-4A11-A1C4-0B65B03AD9F5}" presName="sibTrans" presStyleCnt="0"/>
      <dgm:spPr/>
    </dgm:pt>
    <dgm:pt modelId="{974E5905-0437-4400-9A44-FC178BA6682C}" type="pres">
      <dgm:prSet presAssocID="{40FE238E-CB78-404D-AF04-B192C4FC2065}" presName="compNode" presStyleCnt="0"/>
      <dgm:spPr/>
    </dgm:pt>
    <dgm:pt modelId="{3C9CEC84-23EF-419C-BBC5-671CD75C0C1B}" type="pres">
      <dgm:prSet presAssocID="{40FE238E-CB78-404D-AF04-B192C4FC2065}" presName="bgRect" presStyleLbl="bgShp" presStyleIdx="4" presStyleCnt="6"/>
      <dgm:spPr/>
    </dgm:pt>
    <dgm:pt modelId="{99C339ED-AD44-4E1F-8466-D6F424D3B127}" type="pres">
      <dgm:prSet presAssocID="{40FE238E-CB78-404D-AF04-B192C4FC2065}" presName="iconRect" presStyleLbl="node1" presStyleIdx="4" presStyleCnt="6"/>
      <dgm:spPr>
        <a:blipFill>
          <a:blip xmlns:r="http://schemas.openxmlformats.org/officeDocument/2006/relationships" r:embed="rId5"/>
          <a:srcRect/>
          <a:stretch>
            <a:fillRect t="-19000" b="-19000"/>
          </a:stretch>
        </a:blipFill>
      </dgm:spPr>
    </dgm:pt>
    <dgm:pt modelId="{CD924400-FE48-40EF-8E9C-946E6675FECD}" type="pres">
      <dgm:prSet presAssocID="{40FE238E-CB78-404D-AF04-B192C4FC2065}" presName="spaceRect" presStyleCnt="0"/>
      <dgm:spPr/>
    </dgm:pt>
    <dgm:pt modelId="{F9465649-A282-48F9-8F2B-3C02A33A65F2}" type="pres">
      <dgm:prSet presAssocID="{40FE238E-CB78-404D-AF04-B192C4FC2065}" presName="parTx" presStyleLbl="revTx" presStyleIdx="4" presStyleCnt="6">
        <dgm:presLayoutVars>
          <dgm:chMax val="0"/>
          <dgm:chPref val="0"/>
        </dgm:presLayoutVars>
      </dgm:prSet>
      <dgm:spPr/>
    </dgm:pt>
    <dgm:pt modelId="{BA81A68F-88AC-4A30-B01A-D60FEF565258}" type="pres">
      <dgm:prSet presAssocID="{44F9F588-A8B2-48AD-83AA-02A3025DB592}" presName="sibTrans" presStyleCnt="0"/>
      <dgm:spPr/>
    </dgm:pt>
    <dgm:pt modelId="{8AA27E3E-3477-4987-BD01-9246D4BA6E2F}" type="pres">
      <dgm:prSet presAssocID="{AA6EDDA0-18FE-48B2-99E6-0EA0037C307B}" presName="compNode" presStyleCnt="0"/>
      <dgm:spPr/>
    </dgm:pt>
    <dgm:pt modelId="{ACC7CABF-6A19-4306-8380-91B49A86DDC3}" type="pres">
      <dgm:prSet presAssocID="{AA6EDDA0-18FE-48B2-99E6-0EA0037C307B}" presName="bgRect" presStyleLbl="bgShp" presStyleIdx="5" presStyleCnt="6"/>
      <dgm:spPr/>
    </dgm:pt>
    <dgm:pt modelId="{218DF26C-4265-43DA-9001-C43121FBAC43}" type="pres">
      <dgm:prSet presAssocID="{AA6EDDA0-18FE-48B2-99E6-0EA0037C307B}" presName="iconRect" presStyleLbl="node1" presStyleIdx="5" presStyleCnt="6"/>
      <dgm:spPr>
        <a:blipFill>
          <a:blip xmlns:r="http://schemas.openxmlformats.org/officeDocument/2006/relationships" r:embed="rId6"/>
          <a:srcRect/>
          <a:stretch>
            <a:fillRect l="-39000" r="-39000"/>
          </a:stretch>
        </a:blipFill>
      </dgm:spPr>
    </dgm:pt>
    <dgm:pt modelId="{39E01F96-2103-41F7-A544-05397C7D4257}" type="pres">
      <dgm:prSet presAssocID="{AA6EDDA0-18FE-48B2-99E6-0EA0037C307B}" presName="spaceRect" presStyleCnt="0"/>
      <dgm:spPr/>
    </dgm:pt>
    <dgm:pt modelId="{8BA07D80-0AE7-4FD9-9FB7-B1F675CC3228}" type="pres">
      <dgm:prSet presAssocID="{AA6EDDA0-18FE-48B2-99E6-0EA0037C307B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5DF7D809-67D8-4554-BA9B-6564A5DC17B6}" type="presOf" srcId="{AA6EDDA0-18FE-48B2-99E6-0EA0037C307B}" destId="{8BA07D80-0AE7-4FD9-9FB7-B1F675CC3228}" srcOrd="0" destOrd="0" presId="urn:microsoft.com/office/officeart/2018/2/layout/IconVerticalSolidList"/>
    <dgm:cxn modelId="{05DD8A36-72AC-4199-A0A4-04E58139A7B8}" srcId="{6A8B4A28-2D59-4A63-BBFA-1A14795A5F6A}" destId="{6E750B47-386C-412B-B1AB-212A186B2CF2}" srcOrd="3" destOrd="0" parTransId="{24BD795B-2FB5-42C0-BEFA-767B7256FACA}" sibTransId="{E1C03485-2F98-4A11-A1C4-0B65B03AD9F5}"/>
    <dgm:cxn modelId="{78374742-396A-4019-9F63-E167401EE96D}" srcId="{6A8B4A28-2D59-4A63-BBFA-1A14795A5F6A}" destId="{3464022F-F5C9-48CC-BBC5-EE2396AC05CD}" srcOrd="2" destOrd="0" parTransId="{C4070EDF-6E71-4C4C-B05C-B35997C4955A}" sibTransId="{50D1E56D-3B15-474F-8C53-31ABA03EA58F}"/>
    <dgm:cxn modelId="{3BA02864-3E1C-4A78-874F-9E9E1C791BE1}" srcId="{6A8B4A28-2D59-4A63-BBFA-1A14795A5F6A}" destId="{F8BACC19-636A-4C32-87EE-6531B9B91BB7}" srcOrd="0" destOrd="0" parTransId="{62AEB038-30B7-448C-B3CB-D21247924B6B}" sibTransId="{31DD68C5-545C-42E1-82CA-413DB2836EDD}"/>
    <dgm:cxn modelId="{6D849B7D-E225-4637-909E-331B2EA64871}" type="presOf" srcId="{F8BACC19-636A-4C32-87EE-6531B9B91BB7}" destId="{375C1DCE-24AF-456E-9B9B-4FF7E8129AF8}" srcOrd="0" destOrd="0" presId="urn:microsoft.com/office/officeart/2018/2/layout/IconVerticalSolidList"/>
    <dgm:cxn modelId="{73376394-AC26-4139-9DAC-0DA1765DFCAE}" type="presOf" srcId="{40FE238E-CB78-404D-AF04-B192C4FC2065}" destId="{F9465649-A282-48F9-8F2B-3C02A33A65F2}" srcOrd="0" destOrd="0" presId="urn:microsoft.com/office/officeart/2018/2/layout/IconVerticalSolidList"/>
    <dgm:cxn modelId="{21E5E2A9-E9C3-4BB3-B746-55DCE6890796}" type="presOf" srcId="{C2F27F8F-D60B-46A3-B455-8F0E45320856}" destId="{D86E35E1-6B03-4B48-BE1C-35EC40F99552}" srcOrd="0" destOrd="0" presId="urn:microsoft.com/office/officeart/2018/2/layout/IconVerticalSolidList"/>
    <dgm:cxn modelId="{5AEA6BC1-411B-4B8A-B3A8-840ABA2B7AC7}" srcId="{6A8B4A28-2D59-4A63-BBFA-1A14795A5F6A}" destId="{AA6EDDA0-18FE-48B2-99E6-0EA0037C307B}" srcOrd="5" destOrd="0" parTransId="{372ABD68-E433-4A48-9E87-55BB87160B08}" sibTransId="{B280AA15-5294-4FD8-97F7-D4A7E747DE51}"/>
    <dgm:cxn modelId="{1E984BD3-7635-4799-A8FA-0481F23044C1}" srcId="{6A8B4A28-2D59-4A63-BBFA-1A14795A5F6A}" destId="{40FE238E-CB78-404D-AF04-B192C4FC2065}" srcOrd="4" destOrd="0" parTransId="{3166D683-B876-4AB0-A3ED-224C5CF5A19F}" sibTransId="{44F9F588-A8B2-48AD-83AA-02A3025DB592}"/>
    <dgm:cxn modelId="{24E3D0D7-3359-4C39-A7CC-9396DFE03883}" type="presOf" srcId="{3464022F-F5C9-48CC-BBC5-EE2396AC05CD}" destId="{60665DF1-E924-451F-8C4B-49A22AD46C86}" srcOrd="0" destOrd="0" presId="urn:microsoft.com/office/officeart/2018/2/layout/IconVerticalSolidList"/>
    <dgm:cxn modelId="{258C97DD-16C9-4295-AAF0-AC52A36856AC}" srcId="{6A8B4A28-2D59-4A63-BBFA-1A14795A5F6A}" destId="{C2F27F8F-D60B-46A3-B455-8F0E45320856}" srcOrd="1" destOrd="0" parTransId="{F3424BE6-6CB8-48EE-8400-28505798A9B2}" sibTransId="{D7148E8A-B5D0-4495-A7BA-BE5F7CBD2702}"/>
    <dgm:cxn modelId="{D417B5F7-201B-46BB-B3C8-BF13EC484BC8}" type="presOf" srcId="{6E750B47-386C-412B-B1AB-212A186B2CF2}" destId="{C39D43FB-24D1-4C9F-801D-A4014995E64F}" srcOrd="0" destOrd="0" presId="urn:microsoft.com/office/officeart/2018/2/layout/IconVerticalSolidList"/>
    <dgm:cxn modelId="{A2686DF8-F04C-4F81-A9C6-2B06CFAD78DA}" type="presOf" srcId="{6A8B4A28-2D59-4A63-BBFA-1A14795A5F6A}" destId="{80D0AD2B-121E-4A15-A91D-E5B0B58007C1}" srcOrd="0" destOrd="0" presId="urn:microsoft.com/office/officeart/2018/2/layout/IconVerticalSolidList"/>
    <dgm:cxn modelId="{73C1BF8E-D8EA-4842-836A-CF713166DEA3}" type="presParOf" srcId="{80D0AD2B-121E-4A15-A91D-E5B0B58007C1}" destId="{3710C2A0-F4C8-40D2-9897-FC0BE192209A}" srcOrd="0" destOrd="0" presId="urn:microsoft.com/office/officeart/2018/2/layout/IconVerticalSolidList"/>
    <dgm:cxn modelId="{D2CD92C7-1E8A-48F6-AD7B-5FF3B7243C8F}" type="presParOf" srcId="{3710C2A0-F4C8-40D2-9897-FC0BE192209A}" destId="{7CC61887-242E-46F8-96F0-21C26944B9AD}" srcOrd="0" destOrd="0" presId="urn:microsoft.com/office/officeart/2018/2/layout/IconVerticalSolidList"/>
    <dgm:cxn modelId="{6FB329C7-F5F0-4046-B781-A3288AD4E42F}" type="presParOf" srcId="{3710C2A0-F4C8-40D2-9897-FC0BE192209A}" destId="{58A6B0D3-3DD4-44DB-8103-DB5520A39F7A}" srcOrd="1" destOrd="0" presId="urn:microsoft.com/office/officeart/2018/2/layout/IconVerticalSolidList"/>
    <dgm:cxn modelId="{700AA12E-09A6-4904-A4F0-CE855398B325}" type="presParOf" srcId="{3710C2A0-F4C8-40D2-9897-FC0BE192209A}" destId="{952CC2EC-5630-4A3B-B3FE-F5DCF54BAC81}" srcOrd="2" destOrd="0" presId="urn:microsoft.com/office/officeart/2018/2/layout/IconVerticalSolidList"/>
    <dgm:cxn modelId="{202047A4-C265-4150-8814-4AD1EC9C53BB}" type="presParOf" srcId="{3710C2A0-F4C8-40D2-9897-FC0BE192209A}" destId="{375C1DCE-24AF-456E-9B9B-4FF7E8129AF8}" srcOrd="3" destOrd="0" presId="urn:microsoft.com/office/officeart/2018/2/layout/IconVerticalSolidList"/>
    <dgm:cxn modelId="{6CE2AD90-FB3E-46C5-9908-1857F46F022E}" type="presParOf" srcId="{80D0AD2B-121E-4A15-A91D-E5B0B58007C1}" destId="{F136AEC3-26AE-4C42-AB85-04B2BE006F20}" srcOrd="1" destOrd="0" presId="urn:microsoft.com/office/officeart/2018/2/layout/IconVerticalSolidList"/>
    <dgm:cxn modelId="{F8D2145E-568E-4B25-A931-1E030D27ECA6}" type="presParOf" srcId="{80D0AD2B-121E-4A15-A91D-E5B0B58007C1}" destId="{27E5A41A-79BC-4825-ACDB-BAD2E9D19A01}" srcOrd="2" destOrd="0" presId="urn:microsoft.com/office/officeart/2018/2/layout/IconVerticalSolidList"/>
    <dgm:cxn modelId="{CC1252C7-0731-4272-84F4-1838A2319421}" type="presParOf" srcId="{27E5A41A-79BC-4825-ACDB-BAD2E9D19A01}" destId="{A733FA6A-C254-4015-9DCA-31DEC2950B65}" srcOrd="0" destOrd="0" presId="urn:microsoft.com/office/officeart/2018/2/layout/IconVerticalSolidList"/>
    <dgm:cxn modelId="{434463D2-1965-4D66-8BF8-A75B55E9CA53}" type="presParOf" srcId="{27E5A41A-79BC-4825-ACDB-BAD2E9D19A01}" destId="{05F8DE03-22CF-433A-9EF2-8F6F9C4F651E}" srcOrd="1" destOrd="0" presId="urn:microsoft.com/office/officeart/2018/2/layout/IconVerticalSolidList"/>
    <dgm:cxn modelId="{3D16EA41-9362-4E5F-BB6E-88EF615F01BE}" type="presParOf" srcId="{27E5A41A-79BC-4825-ACDB-BAD2E9D19A01}" destId="{AEB7F475-1D93-4DCF-8BB4-DC6EEA31225A}" srcOrd="2" destOrd="0" presId="urn:microsoft.com/office/officeart/2018/2/layout/IconVerticalSolidList"/>
    <dgm:cxn modelId="{6D3BB085-4AA6-4B26-B76A-2E41535B2A24}" type="presParOf" srcId="{27E5A41A-79BC-4825-ACDB-BAD2E9D19A01}" destId="{D86E35E1-6B03-4B48-BE1C-35EC40F99552}" srcOrd="3" destOrd="0" presId="urn:microsoft.com/office/officeart/2018/2/layout/IconVerticalSolidList"/>
    <dgm:cxn modelId="{4B50D284-048E-4453-AF9F-24AD37392E2E}" type="presParOf" srcId="{80D0AD2B-121E-4A15-A91D-E5B0B58007C1}" destId="{83F9A734-BB24-499C-8AB8-AFB0A468C67C}" srcOrd="3" destOrd="0" presId="urn:microsoft.com/office/officeart/2018/2/layout/IconVerticalSolidList"/>
    <dgm:cxn modelId="{8ED1F04B-E35A-4D1C-98EB-5FA4CD685DA9}" type="presParOf" srcId="{80D0AD2B-121E-4A15-A91D-E5B0B58007C1}" destId="{191963BC-E176-4061-A298-8241AFE55134}" srcOrd="4" destOrd="0" presId="urn:microsoft.com/office/officeart/2018/2/layout/IconVerticalSolidList"/>
    <dgm:cxn modelId="{0069A921-32BC-4FEF-9327-A815A5BFBE2B}" type="presParOf" srcId="{191963BC-E176-4061-A298-8241AFE55134}" destId="{E84A37E9-013E-4193-A31B-9B31A0C66114}" srcOrd="0" destOrd="0" presId="urn:microsoft.com/office/officeart/2018/2/layout/IconVerticalSolidList"/>
    <dgm:cxn modelId="{EA93439C-0E22-44D7-86F1-33FDBB9B3B07}" type="presParOf" srcId="{191963BC-E176-4061-A298-8241AFE55134}" destId="{F60120C3-0706-4AD1-B829-127C0CD5CC65}" srcOrd="1" destOrd="0" presId="urn:microsoft.com/office/officeart/2018/2/layout/IconVerticalSolidList"/>
    <dgm:cxn modelId="{E0F20A97-B876-41AF-8C3A-815FC9C649BB}" type="presParOf" srcId="{191963BC-E176-4061-A298-8241AFE55134}" destId="{9A7387FE-DF6F-4491-A568-DACF6F3B9E36}" srcOrd="2" destOrd="0" presId="urn:microsoft.com/office/officeart/2018/2/layout/IconVerticalSolidList"/>
    <dgm:cxn modelId="{164AA815-82A3-45FD-9D72-CE4D6C2C502F}" type="presParOf" srcId="{191963BC-E176-4061-A298-8241AFE55134}" destId="{60665DF1-E924-451F-8C4B-49A22AD46C86}" srcOrd="3" destOrd="0" presId="urn:microsoft.com/office/officeart/2018/2/layout/IconVerticalSolidList"/>
    <dgm:cxn modelId="{DAF7F0DD-049A-47A8-9F97-F75B6F685F48}" type="presParOf" srcId="{80D0AD2B-121E-4A15-A91D-E5B0B58007C1}" destId="{A742E16B-4DB4-4AEA-9934-5322DA4DCFE0}" srcOrd="5" destOrd="0" presId="urn:microsoft.com/office/officeart/2018/2/layout/IconVerticalSolidList"/>
    <dgm:cxn modelId="{2A335B82-6699-4EE9-B060-DD66DF5C6E00}" type="presParOf" srcId="{80D0AD2B-121E-4A15-A91D-E5B0B58007C1}" destId="{23619CA6-3011-4ED1-AFEC-12FF0A341B48}" srcOrd="6" destOrd="0" presId="urn:microsoft.com/office/officeart/2018/2/layout/IconVerticalSolidList"/>
    <dgm:cxn modelId="{BD2D8B25-C557-4C32-8493-3516EF22D430}" type="presParOf" srcId="{23619CA6-3011-4ED1-AFEC-12FF0A341B48}" destId="{47FB3034-D6E5-490C-8413-0395096C76EA}" srcOrd="0" destOrd="0" presId="urn:microsoft.com/office/officeart/2018/2/layout/IconVerticalSolidList"/>
    <dgm:cxn modelId="{74EC252B-A1D1-49C0-9B23-B3115A27B76C}" type="presParOf" srcId="{23619CA6-3011-4ED1-AFEC-12FF0A341B48}" destId="{191AF955-F9BE-422F-96D6-9B1A066BCA45}" srcOrd="1" destOrd="0" presId="urn:microsoft.com/office/officeart/2018/2/layout/IconVerticalSolidList"/>
    <dgm:cxn modelId="{146E8CAC-49C6-4B52-A5F6-E5D2D34421C1}" type="presParOf" srcId="{23619CA6-3011-4ED1-AFEC-12FF0A341B48}" destId="{02C6E866-29F6-4213-8B50-26C361E73DDD}" srcOrd="2" destOrd="0" presId="urn:microsoft.com/office/officeart/2018/2/layout/IconVerticalSolidList"/>
    <dgm:cxn modelId="{15E2C5AC-B02D-4E57-8950-087D4BD872C4}" type="presParOf" srcId="{23619CA6-3011-4ED1-AFEC-12FF0A341B48}" destId="{C39D43FB-24D1-4C9F-801D-A4014995E64F}" srcOrd="3" destOrd="0" presId="urn:microsoft.com/office/officeart/2018/2/layout/IconVerticalSolidList"/>
    <dgm:cxn modelId="{A1154EFF-675E-4179-8CF2-4521E26B90FE}" type="presParOf" srcId="{80D0AD2B-121E-4A15-A91D-E5B0B58007C1}" destId="{7F3A9E4B-5033-4400-92B8-B87980592579}" srcOrd="7" destOrd="0" presId="urn:microsoft.com/office/officeart/2018/2/layout/IconVerticalSolidList"/>
    <dgm:cxn modelId="{B38236C4-9590-4874-B749-C2D6B910FA60}" type="presParOf" srcId="{80D0AD2B-121E-4A15-A91D-E5B0B58007C1}" destId="{974E5905-0437-4400-9A44-FC178BA6682C}" srcOrd="8" destOrd="0" presId="urn:microsoft.com/office/officeart/2018/2/layout/IconVerticalSolidList"/>
    <dgm:cxn modelId="{6A381DEC-D8CF-472D-9A6E-BFD887F0CB2A}" type="presParOf" srcId="{974E5905-0437-4400-9A44-FC178BA6682C}" destId="{3C9CEC84-23EF-419C-BBC5-671CD75C0C1B}" srcOrd="0" destOrd="0" presId="urn:microsoft.com/office/officeart/2018/2/layout/IconVerticalSolidList"/>
    <dgm:cxn modelId="{720CDC8A-328D-4C93-92F2-622D7745B62F}" type="presParOf" srcId="{974E5905-0437-4400-9A44-FC178BA6682C}" destId="{99C339ED-AD44-4E1F-8466-D6F424D3B127}" srcOrd="1" destOrd="0" presId="urn:microsoft.com/office/officeart/2018/2/layout/IconVerticalSolidList"/>
    <dgm:cxn modelId="{CEE411A1-6E9E-4DEA-BFE6-CBEC52962E4D}" type="presParOf" srcId="{974E5905-0437-4400-9A44-FC178BA6682C}" destId="{CD924400-FE48-40EF-8E9C-946E6675FECD}" srcOrd="2" destOrd="0" presId="urn:microsoft.com/office/officeart/2018/2/layout/IconVerticalSolidList"/>
    <dgm:cxn modelId="{B7F3AB96-7257-4FC8-9A3F-CF93735A0611}" type="presParOf" srcId="{974E5905-0437-4400-9A44-FC178BA6682C}" destId="{F9465649-A282-48F9-8F2B-3C02A33A65F2}" srcOrd="3" destOrd="0" presId="urn:microsoft.com/office/officeart/2018/2/layout/IconVerticalSolidList"/>
    <dgm:cxn modelId="{2C2F786D-949B-4338-8CCD-7CE1A1B98D34}" type="presParOf" srcId="{80D0AD2B-121E-4A15-A91D-E5B0B58007C1}" destId="{BA81A68F-88AC-4A30-B01A-D60FEF565258}" srcOrd="9" destOrd="0" presId="urn:microsoft.com/office/officeart/2018/2/layout/IconVerticalSolidList"/>
    <dgm:cxn modelId="{D1C7A891-755B-4714-973A-8D5A6112402D}" type="presParOf" srcId="{80D0AD2B-121E-4A15-A91D-E5B0B58007C1}" destId="{8AA27E3E-3477-4987-BD01-9246D4BA6E2F}" srcOrd="10" destOrd="0" presId="urn:microsoft.com/office/officeart/2018/2/layout/IconVerticalSolidList"/>
    <dgm:cxn modelId="{3414D906-4116-4077-95C2-5534B65DD689}" type="presParOf" srcId="{8AA27E3E-3477-4987-BD01-9246D4BA6E2F}" destId="{ACC7CABF-6A19-4306-8380-91B49A86DDC3}" srcOrd="0" destOrd="0" presId="urn:microsoft.com/office/officeart/2018/2/layout/IconVerticalSolidList"/>
    <dgm:cxn modelId="{FBDAFF99-E322-41E4-AFBE-966FCF7E6E9E}" type="presParOf" srcId="{8AA27E3E-3477-4987-BD01-9246D4BA6E2F}" destId="{218DF26C-4265-43DA-9001-C43121FBAC43}" srcOrd="1" destOrd="0" presId="urn:microsoft.com/office/officeart/2018/2/layout/IconVerticalSolidList"/>
    <dgm:cxn modelId="{B41074C4-D089-48D4-A00E-AB51E279FE73}" type="presParOf" srcId="{8AA27E3E-3477-4987-BD01-9246D4BA6E2F}" destId="{39E01F96-2103-41F7-A544-05397C7D4257}" srcOrd="2" destOrd="0" presId="urn:microsoft.com/office/officeart/2018/2/layout/IconVerticalSolidList"/>
    <dgm:cxn modelId="{4ADA4CD2-B970-463B-8714-BB55E726B72F}" type="presParOf" srcId="{8AA27E3E-3477-4987-BD01-9246D4BA6E2F}" destId="{8BA07D80-0AE7-4FD9-9FB7-B1F675CC322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9B49136-DF5D-44B2-94E1-7AF4F0903EDE}" type="doc">
      <dgm:prSet loTypeId="urn:microsoft.com/office/officeart/2018/2/layout/IconVerticalSolidList" loCatId="icon" qsTypeId="urn:microsoft.com/office/officeart/2005/8/quickstyle/simple1#5" qsCatId="simple" csTypeId="urn:microsoft.com/office/officeart/2005/8/colors/accent3_2#1" csCatId="accent3" phldr="1"/>
      <dgm:spPr/>
      <dgm:t>
        <a:bodyPr/>
        <a:lstStyle/>
        <a:p>
          <a:endParaRPr lang="en-US"/>
        </a:p>
      </dgm:t>
    </dgm:pt>
    <dgm:pt modelId="{01AE5A31-674C-47BD-986A-6793CF40260C}">
      <dgm:prSet/>
      <dgm:spPr/>
      <dgm:t>
        <a:bodyPr/>
        <a:lstStyle/>
        <a:p>
          <a:r>
            <a:rPr lang="en-US" b="0" i="0"/>
            <a:t>You have more than one object to handle a request. </a:t>
          </a:r>
          <a:endParaRPr lang="en-US"/>
        </a:p>
      </dgm:t>
    </dgm:pt>
    <dgm:pt modelId="{42086727-C9A5-4140-B7A4-C4F9374198A6}" type="parTrans" cxnId="{8D3165C0-76DD-44D4-8736-113485855BAD}">
      <dgm:prSet/>
      <dgm:spPr/>
      <dgm:t>
        <a:bodyPr/>
        <a:lstStyle/>
        <a:p>
          <a:endParaRPr lang="en-US"/>
        </a:p>
      </dgm:t>
    </dgm:pt>
    <dgm:pt modelId="{63CE6889-8AA1-48EE-8FF8-48B90695F587}" type="sibTrans" cxnId="{8D3165C0-76DD-44D4-8736-113485855BAD}">
      <dgm:prSet/>
      <dgm:spPr/>
      <dgm:t>
        <a:bodyPr/>
        <a:lstStyle/>
        <a:p>
          <a:endParaRPr lang="en-US"/>
        </a:p>
      </dgm:t>
    </dgm:pt>
    <dgm:pt modelId="{F791E841-6A41-47C8-9D15-57974387A835}">
      <dgm:prSet/>
      <dgm:spPr/>
      <dgm:t>
        <a:bodyPr/>
        <a:lstStyle/>
        <a:p>
          <a:r>
            <a:rPr lang="en-US" b="0" i="0"/>
            <a:t>The nodes of the chain can be added or removed dynamically. Also, you can shuffle their order. </a:t>
          </a:r>
          <a:endParaRPr lang="en-US"/>
        </a:p>
      </dgm:t>
    </dgm:pt>
    <dgm:pt modelId="{CFDFC9DE-C8A3-4903-807B-73FE4A6D253F}" type="parTrans" cxnId="{BCB15A0B-E29B-4EB2-A2B7-B2846E4D5563}">
      <dgm:prSet/>
      <dgm:spPr/>
      <dgm:t>
        <a:bodyPr/>
        <a:lstStyle/>
        <a:p>
          <a:endParaRPr lang="en-US"/>
        </a:p>
      </dgm:t>
    </dgm:pt>
    <dgm:pt modelId="{AA7374BD-3397-41B2-9FFC-44F4EA9A8988}" type="sibTrans" cxnId="{BCB15A0B-E29B-4EB2-A2B7-B2846E4D5563}">
      <dgm:prSet/>
      <dgm:spPr/>
      <dgm:t>
        <a:bodyPr/>
        <a:lstStyle/>
        <a:p>
          <a:endParaRPr lang="en-US"/>
        </a:p>
      </dgm:t>
    </dgm:pt>
    <dgm:pt modelId="{9151C692-D10A-45BC-8BD1-26AB1FC6E144}">
      <dgm:prSet/>
      <dgm:spPr/>
      <dgm:t>
        <a:bodyPr/>
        <a:lstStyle/>
        <a:p>
          <a:r>
            <a:rPr lang="en-US" b="0" i="0"/>
            <a:t>A handler does not need to know how the next handler in the chain will handle the request. It can focus on its own handling mechanism only.</a:t>
          </a:r>
          <a:endParaRPr lang="en-US"/>
        </a:p>
      </dgm:t>
    </dgm:pt>
    <dgm:pt modelId="{D3D8941F-5A7E-490E-A20F-4B7464028F3B}" type="parTrans" cxnId="{73899CDB-4515-42AD-93CC-7D739EFFA42D}">
      <dgm:prSet/>
      <dgm:spPr/>
      <dgm:t>
        <a:bodyPr/>
        <a:lstStyle/>
        <a:p>
          <a:endParaRPr lang="en-US"/>
        </a:p>
      </dgm:t>
    </dgm:pt>
    <dgm:pt modelId="{66F44E7E-5CDA-4C11-999C-FECCA9597E9A}" type="sibTrans" cxnId="{73899CDB-4515-42AD-93CC-7D739EFFA42D}">
      <dgm:prSet/>
      <dgm:spPr/>
      <dgm:t>
        <a:bodyPr/>
        <a:lstStyle/>
        <a:p>
          <a:endParaRPr lang="en-US"/>
        </a:p>
      </dgm:t>
    </dgm:pt>
    <dgm:pt modelId="{E194EECB-67C6-430F-B3C8-3A509CD2B2F1}">
      <dgm:prSet/>
      <dgm:spPr/>
      <dgm:t>
        <a:bodyPr/>
        <a:lstStyle/>
        <a:p>
          <a:r>
            <a:rPr lang="en-US" b="0" i="0"/>
            <a:t>In this pattern, you are decoupling the senders (of requests) from the receivers.</a:t>
          </a:r>
          <a:endParaRPr lang="en-US"/>
        </a:p>
      </dgm:t>
    </dgm:pt>
    <dgm:pt modelId="{0A139D9E-0D72-451E-8CC0-E4CA9DD722DB}" type="parTrans" cxnId="{BC7E4438-BC1A-4E56-BD28-EDF800221A38}">
      <dgm:prSet/>
      <dgm:spPr/>
      <dgm:t>
        <a:bodyPr/>
        <a:lstStyle/>
        <a:p>
          <a:endParaRPr lang="en-US"/>
        </a:p>
      </dgm:t>
    </dgm:pt>
    <dgm:pt modelId="{1B838597-AE40-4386-86D7-E5852811ECA0}" type="sibTrans" cxnId="{BC7E4438-BC1A-4E56-BD28-EDF800221A38}">
      <dgm:prSet/>
      <dgm:spPr/>
      <dgm:t>
        <a:bodyPr/>
        <a:lstStyle/>
        <a:p>
          <a:endParaRPr lang="en-US"/>
        </a:p>
      </dgm:t>
    </dgm:pt>
    <dgm:pt modelId="{3F1AFAE3-140A-440D-8041-475963FD223A}">
      <dgm:prSet/>
      <dgm:spPr/>
      <dgm:t>
        <a:bodyPr/>
        <a:lstStyle/>
        <a:p>
          <a:r>
            <a:rPr lang="en-US" b="0" i="0"/>
            <a:t>Can improve High Availability (HA) &amp; Disaster Recovery (DR)</a:t>
          </a:r>
          <a:endParaRPr lang="en-US"/>
        </a:p>
      </dgm:t>
    </dgm:pt>
    <dgm:pt modelId="{EDF01479-ABFB-4B5D-BA93-763266F0B3A1}" type="parTrans" cxnId="{72717151-8E71-4982-B5B9-A03A500720FA}">
      <dgm:prSet/>
      <dgm:spPr/>
      <dgm:t>
        <a:bodyPr/>
        <a:lstStyle/>
        <a:p>
          <a:endParaRPr lang="en-US"/>
        </a:p>
      </dgm:t>
    </dgm:pt>
    <dgm:pt modelId="{07B54915-2F4E-47CA-8290-C5F722B41646}" type="sibTrans" cxnId="{72717151-8E71-4982-B5B9-A03A500720FA}">
      <dgm:prSet/>
      <dgm:spPr/>
      <dgm:t>
        <a:bodyPr/>
        <a:lstStyle/>
        <a:p>
          <a:endParaRPr lang="en-US"/>
        </a:p>
      </dgm:t>
    </dgm:pt>
    <dgm:pt modelId="{844FF6DB-2BD5-44AE-AB3A-5D7FE6A9F8C2}" type="pres">
      <dgm:prSet presAssocID="{D9B49136-DF5D-44B2-94E1-7AF4F0903EDE}" presName="root" presStyleCnt="0">
        <dgm:presLayoutVars>
          <dgm:dir/>
          <dgm:resizeHandles val="exact"/>
        </dgm:presLayoutVars>
      </dgm:prSet>
      <dgm:spPr/>
    </dgm:pt>
    <dgm:pt modelId="{BDCD50AA-F3CE-4A69-B4E3-43BADB0335B8}" type="pres">
      <dgm:prSet presAssocID="{01AE5A31-674C-47BD-986A-6793CF40260C}" presName="compNode" presStyleCnt="0"/>
      <dgm:spPr/>
    </dgm:pt>
    <dgm:pt modelId="{7576752C-28EC-4B0A-8761-4B328BF47C8A}" type="pres">
      <dgm:prSet presAssocID="{01AE5A31-674C-47BD-986A-6793CF40260C}" presName="bgRect" presStyleLbl="bgShp" presStyleIdx="0" presStyleCnt="5"/>
      <dgm:spPr/>
    </dgm:pt>
    <dgm:pt modelId="{D480A482-470D-4554-954D-CCE90C3E916A}" type="pres">
      <dgm:prSet presAssocID="{01AE5A31-674C-47BD-986A-6793CF40260C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57E5DA30-7BE0-4D36-B4BF-39DDC89073E6}" type="pres">
      <dgm:prSet presAssocID="{01AE5A31-674C-47BD-986A-6793CF40260C}" presName="spaceRect" presStyleCnt="0"/>
      <dgm:spPr/>
    </dgm:pt>
    <dgm:pt modelId="{362FB37A-2EBE-4DB7-B52C-38B18FF184E8}" type="pres">
      <dgm:prSet presAssocID="{01AE5A31-674C-47BD-986A-6793CF40260C}" presName="parTx" presStyleLbl="revTx" presStyleIdx="0" presStyleCnt="5">
        <dgm:presLayoutVars>
          <dgm:chMax val="0"/>
          <dgm:chPref val="0"/>
        </dgm:presLayoutVars>
      </dgm:prSet>
      <dgm:spPr/>
    </dgm:pt>
    <dgm:pt modelId="{6664E2B6-5F8E-462A-BADD-EF2356F8E07C}" type="pres">
      <dgm:prSet presAssocID="{63CE6889-8AA1-48EE-8FF8-48B90695F587}" presName="sibTrans" presStyleCnt="0"/>
      <dgm:spPr/>
    </dgm:pt>
    <dgm:pt modelId="{8AA28CEE-A3A2-4D5E-BFC3-79D7756ED8CB}" type="pres">
      <dgm:prSet presAssocID="{F791E841-6A41-47C8-9D15-57974387A835}" presName="compNode" presStyleCnt="0"/>
      <dgm:spPr/>
    </dgm:pt>
    <dgm:pt modelId="{2CB971CE-EAB3-477A-AEFD-5301DAFD87A6}" type="pres">
      <dgm:prSet presAssocID="{F791E841-6A41-47C8-9D15-57974387A835}" presName="bgRect" presStyleLbl="bgShp" presStyleIdx="1" presStyleCnt="5"/>
      <dgm:spPr/>
    </dgm:pt>
    <dgm:pt modelId="{9514D382-2255-469A-B5F3-18B75FA28DB7}" type="pres">
      <dgm:prSet presAssocID="{F791E841-6A41-47C8-9D15-57974387A835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211F6F98-024F-47AB-AF18-8FF303700F82}" type="pres">
      <dgm:prSet presAssocID="{F791E841-6A41-47C8-9D15-57974387A835}" presName="spaceRect" presStyleCnt="0"/>
      <dgm:spPr/>
    </dgm:pt>
    <dgm:pt modelId="{44517F8E-45E4-4F74-971C-372A797B22C9}" type="pres">
      <dgm:prSet presAssocID="{F791E841-6A41-47C8-9D15-57974387A835}" presName="parTx" presStyleLbl="revTx" presStyleIdx="1" presStyleCnt="5">
        <dgm:presLayoutVars>
          <dgm:chMax val="0"/>
          <dgm:chPref val="0"/>
        </dgm:presLayoutVars>
      </dgm:prSet>
      <dgm:spPr/>
    </dgm:pt>
    <dgm:pt modelId="{B86C7959-C365-4165-A31B-4D787F161848}" type="pres">
      <dgm:prSet presAssocID="{AA7374BD-3397-41B2-9FFC-44F4EA9A8988}" presName="sibTrans" presStyleCnt="0"/>
      <dgm:spPr/>
    </dgm:pt>
    <dgm:pt modelId="{68BE249C-4B4C-45F9-8B3B-B58E4D2BBD1F}" type="pres">
      <dgm:prSet presAssocID="{9151C692-D10A-45BC-8BD1-26AB1FC6E144}" presName="compNode" presStyleCnt="0"/>
      <dgm:spPr/>
    </dgm:pt>
    <dgm:pt modelId="{3C5E9DBE-3791-465B-AC8F-79333EF6F4F8}" type="pres">
      <dgm:prSet presAssocID="{9151C692-D10A-45BC-8BD1-26AB1FC6E144}" presName="bgRect" presStyleLbl="bgShp" presStyleIdx="2" presStyleCnt="5"/>
      <dgm:spPr/>
    </dgm:pt>
    <dgm:pt modelId="{94775CF3-B5E4-4331-9544-FD033CB76C9D}" type="pres">
      <dgm:prSet presAssocID="{9151C692-D10A-45BC-8BD1-26AB1FC6E144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4066D146-A34A-4BDD-BEAF-BA7AFA9D3C1F}" type="pres">
      <dgm:prSet presAssocID="{9151C692-D10A-45BC-8BD1-26AB1FC6E144}" presName="spaceRect" presStyleCnt="0"/>
      <dgm:spPr/>
    </dgm:pt>
    <dgm:pt modelId="{7C8BB5E7-7313-45E0-94F4-2286D28E7922}" type="pres">
      <dgm:prSet presAssocID="{9151C692-D10A-45BC-8BD1-26AB1FC6E144}" presName="parTx" presStyleLbl="revTx" presStyleIdx="2" presStyleCnt="5">
        <dgm:presLayoutVars>
          <dgm:chMax val="0"/>
          <dgm:chPref val="0"/>
        </dgm:presLayoutVars>
      </dgm:prSet>
      <dgm:spPr/>
    </dgm:pt>
    <dgm:pt modelId="{1937C107-B246-4979-841E-8C42B970D18A}" type="pres">
      <dgm:prSet presAssocID="{66F44E7E-5CDA-4C11-999C-FECCA9597E9A}" presName="sibTrans" presStyleCnt="0"/>
      <dgm:spPr/>
    </dgm:pt>
    <dgm:pt modelId="{C41936D7-B15E-4732-AFF1-1F24728E2D9E}" type="pres">
      <dgm:prSet presAssocID="{E194EECB-67C6-430F-B3C8-3A509CD2B2F1}" presName="compNode" presStyleCnt="0"/>
      <dgm:spPr/>
    </dgm:pt>
    <dgm:pt modelId="{9CBC1238-074E-4DC5-AC68-1BE68223A9B7}" type="pres">
      <dgm:prSet presAssocID="{E194EECB-67C6-430F-B3C8-3A509CD2B2F1}" presName="bgRect" presStyleLbl="bgShp" presStyleIdx="3" presStyleCnt="5"/>
      <dgm:spPr/>
    </dgm:pt>
    <dgm:pt modelId="{CB8CFDFE-250B-48A5-8748-4270F990B1FD}" type="pres">
      <dgm:prSet presAssocID="{E194EECB-67C6-430F-B3C8-3A509CD2B2F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 dish"/>
        </a:ext>
      </dgm:extLst>
    </dgm:pt>
    <dgm:pt modelId="{B5CE5BCC-FECE-4FD9-BAF4-B8B555D2B8C2}" type="pres">
      <dgm:prSet presAssocID="{E194EECB-67C6-430F-B3C8-3A509CD2B2F1}" presName="spaceRect" presStyleCnt="0"/>
      <dgm:spPr/>
    </dgm:pt>
    <dgm:pt modelId="{4A8A0EBD-F3D8-455B-863A-03E0165044D0}" type="pres">
      <dgm:prSet presAssocID="{E194EECB-67C6-430F-B3C8-3A509CD2B2F1}" presName="parTx" presStyleLbl="revTx" presStyleIdx="3" presStyleCnt="5">
        <dgm:presLayoutVars>
          <dgm:chMax val="0"/>
          <dgm:chPref val="0"/>
        </dgm:presLayoutVars>
      </dgm:prSet>
      <dgm:spPr/>
    </dgm:pt>
    <dgm:pt modelId="{D7155C82-CE95-4426-9A37-E311803328B3}" type="pres">
      <dgm:prSet presAssocID="{1B838597-AE40-4386-86D7-E5852811ECA0}" presName="sibTrans" presStyleCnt="0"/>
      <dgm:spPr/>
    </dgm:pt>
    <dgm:pt modelId="{BD28F44E-EDA7-431D-A160-3BAD18260967}" type="pres">
      <dgm:prSet presAssocID="{3F1AFAE3-140A-440D-8041-475963FD223A}" presName="compNode" presStyleCnt="0"/>
      <dgm:spPr/>
    </dgm:pt>
    <dgm:pt modelId="{FEE32420-6DA8-4616-82F7-194B572D50B6}" type="pres">
      <dgm:prSet presAssocID="{3F1AFAE3-140A-440D-8041-475963FD223A}" presName="bgRect" presStyleLbl="bgShp" presStyleIdx="4" presStyleCnt="5"/>
      <dgm:spPr/>
    </dgm:pt>
    <dgm:pt modelId="{8B7CF1C1-D057-425A-BF75-62D36599BD56}" type="pres">
      <dgm:prSet presAssocID="{3F1AFAE3-140A-440D-8041-475963FD223A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9123867B-EE07-41A8-91AC-20280901A479}" type="pres">
      <dgm:prSet presAssocID="{3F1AFAE3-140A-440D-8041-475963FD223A}" presName="spaceRect" presStyleCnt="0"/>
      <dgm:spPr/>
    </dgm:pt>
    <dgm:pt modelId="{E4C6D6FB-F655-44DF-9280-CC0E49EFC168}" type="pres">
      <dgm:prSet presAssocID="{3F1AFAE3-140A-440D-8041-475963FD223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CB15A0B-E29B-4EB2-A2B7-B2846E4D5563}" srcId="{D9B49136-DF5D-44B2-94E1-7AF4F0903EDE}" destId="{F791E841-6A41-47C8-9D15-57974387A835}" srcOrd="1" destOrd="0" parTransId="{CFDFC9DE-C8A3-4903-807B-73FE4A6D253F}" sibTransId="{AA7374BD-3397-41B2-9FFC-44F4EA9A8988}"/>
    <dgm:cxn modelId="{BC7E4438-BC1A-4E56-BD28-EDF800221A38}" srcId="{D9B49136-DF5D-44B2-94E1-7AF4F0903EDE}" destId="{E194EECB-67C6-430F-B3C8-3A509CD2B2F1}" srcOrd="3" destOrd="0" parTransId="{0A139D9E-0D72-451E-8CC0-E4CA9DD722DB}" sibTransId="{1B838597-AE40-4386-86D7-E5852811ECA0}"/>
    <dgm:cxn modelId="{8B176E38-2F6E-4ED8-A77F-897012781EA2}" type="presOf" srcId="{01AE5A31-674C-47BD-986A-6793CF40260C}" destId="{362FB37A-2EBE-4DB7-B52C-38B18FF184E8}" srcOrd="0" destOrd="0" presId="urn:microsoft.com/office/officeart/2018/2/layout/IconVerticalSolidList"/>
    <dgm:cxn modelId="{05794C39-A6F1-48AF-978D-8947EEC8F247}" type="presOf" srcId="{F791E841-6A41-47C8-9D15-57974387A835}" destId="{44517F8E-45E4-4F74-971C-372A797B22C9}" srcOrd="0" destOrd="0" presId="urn:microsoft.com/office/officeart/2018/2/layout/IconVerticalSolidList"/>
    <dgm:cxn modelId="{72717151-8E71-4982-B5B9-A03A500720FA}" srcId="{D9B49136-DF5D-44B2-94E1-7AF4F0903EDE}" destId="{3F1AFAE3-140A-440D-8041-475963FD223A}" srcOrd="4" destOrd="0" parTransId="{EDF01479-ABFB-4B5D-BA93-763266F0B3A1}" sibTransId="{07B54915-2F4E-47CA-8290-C5F722B41646}"/>
    <dgm:cxn modelId="{930F7A73-A116-4893-AFD8-FF208225E45E}" type="presOf" srcId="{E194EECB-67C6-430F-B3C8-3A509CD2B2F1}" destId="{4A8A0EBD-F3D8-455B-863A-03E0165044D0}" srcOrd="0" destOrd="0" presId="urn:microsoft.com/office/officeart/2018/2/layout/IconVerticalSolidList"/>
    <dgm:cxn modelId="{8EEA279D-38A8-4EF8-8682-164EA5DC2328}" type="presOf" srcId="{D9B49136-DF5D-44B2-94E1-7AF4F0903EDE}" destId="{844FF6DB-2BD5-44AE-AB3A-5D7FE6A9F8C2}" srcOrd="0" destOrd="0" presId="urn:microsoft.com/office/officeart/2018/2/layout/IconVerticalSolidList"/>
    <dgm:cxn modelId="{8D3165C0-76DD-44D4-8736-113485855BAD}" srcId="{D9B49136-DF5D-44B2-94E1-7AF4F0903EDE}" destId="{01AE5A31-674C-47BD-986A-6793CF40260C}" srcOrd="0" destOrd="0" parTransId="{42086727-C9A5-4140-B7A4-C4F9374198A6}" sibTransId="{63CE6889-8AA1-48EE-8FF8-48B90695F587}"/>
    <dgm:cxn modelId="{15D128CD-5DBC-41A8-A963-8009BA5B5119}" type="presOf" srcId="{9151C692-D10A-45BC-8BD1-26AB1FC6E144}" destId="{7C8BB5E7-7313-45E0-94F4-2286D28E7922}" srcOrd="0" destOrd="0" presId="urn:microsoft.com/office/officeart/2018/2/layout/IconVerticalSolidList"/>
    <dgm:cxn modelId="{D50B5DD8-C883-4451-B71B-E27BC4BD4550}" type="presOf" srcId="{3F1AFAE3-140A-440D-8041-475963FD223A}" destId="{E4C6D6FB-F655-44DF-9280-CC0E49EFC168}" srcOrd="0" destOrd="0" presId="urn:microsoft.com/office/officeart/2018/2/layout/IconVerticalSolidList"/>
    <dgm:cxn modelId="{73899CDB-4515-42AD-93CC-7D739EFFA42D}" srcId="{D9B49136-DF5D-44B2-94E1-7AF4F0903EDE}" destId="{9151C692-D10A-45BC-8BD1-26AB1FC6E144}" srcOrd="2" destOrd="0" parTransId="{D3D8941F-5A7E-490E-A20F-4B7464028F3B}" sibTransId="{66F44E7E-5CDA-4C11-999C-FECCA9597E9A}"/>
    <dgm:cxn modelId="{4616D88F-AC2C-4189-88D2-4C1B51D561A4}" type="presParOf" srcId="{844FF6DB-2BD5-44AE-AB3A-5D7FE6A9F8C2}" destId="{BDCD50AA-F3CE-4A69-B4E3-43BADB0335B8}" srcOrd="0" destOrd="0" presId="urn:microsoft.com/office/officeart/2018/2/layout/IconVerticalSolidList"/>
    <dgm:cxn modelId="{F44F5B0B-4701-42D0-96FA-73C7F4573CEF}" type="presParOf" srcId="{BDCD50AA-F3CE-4A69-B4E3-43BADB0335B8}" destId="{7576752C-28EC-4B0A-8761-4B328BF47C8A}" srcOrd="0" destOrd="0" presId="urn:microsoft.com/office/officeart/2018/2/layout/IconVerticalSolidList"/>
    <dgm:cxn modelId="{ADD9D359-B6BA-4349-AFBA-0339D6CAAFE7}" type="presParOf" srcId="{BDCD50AA-F3CE-4A69-B4E3-43BADB0335B8}" destId="{D480A482-470D-4554-954D-CCE90C3E916A}" srcOrd="1" destOrd="0" presId="urn:microsoft.com/office/officeart/2018/2/layout/IconVerticalSolidList"/>
    <dgm:cxn modelId="{69CFB649-7CE9-4C26-A111-970AC14AD28B}" type="presParOf" srcId="{BDCD50AA-F3CE-4A69-B4E3-43BADB0335B8}" destId="{57E5DA30-7BE0-4D36-B4BF-39DDC89073E6}" srcOrd="2" destOrd="0" presId="urn:microsoft.com/office/officeart/2018/2/layout/IconVerticalSolidList"/>
    <dgm:cxn modelId="{68B511E3-0223-4C6A-91AF-45DCF682DFF4}" type="presParOf" srcId="{BDCD50AA-F3CE-4A69-B4E3-43BADB0335B8}" destId="{362FB37A-2EBE-4DB7-B52C-38B18FF184E8}" srcOrd="3" destOrd="0" presId="urn:microsoft.com/office/officeart/2018/2/layout/IconVerticalSolidList"/>
    <dgm:cxn modelId="{B82280B0-B255-4946-8CDC-8AC7805340B4}" type="presParOf" srcId="{844FF6DB-2BD5-44AE-AB3A-5D7FE6A9F8C2}" destId="{6664E2B6-5F8E-462A-BADD-EF2356F8E07C}" srcOrd="1" destOrd="0" presId="urn:microsoft.com/office/officeart/2018/2/layout/IconVerticalSolidList"/>
    <dgm:cxn modelId="{0596CB2D-234A-42B0-A33B-B975AC4E5E0A}" type="presParOf" srcId="{844FF6DB-2BD5-44AE-AB3A-5D7FE6A9F8C2}" destId="{8AA28CEE-A3A2-4D5E-BFC3-79D7756ED8CB}" srcOrd="2" destOrd="0" presId="urn:microsoft.com/office/officeart/2018/2/layout/IconVerticalSolidList"/>
    <dgm:cxn modelId="{747B06D7-861B-48EF-9212-5E30D16CED3D}" type="presParOf" srcId="{8AA28CEE-A3A2-4D5E-BFC3-79D7756ED8CB}" destId="{2CB971CE-EAB3-477A-AEFD-5301DAFD87A6}" srcOrd="0" destOrd="0" presId="urn:microsoft.com/office/officeart/2018/2/layout/IconVerticalSolidList"/>
    <dgm:cxn modelId="{2A910CB7-2CC1-4310-8BFE-43594B073589}" type="presParOf" srcId="{8AA28CEE-A3A2-4D5E-BFC3-79D7756ED8CB}" destId="{9514D382-2255-469A-B5F3-18B75FA28DB7}" srcOrd="1" destOrd="0" presId="urn:microsoft.com/office/officeart/2018/2/layout/IconVerticalSolidList"/>
    <dgm:cxn modelId="{99AFBE18-0D48-461D-858B-ABC82E38945B}" type="presParOf" srcId="{8AA28CEE-A3A2-4D5E-BFC3-79D7756ED8CB}" destId="{211F6F98-024F-47AB-AF18-8FF303700F82}" srcOrd="2" destOrd="0" presId="urn:microsoft.com/office/officeart/2018/2/layout/IconVerticalSolidList"/>
    <dgm:cxn modelId="{AC5EEA21-5324-4F10-82A4-5A41F263F67D}" type="presParOf" srcId="{8AA28CEE-A3A2-4D5E-BFC3-79D7756ED8CB}" destId="{44517F8E-45E4-4F74-971C-372A797B22C9}" srcOrd="3" destOrd="0" presId="urn:microsoft.com/office/officeart/2018/2/layout/IconVerticalSolidList"/>
    <dgm:cxn modelId="{8C96CA52-E40E-4789-9A3D-E77B2568FF5B}" type="presParOf" srcId="{844FF6DB-2BD5-44AE-AB3A-5D7FE6A9F8C2}" destId="{B86C7959-C365-4165-A31B-4D787F161848}" srcOrd="3" destOrd="0" presId="urn:microsoft.com/office/officeart/2018/2/layout/IconVerticalSolidList"/>
    <dgm:cxn modelId="{632B6727-FC2D-45EB-8604-19E8E7249D0A}" type="presParOf" srcId="{844FF6DB-2BD5-44AE-AB3A-5D7FE6A9F8C2}" destId="{68BE249C-4B4C-45F9-8B3B-B58E4D2BBD1F}" srcOrd="4" destOrd="0" presId="urn:microsoft.com/office/officeart/2018/2/layout/IconVerticalSolidList"/>
    <dgm:cxn modelId="{ABA5F1F1-939A-4875-B9C4-8BA979FF0F3F}" type="presParOf" srcId="{68BE249C-4B4C-45F9-8B3B-B58E4D2BBD1F}" destId="{3C5E9DBE-3791-465B-AC8F-79333EF6F4F8}" srcOrd="0" destOrd="0" presId="urn:microsoft.com/office/officeart/2018/2/layout/IconVerticalSolidList"/>
    <dgm:cxn modelId="{12DFEF8A-0F45-4B3E-9A29-68684FD6875A}" type="presParOf" srcId="{68BE249C-4B4C-45F9-8B3B-B58E4D2BBD1F}" destId="{94775CF3-B5E4-4331-9544-FD033CB76C9D}" srcOrd="1" destOrd="0" presId="urn:microsoft.com/office/officeart/2018/2/layout/IconVerticalSolidList"/>
    <dgm:cxn modelId="{9DE51EF2-0E8C-4145-8E75-C41FD6078AD0}" type="presParOf" srcId="{68BE249C-4B4C-45F9-8B3B-B58E4D2BBD1F}" destId="{4066D146-A34A-4BDD-BEAF-BA7AFA9D3C1F}" srcOrd="2" destOrd="0" presId="urn:microsoft.com/office/officeart/2018/2/layout/IconVerticalSolidList"/>
    <dgm:cxn modelId="{46DA89C5-A137-4431-A64E-2F6D224A91B9}" type="presParOf" srcId="{68BE249C-4B4C-45F9-8B3B-B58E4D2BBD1F}" destId="{7C8BB5E7-7313-45E0-94F4-2286D28E7922}" srcOrd="3" destOrd="0" presId="urn:microsoft.com/office/officeart/2018/2/layout/IconVerticalSolidList"/>
    <dgm:cxn modelId="{7E35A537-C768-4AA9-B376-2505DE42F489}" type="presParOf" srcId="{844FF6DB-2BD5-44AE-AB3A-5D7FE6A9F8C2}" destId="{1937C107-B246-4979-841E-8C42B970D18A}" srcOrd="5" destOrd="0" presId="urn:microsoft.com/office/officeart/2018/2/layout/IconVerticalSolidList"/>
    <dgm:cxn modelId="{04271802-DC73-4C7C-962D-B42AF5A2DF77}" type="presParOf" srcId="{844FF6DB-2BD5-44AE-AB3A-5D7FE6A9F8C2}" destId="{C41936D7-B15E-4732-AFF1-1F24728E2D9E}" srcOrd="6" destOrd="0" presId="urn:microsoft.com/office/officeart/2018/2/layout/IconVerticalSolidList"/>
    <dgm:cxn modelId="{CB4843F5-51C3-466D-AB7A-7045D8159A1C}" type="presParOf" srcId="{C41936D7-B15E-4732-AFF1-1F24728E2D9E}" destId="{9CBC1238-074E-4DC5-AC68-1BE68223A9B7}" srcOrd="0" destOrd="0" presId="urn:microsoft.com/office/officeart/2018/2/layout/IconVerticalSolidList"/>
    <dgm:cxn modelId="{3E19384D-080D-4B11-904F-C1DD80F70DF6}" type="presParOf" srcId="{C41936D7-B15E-4732-AFF1-1F24728E2D9E}" destId="{CB8CFDFE-250B-48A5-8748-4270F990B1FD}" srcOrd="1" destOrd="0" presId="urn:microsoft.com/office/officeart/2018/2/layout/IconVerticalSolidList"/>
    <dgm:cxn modelId="{79BD788B-0548-45E2-A6E1-F64AFB191180}" type="presParOf" srcId="{C41936D7-B15E-4732-AFF1-1F24728E2D9E}" destId="{B5CE5BCC-FECE-4FD9-BAF4-B8B555D2B8C2}" srcOrd="2" destOrd="0" presId="urn:microsoft.com/office/officeart/2018/2/layout/IconVerticalSolidList"/>
    <dgm:cxn modelId="{1DF75240-2BD5-4FA5-AF63-54B31399F852}" type="presParOf" srcId="{C41936D7-B15E-4732-AFF1-1F24728E2D9E}" destId="{4A8A0EBD-F3D8-455B-863A-03E0165044D0}" srcOrd="3" destOrd="0" presId="urn:microsoft.com/office/officeart/2018/2/layout/IconVerticalSolidList"/>
    <dgm:cxn modelId="{F35237AA-5F19-4290-9C1A-5611919FAAE7}" type="presParOf" srcId="{844FF6DB-2BD5-44AE-AB3A-5D7FE6A9F8C2}" destId="{D7155C82-CE95-4426-9A37-E311803328B3}" srcOrd="7" destOrd="0" presId="urn:microsoft.com/office/officeart/2018/2/layout/IconVerticalSolidList"/>
    <dgm:cxn modelId="{3885D13A-D758-40FD-A9D5-4C33725C73AF}" type="presParOf" srcId="{844FF6DB-2BD5-44AE-AB3A-5D7FE6A9F8C2}" destId="{BD28F44E-EDA7-431D-A160-3BAD18260967}" srcOrd="8" destOrd="0" presId="urn:microsoft.com/office/officeart/2018/2/layout/IconVerticalSolidList"/>
    <dgm:cxn modelId="{E8522801-D893-4D82-BF03-9DB595919899}" type="presParOf" srcId="{BD28F44E-EDA7-431D-A160-3BAD18260967}" destId="{FEE32420-6DA8-4616-82F7-194B572D50B6}" srcOrd="0" destOrd="0" presId="urn:microsoft.com/office/officeart/2018/2/layout/IconVerticalSolidList"/>
    <dgm:cxn modelId="{529A95DF-2AA4-446E-92BF-6565FA3B0A22}" type="presParOf" srcId="{BD28F44E-EDA7-431D-A160-3BAD18260967}" destId="{8B7CF1C1-D057-425A-BF75-62D36599BD56}" srcOrd="1" destOrd="0" presId="urn:microsoft.com/office/officeart/2018/2/layout/IconVerticalSolidList"/>
    <dgm:cxn modelId="{A2A70D22-4721-4CF8-8F5F-14DBE3B068D6}" type="presParOf" srcId="{BD28F44E-EDA7-431D-A160-3BAD18260967}" destId="{9123867B-EE07-41A8-91AC-20280901A479}" srcOrd="2" destOrd="0" presId="urn:microsoft.com/office/officeart/2018/2/layout/IconVerticalSolidList"/>
    <dgm:cxn modelId="{7867B44E-A699-4553-A2D9-0C087259DA11}" type="presParOf" srcId="{BD28F44E-EDA7-431D-A160-3BAD18260967}" destId="{E4C6D6FB-F655-44DF-9280-CC0E49EFC16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86CFBE6-17F2-4D41-9F5A-2299139F8A16}" type="doc">
      <dgm:prSet loTypeId="urn:microsoft.com/office/officeart/2018/2/layout/IconVerticalSolidList" loCatId="icon" qsTypeId="urn:microsoft.com/office/officeart/2005/8/quickstyle/simple1#6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8BEF5FD3-A3DE-4F93-B34F-FF07CB302B7B}">
      <dgm:prSet/>
      <dgm:spPr/>
      <dgm:t>
        <a:bodyPr/>
        <a:lstStyle/>
        <a:p>
          <a:r>
            <a:rPr lang="en-US" b="0" i="0"/>
            <a:t>There is no guarantee that the request will be handled because you may reach at the end of chain but have not found any explicit receiver to handle the request.</a:t>
          </a:r>
          <a:endParaRPr lang="en-US"/>
        </a:p>
      </dgm:t>
    </dgm:pt>
    <dgm:pt modelId="{9C503B75-2AD2-4696-A524-6F41CB63F31F}" type="parTrans" cxnId="{0C2CE29F-69AB-4F87-B595-8E843ACBC5E6}">
      <dgm:prSet/>
      <dgm:spPr/>
      <dgm:t>
        <a:bodyPr/>
        <a:lstStyle/>
        <a:p>
          <a:endParaRPr lang="en-US"/>
        </a:p>
      </dgm:t>
    </dgm:pt>
    <dgm:pt modelId="{04087D2D-5648-4FE7-A36C-C03611C49D0E}" type="sibTrans" cxnId="{0C2CE29F-69AB-4F87-B595-8E843ACBC5E6}">
      <dgm:prSet/>
      <dgm:spPr/>
      <dgm:t>
        <a:bodyPr/>
        <a:lstStyle/>
        <a:p>
          <a:endParaRPr lang="en-US"/>
        </a:p>
      </dgm:t>
    </dgm:pt>
    <dgm:pt modelId="{8B8E1D1B-FF1C-4AAB-A5F4-D8F4B1C0AAAB}">
      <dgm:prSet/>
      <dgm:spPr/>
      <dgm:t>
        <a:bodyPr/>
        <a:lstStyle/>
        <a:p>
          <a:r>
            <a:rPr lang="en-US" b="0" i="0"/>
            <a:t>Debugging becomes tricky with this kind of design.</a:t>
          </a:r>
          <a:endParaRPr lang="en-US"/>
        </a:p>
      </dgm:t>
    </dgm:pt>
    <dgm:pt modelId="{08DBB6B1-E1CA-46F6-914F-9D92D74CA667}" type="parTrans" cxnId="{BECB94EA-23CD-480E-A75E-EDF90199845F}">
      <dgm:prSet/>
      <dgm:spPr/>
      <dgm:t>
        <a:bodyPr/>
        <a:lstStyle/>
        <a:p>
          <a:endParaRPr lang="en-US"/>
        </a:p>
      </dgm:t>
    </dgm:pt>
    <dgm:pt modelId="{C8B0A346-A864-43E0-832A-61710416D1A2}" type="sibTrans" cxnId="{BECB94EA-23CD-480E-A75E-EDF90199845F}">
      <dgm:prSet/>
      <dgm:spPr/>
      <dgm:t>
        <a:bodyPr/>
        <a:lstStyle/>
        <a:p>
          <a:endParaRPr lang="en-US"/>
        </a:p>
      </dgm:t>
    </dgm:pt>
    <dgm:pt modelId="{C8C55362-FDDD-4FD1-8417-C16985BAEAE6}">
      <dgm:prSet/>
      <dgm:spPr/>
      <dgm:t>
        <a:bodyPr/>
        <a:lstStyle/>
        <a:p>
          <a:r>
            <a:rPr lang="en-US" b="0" i="0"/>
            <a:t>Unnecessary handlers may lead to inefficiency. </a:t>
          </a:r>
          <a:endParaRPr lang="en-US"/>
        </a:p>
      </dgm:t>
    </dgm:pt>
    <dgm:pt modelId="{4BD677C8-F27F-46E3-9252-E89A1C074041}" type="parTrans" cxnId="{CAF77E81-36E1-49BC-815D-107AB10F1A81}">
      <dgm:prSet/>
      <dgm:spPr/>
      <dgm:t>
        <a:bodyPr/>
        <a:lstStyle/>
        <a:p>
          <a:endParaRPr lang="en-US"/>
        </a:p>
      </dgm:t>
    </dgm:pt>
    <dgm:pt modelId="{DD0FF389-13CB-4384-8D36-DD14F274E691}" type="sibTrans" cxnId="{CAF77E81-36E1-49BC-815D-107AB10F1A81}">
      <dgm:prSet/>
      <dgm:spPr/>
      <dgm:t>
        <a:bodyPr/>
        <a:lstStyle/>
        <a:p>
          <a:endParaRPr lang="en-US"/>
        </a:p>
      </dgm:t>
    </dgm:pt>
    <dgm:pt modelId="{EFB44634-7AB5-4B34-A77F-6DC16B344268}">
      <dgm:prSet/>
      <dgm:spPr/>
      <dgm:t>
        <a:bodyPr/>
        <a:lstStyle/>
        <a:p>
          <a:r>
            <a:rPr lang="en-US" b="0" i="0"/>
            <a:t>Priority can be set. </a:t>
          </a:r>
          <a:endParaRPr lang="en-US"/>
        </a:p>
      </dgm:t>
    </dgm:pt>
    <dgm:pt modelId="{FB6DD017-8942-476F-BD20-E22D4F31838D}" type="parTrans" cxnId="{C5193C56-C93B-42E3-B67D-E34DEC029948}">
      <dgm:prSet/>
      <dgm:spPr/>
      <dgm:t>
        <a:bodyPr/>
        <a:lstStyle/>
        <a:p>
          <a:endParaRPr lang="en-US"/>
        </a:p>
      </dgm:t>
    </dgm:pt>
    <dgm:pt modelId="{62612F54-AE0F-4AB2-AD3B-111A7F6AE771}" type="sibTrans" cxnId="{C5193C56-C93B-42E3-B67D-E34DEC029948}">
      <dgm:prSet/>
      <dgm:spPr/>
      <dgm:t>
        <a:bodyPr/>
        <a:lstStyle/>
        <a:p>
          <a:endParaRPr lang="en-US"/>
        </a:p>
      </dgm:t>
    </dgm:pt>
    <dgm:pt modelId="{4BC5ED1C-7692-438B-93F1-72A02CD12B2C}">
      <dgm:prSet/>
      <dgm:spPr/>
      <dgm:t>
        <a:bodyPr/>
        <a:lstStyle/>
        <a:p>
          <a:r>
            <a:rPr lang="en-US" b="0" i="0"/>
            <a:t>Bypassing the handlers depending on the information received. </a:t>
          </a:r>
          <a:endParaRPr lang="en-US"/>
        </a:p>
      </dgm:t>
    </dgm:pt>
    <dgm:pt modelId="{C1C8D79A-9FB2-4362-B9DF-DCD5D279D000}" type="parTrans" cxnId="{5990D5D0-6815-416A-AACC-2364015EEEE1}">
      <dgm:prSet/>
      <dgm:spPr/>
      <dgm:t>
        <a:bodyPr/>
        <a:lstStyle/>
        <a:p>
          <a:endParaRPr lang="en-US"/>
        </a:p>
      </dgm:t>
    </dgm:pt>
    <dgm:pt modelId="{E912C670-F25E-464B-9944-93D6CCF42874}" type="sibTrans" cxnId="{5990D5D0-6815-416A-AACC-2364015EEEE1}">
      <dgm:prSet/>
      <dgm:spPr/>
      <dgm:t>
        <a:bodyPr/>
        <a:lstStyle/>
        <a:p>
          <a:endParaRPr lang="en-US"/>
        </a:p>
      </dgm:t>
    </dgm:pt>
    <dgm:pt modelId="{B0DAF829-D611-4FDD-9984-C30A499F8912}" type="pres">
      <dgm:prSet presAssocID="{B86CFBE6-17F2-4D41-9F5A-2299139F8A16}" presName="root" presStyleCnt="0">
        <dgm:presLayoutVars>
          <dgm:dir/>
          <dgm:resizeHandles val="exact"/>
        </dgm:presLayoutVars>
      </dgm:prSet>
      <dgm:spPr/>
    </dgm:pt>
    <dgm:pt modelId="{3D8BC272-D003-480D-BB8A-DB7C59E7FE2D}" type="pres">
      <dgm:prSet presAssocID="{8BEF5FD3-A3DE-4F93-B34F-FF07CB302B7B}" presName="compNode" presStyleCnt="0"/>
      <dgm:spPr/>
    </dgm:pt>
    <dgm:pt modelId="{C28C492E-7626-4490-849D-B43F8CC300A6}" type="pres">
      <dgm:prSet presAssocID="{8BEF5FD3-A3DE-4F93-B34F-FF07CB302B7B}" presName="bgRect" presStyleLbl="bgShp" presStyleIdx="0" presStyleCnt="3"/>
      <dgm:spPr/>
    </dgm:pt>
    <dgm:pt modelId="{C8BBAA06-EB61-442E-9CA1-2A17D1C0700C}" type="pres">
      <dgm:prSet presAssocID="{8BEF5FD3-A3DE-4F93-B34F-FF07CB302B7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664BD006-B2EE-42C3-A228-6422EB196707}" type="pres">
      <dgm:prSet presAssocID="{8BEF5FD3-A3DE-4F93-B34F-FF07CB302B7B}" presName="spaceRect" presStyleCnt="0"/>
      <dgm:spPr/>
    </dgm:pt>
    <dgm:pt modelId="{0D405664-7442-4075-BB98-0745FBF7FEA4}" type="pres">
      <dgm:prSet presAssocID="{8BEF5FD3-A3DE-4F93-B34F-FF07CB302B7B}" presName="parTx" presStyleLbl="revTx" presStyleIdx="0" presStyleCnt="4">
        <dgm:presLayoutVars>
          <dgm:chMax val="0"/>
          <dgm:chPref val="0"/>
        </dgm:presLayoutVars>
      </dgm:prSet>
      <dgm:spPr/>
    </dgm:pt>
    <dgm:pt modelId="{F0CF758B-06B0-43EE-B24A-9F8C1C6227D0}" type="pres">
      <dgm:prSet presAssocID="{04087D2D-5648-4FE7-A36C-C03611C49D0E}" presName="sibTrans" presStyleCnt="0"/>
      <dgm:spPr/>
    </dgm:pt>
    <dgm:pt modelId="{A5A8AC41-0080-4250-94E8-65322D937A45}" type="pres">
      <dgm:prSet presAssocID="{8B8E1D1B-FF1C-4AAB-A5F4-D8F4B1C0AAAB}" presName="compNode" presStyleCnt="0"/>
      <dgm:spPr/>
    </dgm:pt>
    <dgm:pt modelId="{91CB452B-385B-4DB4-B62B-01F78D5085D9}" type="pres">
      <dgm:prSet presAssocID="{8B8E1D1B-FF1C-4AAB-A5F4-D8F4B1C0AAAB}" presName="bgRect" presStyleLbl="bgShp" presStyleIdx="1" presStyleCnt="3"/>
      <dgm:spPr/>
    </dgm:pt>
    <dgm:pt modelId="{30395AC4-4DC9-4D19-B436-2E2F6C3DBC28}" type="pres">
      <dgm:prSet presAssocID="{8B8E1D1B-FF1C-4AAB-A5F4-D8F4B1C0AAA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w blade"/>
        </a:ext>
      </dgm:extLst>
    </dgm:pt>
    <dgm:pt modelId="{D5C8B357-41A3-47B1-99DC-D9D7895B4E0D}" type="pres">
      <dgm:prSet presAssocID="{8B8E1D1B-FF1C-4AAB-A5F4-D8F4B1C0AAAB}" presName="spaceRect" presStyleCnt="0"/>
      <dgm:spPr/>
    </dgm:pt>
    <dgm:pt modelId="{E1CB5527-DE84-4C96-86B3-0B680A8EF076}" type="pres">
      <dgm:prSet presAssocID="{8B8E1D1B-FF1C-4AAB-A5F4-D8F4B1C0AAAB}" presName="parTx" presStyleLbl="revTx" presStyleIdx="1" presStyleCnt="4">
        <dgm:presLayoutVars>
          <dgm:chMax val="0"/>
          <dgm:chPref val="0"/>
        </dgm:presLayoutVars>
      </dgm:prSet>
      <dgm:spPr/>
    </dgm:pt>
    <dgm:pt modelId="{2A3B490C-4972-4EBB-A3A6-C3BDAA4E0DBD}" type="pres">
      <dgm:prSet presAssocID="{C8B0A346-A864-43E0-832A-61710416D1A2}" presName="sibTrans" presStyleCnt="0"/>
      <dgm:spPr/>
    </dgm:pt>
    <dgm:pt modelId="{6363F528-E6BC-4DA9-9873-5D63BAD88E38}" type="pres">
      <dgm:prSet presAssocID="{C8C55362-FDDD-4FD1-8417-C16985BAEAE6}" presName="compNode" presStyleCnt="0"/>
      <dgm:spPr/>
    </dgm:pt>
    <dgm:pt modelId="{1CFC0BE2-A098-4528-9F92-13B3F6B31414}" type="pres">
      <dgm:prSet presAssocID="{C8C55362-FDDD-4FD1-8417-C16985BAEAE6}" presName="bgRect" presStyleLbl="bgShp" presStyleIdx="2" presStyleCnt="3"/>
      <dgm:spPr/>
    </dgm:pt>
    <dgm:pt modelId="{3CDDC23B-7A5E-414C-BA56-C64552EF3C6E}" type="pres">
      <dgm:prSet presAssocID="{C8C55362-FDDD-4FD1-8417-C16985BAEAE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F6C139CD-39A9-49A2-B946-887F7883D2FE}" type="pres">
      <dgm:prSet presAssocID="{C8C55362-FDDD-4FD1-8417-C16985BAEAE6}" presName="spaceRect" presStyleCnt="0"/>
      <dgm:spPr/>
    </dgm:pt>
    <dgm:pt modelId="{BB06A6CE-6006-4384-8F71-19DB7E4B9846}" type="pres">
      <dgm:prSet presAssocID="{C8C55362-FDDD-4FD1-8417-C16985BAEAE6}" presName="parTx" presStyleLbl="revTx" presStyleIdx="2" presStyleCnt="4">
        <dgm:presLayoutVars>
          <dgm:chMax val="0"/>
          <dgm:chPref val="0"/>
        </dgm:presLayoutVars>
      </dgm:prSet>
      <dgm:spPr/>
    </dgm:pt>
    <dgm:pt modelId="{3ECE06DA-6482-41D7-AC30-06E02DB43A51}" type="pres">
      <dgm:prSet presAssocID="{C8C55362-FDDD-4FD1-8417-C16985BAEAE6}" presName="desTx" presStyleLbl="revTx" presStyleIdx="3" presStyleCnt="4">
        <dgm:presLayoutVars/>
      </dgm:prSet>
      <dgm:spPr/>
    </dgm:pt>
  </dgm:ptLst>
  <dgm:cxnLst>
    <dgm:cxn modelId="{E764C31E-81BB-4FF1-8A65-220D45B60CA9}" type="presOf" srcId="{4BC5ED1C-7692-438B-93F1-72A02CD12B2C}" destId="{3ECE06DA-6482-41D7-AC30-06E02DB43A51}" srcOrd="0" destOrd="1" presId="urn:microsoft.com/office/officeart/2018/2/layout/IconVerticalSolidList"/>
    <dgm:cxn modelId="{F47FC632-470A-4E2A-83C9-F97B2A4E4710}" type="presOf" srcId="{B86CFBE6-17F2-4D41-9F5A-2299139F8A16}" destId="{B0DAF829-D611-4FDD-9984-C30A499F8912}" srcOrd="0" destOrd="0" presId="urn:microsoft.com/office/officeart/2018/2/layout/IconVerticalSolidList"/>
    <dgm:cxn modelId="{28B04838-7C36-4609-AFE2-1167B210E8E2}" type="presOf" srcId="{8B8E1D1B-FF1C-4AAB-A5F4-D8F4B1C0AAAB}" destId="{E1CB5527-DE84-4C96-86B3-0B680A8EF076}" srcOrd="0" destOrd="0" presId="urn:microsoft.com/office/officeart/2018/2/layout/IconVerticalSolidList"/>
    <dgm:cxn modelId="{5A1B6243-B92C-4129-9433-83733E6AF52F}" type="presOf" srcId="{C8C55362-FDDD-4FD1-8417-C16985BAEAE6}" destId="{BB06A6CE-6006-4384-8F71-19DB7E4B9846}" srcOrd="0" destOrd="0" presId="urn:microsoft.com/office/officeart/2018/2/layout/IconVerticalSolidList"/>
    <dgm:cxn modelId="{C5B42745-FAB1-47AB-A257-DA146AED3083}" type="presOf" srcId="{8BEF5FD3-A3DE-4F93-B34F-FF07CB302B7B}" destId="{0D405664-7442-4075-BB98-0745FBF7FEA4}" srcOrd="0" destOrd="0" presId="urn:microsoft.com/office/officeart/2018/2/layout/IconVerticalSolidList"/>
    <dgm:cxn modelId="{AE7EB56B-0865-4425-9C90-11F53F60E26C}" type="presOf" srcId="{EFB44634-7AB5-4B34-A77F-6DC16B344268}" destId="{3ECE06DA-6482-41D7-AC30-06E02DB43A51}" srcOrd="0" destOrd="0" presId="urn:microsoft.com/office/officeart/2018/2/layout/IconVerticalSolidList"/>
    <dgm:cxn modelId="{C5193C56-C93B-42E3-B67D-E34DEC029948}" srcId="{C8C55362-FDDD-4FD1-8417-C16985BAEAE6}" destId="{EFB44634-7AB5-4B34-A77F-6DC16B344268}" srcOrd="0" destOrd="0" parTransId="{FB6DD017-8942-476F-BD20-E22D4F31838D}" sibTransId="{62612F54-AE0F-4AB2-AD3B-111A7F6AE771}"/>
    <dgm:cxn modelId="{CAF77E81-36E1-49BC-815D-107AB10F1A81}" srcId="{B86CFBE6-17F2-4D41-9F5A-2299139F8A16}" destId="{C8C55362-FDDD-4FD1-8417-C16985BAEAE6}" srcOrd="2" destOrd="0" parTransId="{4BD677C8-F27F-46E3-9252-E89A1C074041}" sibTransId="{DD0FF389-13CB-4384-8D36-DD14F274E691}"/>
    <dgm:cxn modelId="{0C2CE29F-69AB-4F87-B595-8E843ACBC5E6}" srcId="{B86CFBE6-17F2-4D41-9F5A-2299139F8A16}" destId="{8BEF5FD3-A3DE-4F93-B34F-FF07CB302B7B}" srcOrd="0" destOrd="0" parTransId="{9C503B75-2AD2-4696-A524-6F41CB63F31F}" sibTransId="{04087D2D-5648-4FE7-A36C-C03611C49D0E}"/>
    <dgm:cxn modelId="{5990D5D0-6815-416A-AACC-2364015EEEE1}" srcId="{C8C55362-FDDD-4FD1-8417-C16985BAEAE6}" destId="{4BC5ED1C-7692-438B-93F1-72A02CD12B2C}" srcOrd="1" destOrd="0" parTransId="{C1C8D79A-9FB2-4362-B9DF-DCD5D279D000}" sibTransId="{E912C670-F25E-464B-9944-93D6CCF42874}"/>
    <dgm:cxn modelId="{BECB94EA-23CD-480E-A75E-EDF90199845F}" srcId="{B86CFBE6-17F2-4D41-9F5A-2299139F8A16}" destId="{8B8E1D1B-FF1C-4AAB-A5F4-D8F4B1C0AAAB}" srcOrd="1" destOrd="0" parTransId="{08DBB6B1-E1CA-46F6-914F-9D92D74CA667}" sibTransId="{C8B0A346-A864-43E0-832A-61710416D1A2}"/>
    <dgm:cxn modelId="{26237FD0-E678-4B70-A6F7-07A597009434}" type="presParOf" srcId="{B0DAF829-D611-4FDD-9984-C30A499F8912}" destId="{3D8BC272-D003-480D-BB8A-DB7C59E7FE2D}" srcOrd="0" destOrd="0" presId="urn:microsoft.com/office/officeart/2018/2/layout/IconVerticalSolidList"/>
    <dgm:cxn modelId="{7E37457B-811D-4EC8-880E-8B2028D78B3D}" type="presParOf" srcId="{3D8BC272-D003-480D-BB8A-DB7C59E7FE2D}" destId="{C28C492E-7626-4490-849D-B43F8CC300A6}" srcOrd="0" destOrd="0" presId="urn:microsoft.com/office/officeart/2018/2/layout/IconVerticalSolidList"/>
    <dgm:cxn modelId="{05FE14EE-DF97-4654-B2A2-646401572BC4}" type="presParOf" srcId="{3D8BC272-D003-480D-BB8A-DB7C59E7FE2D}" destId="{C8BBAA06-EB61-442E-9CA1-2A17D1C0700C}" srcOrd="1" destOrd="0" presId="urn:microsoft.com/office/officeart/2018/2/layout/IconVerticalSolidList"/>
    <dgm:cxn modelId="{1DCE3AAF-19B4-49F3-BBEE-0B83C4E66389}" type="presParOf" srcId="{3D8BC272-D003-480D-BB8A-DB7C59E7FE2D}" destId="{664BD006-B2EE-42C3-A228-6422EB196707}" srcOrd="2" destOrd="0" presId="urn:microsoft.com/office/officeart/2018/2/layout/IconVerticalSolidList"/>
    <dgm:cxn modelId="{86C52BD6-C3D2-42CB-8369-4DC941197E1B}" type="presParOf" srcId="{3D8BC272-D003-480D-BB8A-DB7C59E7FE2D}" destId="{0D405664-7442-4075-BB98-0745FBF7FEA4}" srcOrd="3" destOrd="0" presId="urn:microsoft.com/office/officeart/2018/2/layout/IconVerticalSolidList"/>
    <dgm:cxn modelId="{0064951F-19A0-4E14-9CD4-B33E1FD71CC0}" type="presParOf" srcId="{B0DAF829-D611-4FDD-9984-C30A499F8912}" destId="{F0CF758B-06B0-43EE-B24A-9F8C1C6227D0}" srcOrd="1" destOrd="0" presId="urn:microsoft.com/office/officeart/2018/2/layout/IconVerticalSolidList"/>
    <dgm:cxn modelId="{90013E8B-C6BD-4E07-8499-3A2D53F7F488}" type="presParOf" srcId="{B0DAF829-D611-4FDD-9984-C30A499F8912}" destId="{A5A8AC41-0080-4250-94E8-65322D937A45}" srcOrd="2" destOrd="0" presId="urn:microsoft.com/office/officeart/2018/2/layout/IconVerticalSolidList"/>
    <dgm:cxn modelId="{63EFF1C5-7165-4F5E-8199-7E3CD4974C7C}" type="presParOf" srcId="{A5A8AC41-0080-4250-94E8-65322D937A45}" destId="{91CB452B-385B-4DB4-B62B-01F78D5085D9}" srcOrd="0" destOrd="0" presId="urn:microsoft.com/office/officeart/2018/2/layout/IconVerticalSolidList"/>
    <dgm:cxn modelId="{8005105C-00AB-4179-B2F5-A3DFDED81614}" type="presParOf" srcId="{A5A8AC41-0080-4250-94E8-65322D937A45}" destId="{30395AC4-4DC9-4D19-B436-2E2F6C3DBC28}" srcOrd="1" destOrd="0" presId="urn:microsoft.com/office/officeart/2018/2/layout/IconVerticalSolidList"/>
    <dgm:cxn modelId="{73D176DE-56D6-49C2-A807-9AB393EAA130}" type="presParOf" srcId="{A5A8AC41-0080-4250-94E8-65322D937A45}" destId="{D5C8B357-41A3-47B1-99DC-D9D7895B4E0D}" srcOrd="2" destOrd="0" presId="urn:microsoft.com/office/officeart/2018/2/layout/IconVerticalSolidList"/>
    <dgm:cxn modelId="{3A3C6924-7E11-4320-A1E0-56827018B286}" type="presParOf" srcId="{A5A8AC41-0080-4250-94E8-65322D937A45}" destId="{E1CB5527-DE84-4C96-86B3-0B680A8EF076}" srcOrd="3" destOrd="0" presId="urn:microsoft.com/office/officeart/2018/2/layout/IconVerticalSolidList"/>
    <dgm:cxn modelId="{DA3C169A-64F2-4ADA-8BE2-BE25CD607617}" type="presParOf" srcId="{B0DAF829-D611-4FDD-9984-C30A499F8912}" destId="{2A3B490C-4972-4EBB-A3A6-C3BDAA4E0DBD}" srcOrd="3" destOrd="0" presId="urn:microsoft.com/office/officeart/2018/2/layout/IconVerticalSolidList"/>
    <dgm:cxn modelId="{62313A55-6916-40E2-AA7B-0EB0235EF2EA}" type="presParOf" srcId="{B0DAF829-D611-4FDD-9984-C30A499F8912}" destId="{6363F528-E6BC-4DA9-9873-5D63BAD88E38}" srcOrd="4" destOrd="0" presId="urn:microsoft.com/office/officeart/2018/2/layout/IconVerticalSolidList"/>
    <dgm:cxn modelId="{069852C0-27A2-48FF-B27E-09C6DB2B30E4}" type="presParOf" srcId="{6363F528-E6BC-4DA9-9873-5D63BAD88E38}" destId="{1CFC0BE2-A098-4528-9F92-13B3F6B31414}" srcOrd="0" destOrd="0" presId="urn:microsoft.com/office/officeart/2018/2/layout/IconVerticalSolidList"/>
    <dgm:cxn modelId="{EE4005FC-1456-437A-9A92-A2C3D556872E}" type="presParOf" srcId="{6363F528-E6BC-4DA9-9873-5D63BAD88E38}" destId="{3CDDC23B-7A5E-414C-BA56-C64552EF3C6E}" srcOrd="1" destOrd="0" presId="urn:microsoft.com/office/officeart/2018/2/layout/IconVerticalSolidList"/>
    <dgm:cxn modelId="{88F29128-4C41-4BF4-A5B3-B54231628B2F}" type="presParOf" srcId="{6363F528-E6BC-4DA9-9873-5D63BAD88E38}" destId="{F6C139CD-39A9-49A2-B946-887F7883D2FE}" srcOrd="2" destOrd="0" presId="urn:microsoft.com/office/officeart/2018/2/layout/IconVerticalSolidList"/>
    <dgm:cxn modelId="{1AA4419F-004B-4A4E-9003-ED08BCC1DC04}" type="presParOf" srcId="{6363F528-E6BC-4DA9-9873-5D63BAD88E38}" destId="{BB06A6CE-6006-4384-8F71-19DB7E4B9846}" srcOrd="3" destOrd="0" presId="urn:microsoft.com/office/officeart/2018/2/layout/IconVerticalSolidList"/>
    <dgm:cxn modelId="{BB1665A0-8CBF-4706-B711-877F5148ADFA}" type="presParOf" srcId="{6363F528-E6BC-4DA9-9873-5D63BAD88E38}" destId="{3ECE06DA-6482-41D7-AC30-06E02DB43A51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9C100C-E150-4380-AA70-7990A8A1A21F}">
      <dsp:nvSpPr>
        <dsp:cNvPr id="0" name=""/>
        <dsp:cNvSpPr/>
      </dsp:nvSpPr>
      <dsp:spPr>
        <a:xfrm>
          <a:off x="242540" y="0"/>
          <a:ext cx="2585922" cy="363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rial"/>
              <a:ea typeface="+mn-ea"/>
              <a:cs typeface="+mn-cs"/>
            </a:rPr>
            <a:t>Creational</a:t>
          </a:r>
          <a:r>
            <a:rPr lang="en-US" sz="2000" b="1" kern="1200"/>
            <a:t> (5)</a:t>
          </a:r>
        </a:p>
      </dsp:txBody>
      <dsp:txXfrm>
        <a:off x="253176" y="10636"/>
        <a:ext cx="2564650" cy="341860"/>
      </dsp:txXfrm>
    </dsp:sp>
    <dsp:sp modelId="{2345C84C-55F9-4323-BCFB-15982D922E90}">
      <dsp:nvSpPr>
        <dsp:cNvPr id="0" name=""/>
        <dsp:cNvSpPr/>
      </dsp:nvSpPr>
      <dsp:spPr>
        <a:xfrm>
          <a:off x="189296" y="429517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F2E92-ECAF-4744-B20C-3B1B8FB0B0E2}">
      <dsp:nvSpPr>
        <dsp:cNvPr id="0" name=""/>
        <dsp:cNvSpPr/>
      </dsp:nvSpPr>
      <dsp:spPr>
        <a:xfrm>
          <a:off x="574216" y="42951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Factory</a:t>
          </a:r>
        </a:p>
      </dsp:txBody>
      <dsp:txXfrm>
        <a:off x="591946" y="447247"/>
        <a:ext cx="2165541" cy="327672"/>
      </dsp:txXfrm>
    </dsp:sp>
    <dsp:sp modelId="{D0D168E3-1E55-4E4B-8795-EEF0CD8A1856}">
      <dsp:nvSpPr>
        <dsp:cNvPr id="0" name=""/>
        <dsp:cNvSpPr/>
      </dsp:nvSpPr>
      <dsp:spPr>
        <a:xfrm>
          <a:off x="189296" y="83622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545458"/>
            <a:satOff val="699"/>
            <a:lumOff val="187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722E23-6447-4473-B5C0-58683C5C0AF1}">
      <dsp:nvSpPr>
        <dsp:cNvPr id="0" name=""/>
        <dsp:cNvSpPr/>
      </dsp:nvSpPr>
      <dsp:spPr>
        <a:xfrm>
          <a:off x="574216" y="83622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545458"/>
            <a:satOff val="699"/>
            <a:lumOff val="187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Abstract Factory</a:t>
          </a:r>
        </a:p>
      </dsp:txBody>
      <dsp:txXfrm>
        <a:off x="591946" y="853955"/>
        <a:ext cx="2165541" cy="327672"/>
      </dsp:txXfrm>
    </dsp:sp>
    <dsp:sp modelId="{F46AB5A2-873D-4B13-B13A-496FE8CDCDCD}">
      <dsp:nvSpPr>
        <dsp:cNvPr id="0" name=""/>
        <dsp:cNvSpPr/>
      </dsp:nvSpPr>
      <dsp:spPr>
        <a:xfrm>
          <a:off x="189296" y="1242934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DB289B-ED83-47B2-AE0B-9D0FA9B3FB77}">
      <dsp:nvSpPr>
        <dsp:cNvPr id="0" name=""/>
        <dsp:cNvSpPr/>
      </dsp:nvSpPr>
      <dsp:spPr>
        <a:xfrm>
          <a:off x="574216" y="1242934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090915"/>
            <a:satOff val="1399"/>
            <a:lumOff val="37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Singleton</a:t>
          </a:r>
        </a:p>
      </dsp:txBody>
      <dsp:txXfrm>
        <a:off x="591946" y="1260664"/>
        <a:ext cx="2165541" cy="327672"/>
      </dsp:txXfrm>
    </dsp:sp>
    <dsp:sp modelId="{BF4D439D-DD97-4AF3-81AF-A3C89FA119D4}">
      <dsp:nvSpPr>
        <dsp:cNvPr id="0" name=""/>
        <dsp:cNvSpPr/>
      </dsp:nvSpPr>
      <dsp:spPr>
        <a:xfrm>
          <a:off x="189296" y="164964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636373"/>
            <a:satOff val="2098"/>
            <a:lumOff val="56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B8507-F1ED-4615-8612-83685BBED448}">
      <dsp:nvSpPr>
        <dsp:cNvPr id="0" name=""/>
        <dsp:cNvSpPr/>
      </dsp:nvSpPr>
      <dsp:spPr>
        <a:xfrm>
          <a:off x="574216" y="164964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636373"/>
            <a:satOff val="2098"/>
            <a:lumOff val="56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Prototype</a:t>
          </a:r>
        </a:p>
      </dsp:txBody>
      <dsp:txXfrm>
        <a:off x="591946" y="1667373"/>
        <a:ext cx="2165541" cy="327672"/>
      </dsp:txXfrm>
    </dsp:sp>
    <dsp:sp modelId="{E050190B-98CC-46A6-BF44-5A0777207822}">
      <dsp:nvSpPr>
        <dsp:cNvPr id="0" name=""/>
        <dsp:cNvSpPr/>
      </dsp:nvSpPr>
      <dsp:spPr>
        <a:xfrm>
          <a:off x="189296" y="2056351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2181831"/>
            <a:satOff val="2797"/>
            <a:lumOff val="748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9F6772-553F-4464-971E-4D6EC3811E40}">
      <dsp:nvSpPr>
        <dsp:cNvPr id="0" name=""/>
        <dsp:cNvSpPr/>
      </dsp:nvSpPr>
      <dsp:spPr>
        <a:xfrm>
          <a:off x="574216" y="2056351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2181831"/>
            <a:satOff val="2797"/>
            <a:lumOff val="748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Builder</a:t>
          </a:r>
        </a:p>
      </dsp:txBody>
      <dsp:txXfrm>
        <a:off x="591946" y="2074081"/>
        <a:ext cx="2165541" cy="327672"/>
      </dsp:txXfrm>
    </dsp:sp>
    <dsp:sp modelId="{A724DE05-5801-48B6-B620-AD479B725240}">
      <dsp:nvSpPr>
        <dsp:cNvPr id="0" name=""/>
        <dsp:cNvSpPr/>
      </dsp:nvSpPr>
      <dsp:spPr>
        <a:xfrm>
          <a:off x="3033811" y="1020"/>
          <a:ext cx="2585922" cy="363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Structural (7)</a:t>
          </a:r>
          <a:endParaRPr lang="en-US" sz="2100" kern="1200"/>
        </a:p>
      </dsp:txBody>
      <dsp:txXfrm>
        <a:off x="3044447" y="11656"/>
        <a:ext cx="2564650" cy="341860"/>
      </dsp:txXfrm>
    </dsp:sp>
    <dsp:sp modelId="{497DCF19-8D53-422B-922F-049BEE4D63EB}">
      <dsp:nvSpPr>
        <dsp:cNvPr id="0" name=""/>
        <dsp:cNvSpPr/>
      </dsp:nvSpPr>
      <dsp:spPr>
        <a:xfrm>
          <a:off x="3033811" y="429517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F550E2-AF53-4F0D-97D6-0CB4FB98BD14}">
      <dsp:nvSpPr>
        <dsp:cNvPr id="0" name=""/>
        <dsp:cNvSpPr/>
      </dsp:nvSpPr>
      <dsp:spPr>
        <a:xfrm>
          <a:off x="3418731" y="42951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2727289"/>
            <a:satOff val="3497"/>
            <a:lumOff val="93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Adapter</a:t>
          </a:r>
        </a:p>
      </dsp:txBody>
      <dsp:txXfrm>
        <a:off x="3436461" y="447247"/>
        <a:ext cx="2165541" cy="327672"/>
      </dsp:txXfrm>
    </dsp:sp>
    <dsp:sp modelId="{A913864A-4C21-4370-8497-A818BD170A8C}">
      <dsp:nvSpPr>
        <dsp:cNvPr id="0" name=""/>
        <dsp:cNvSpPr/>
      </dsp:nvSpPr>
      <dsp:spPr>
        <a:xfrm>
          <a:off x="3033811" y="83622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3272746"/>
            <a:satOff val="4196"/>
            <a:lumOff val="112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3C715B-3942-405E-9B40-48EE24955C90}">
      <dsp:nvSpPr>
        <dsp:cNvPr id="0" name=""/>
        <dsp:cNvSpPr/>
      </dsp:nvSpPr>
      <dsp:spPr>
        <a:xfrm>
          <a:off x="3418731" y="83622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3272746"/>
            <a:satOff val="4196"/>
            <a:lumOff val="112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Bridge</a:t>
          </a:r>
        </a:p>
      </dsp:txBody>
      <dsp:txXfrm>
        <a:off x="3436461" y="853955"/>
        <a:ext cx="2165541" cy="327672"/>
      </dsp:txXfrm>
    </dsp:sp>
    <dsp:sp modelId="{5FBD51F4-9665-4409-BB24-104F93CC76F4}">
      <dsp:nvSpPr>
        <dsp:cNvPr id="0" name=""/>
        <dsp:cNvSpPr/>
      </dsp:nvSpPr>
      <dsp:spPr>
        <a:xfrm>
          <a:off x="3033811" y="1242934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3818204"/>
            <a:satOff val="4895"/>
            <a:lumOff val="131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30DA05-85B9-4111-AE25-F10BEDD17D53}">
      <dsp:nvSpPr>
        <dsp:cNvPr id="0" name=""/>
        <dsp:cNvSpPr/>
      </dsp:nvSpPr>
      <dsp:spPr>
        <a:xfrm>
          <a:off x="3418731" y="1242934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3818204"/>
            <a:satOff val="4895"/>
            <a:lumOff val="131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Composite</a:t>
          </a:r>
        </a:p>
      </dsp:txBody>
      <dsp:txXfrm>
        <a:off x="3436461" y="1260664"/>
        <a:ext cx="2165541" cy="327672"/>
      </dsp:txXfrm>
    </dsp:sp>
    <dsp:sp modelId="{CFAB9D68-0FFD-4703-8B03-C95501F159AE}">
      <dsp:nvSpPr>
        <dsp:cNvPr id="0" name=""/>
        <dsp:cNvSpPr/>
      </dsp:nvSpPr>
      <dsp:spPr>
        <a:xfrm>
          <a:off x="3033811" y="1649643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93FDD-C574-4EE8-B98A-6203A9F1C55C}">
      <dsp:nvSpPr>
        <dsp:cNvPr id="0" name=""/>
        <dsp:cNvSpPr/>
      </dsp:nvSpPr>
      <dsp:spPr>
        <a:xfrm>
          <a:off x="3418731" y="164964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4363662"/>
            <a:satOff val="5595"/>
            <a:lumOff val="149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Decorator</a:t>
          </a:r>
        </a:p>
      </dsp:txBody>
      <dsp:txXfrm>
        <a:off x="3436461" y="1667373"/>
        <a:ext cx="2165541" cy="327672"/>
      </dsp:txXfrm>
    </dsp:sp>
    <dsp:sp modelId="{50A16B23-398D-42A3-A812-C0B022B6E6FF}">
      <dsp:nvSpPr>
        <dsp:cNvPr id="0" name=""/>
        <dsp:cNvSpPr/>
      </dsp:nvSpPr>
      <dsp:spPr>
        <a:xfrm>
          <a:off x="3033811" y="2056351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4BC17D-3F94-4113-A212-9BF8D6AA416C}">
      <dsp:nvSpPr>
        <dsp:cNvPr id="0" name=""/>
        <dsp:cNvSpPr/>
      </dsp:nvSpPr>
      <dsp:spPr>
        <a:xfrm>
          <a:off x="3418731" y="2056351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4909119"/>
            <a:satOff val="6294"/>
            <a:lumOff val="168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Facade</a:t>
          </a:r>
        </a:p>
      </dsp:txBody>
      <dsp:txXfrm>
        <a:off x="3436461" y="2074081"/>
        <a:ext cx="2165541" cy="327672"/>
      </dsp:txXfrm>
    </dsp:sp>
    <dsp:sp modelId="{FFC86059-D624-40FC-9764-7169490CE198}">
      <dsp:nvSpPr>
        <dsp:cNvPr id="0" name=""/>
        <dsp:cNvSpPr/>
      </dsp:nvSpPr>
      <dsp:spPr>
        <a:xfrm>
          <a:off x="3033811" y="2463060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5454577"/>
            <a:satOff val="6993"/>
            <a:lumOff val="1871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55510D-29A6-4A95-A7C6-259A149A787E}">
      <dsp:nvSpPr>
        <dsp:cNvPr id="0" name=""/>
        <dsp:cNvSpPr/>
      </dsp:nvSpPr>
      <dsp:spPr>
        <a:xfrm>
          <a:off x="3418731" y="2463060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5454577"/>
            <a:satOff val="6993"/>
            <a:lumOff val="1871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Flyweight</a:t>
          </a:r>
        </a:p>
      </dsp:txBody>
      <dsp:txXfrm>
        <a:off x="3436461" y="2480790"/>
        <a:ext cx="2165541" cy="327672"/>
      </dsp:txXfrm>
    </dsp:sp>
    <dsp:sp modelId="{D504AA15-27E5-41D8-8629-A6ECB151CDB0}">
      <dsp:nvSpPr>
        <dsp:cNvPr id="0" name=""/>
        <dsp:cNvSpPr/>
      </dsp:nvSpPr>
      <dsp:spPr>
        <a:xfrm>
          <a:off x="3033811" y="2869769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042E1F-45D6-4DE1-BD0B-45E38C20E5C9}">
      <dsp:nvSpPr>
        <dsp:cNvPr id="0" name=""/>
        <dsp:cNvSpPr/>
      </dsp:nvSpPr>
      <dsp:spPr>
        <a:xfrm>
          <a:off x="3418731" y="2869769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6000035"/>
            <a:satOff val="7693"/>
            <a:lumOff val="20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Proxy</a:t>
          </a:r>
        </a:p>
      </dsp:txBody>
      <dsp:txXfrm>
        <a:off x="3436461" y="2887499"/>
        <a:ext cx="2165541" cy="327672"/>
      </dsp:txXfrm>
    </dsp:sp>
    <dsp:sp modelId="{4D3154D6-B60F-4022-9AFC-B9D0CC58C21F}">
      <dsp:nvSpPr>
        <dsp:cNvPr id="0" name=""/>
        <dsp:cNvSpPr/>
      </dsp:nvSpPr>
      <dsp:spPr>
        <a:xfrm>
          <a:off x="5878326" y="1020"/>
          <a:ext cx="2585922" cy="363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Behavioral (11)</a:t>
          </a:r>
          <a:endParaRPr lang="en-US" sz="2100" kern="1200"/>
        </a:p>
      </dsp:txBody>
      <dsp:txXfrm>
        <a:off x="5888962" y="11656"/>
        <a:ext cx="2564650" cy="341860"/>
      </dsp:txXfrm>
    </dsp:sp>
    <dsp:sp modelId="{B9B055B9-C3CD-48B7-B982-D475ACFCD0E7}">
      <dsp:nvSpPr>
        <dsp:cNvPr id="0" name=""/>
        <dsp:cNvSpPr/>
      </dsp:nvSpPr>
      <dsp:spPr>
        <a:xfrm>
          <a:off x="5878326" y="429517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3"/>
          <a:srcRect/>
          <a:stretch>
            <a:fillRect l="-5000" r="-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F5B22-9739-4875-8F2A-14FA0D289BE9}">
      <dsp:nvSpPr>
        <dsp:cNvPr id="0" name=""/>
        <dsp:cNvSpPr/>
      </dsp:nvSpPr>
      <dsp:spPr>
        <a:xfrm>
          <a:off x="6263246" y="42951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6545493"/>
            <a:satOff val="8392"/>
            <a:lumOff val="2246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Chain Of Responsibility</a:t>
          </a:r>
        </a:p>
      </dsp:txBody>
      <dsp:txXfrm>
        <a:off x="6280976" y="447247"/>
        <a:ext cx="2165541" cy="327672"/>
      </dsp:txXfrm>
    </dsp:sp>
    <dsp:sp modelId="{5D5442EE-7BC0-45BF-BF5D-9AE81721EA0F}">
      <dsp:nvSpPr>
        <dsp:cNvPr id="0" name=""/>
        <dsp:cNvSpPr/>
      </dsp:nvSpPr>
      <dsp:spPr>
        <a:xfrm>
          <a:off x="5878326" y="83622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7090950"/>
            <a:satOff val="9091"/>
            <a:lumOff val="243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FB898-050E-4138-B88D-B75B5CEB2255}">
      <dsp:nvSpPr>
        <dsp:cNvPr id="0" name=""/>
        <dsp:cNvSpPr/>
      </dsp:nvSpPr>
      <dsp:spPr>
        <a:xfrm>
          <a:off x="6263246" y="83622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7090950"/>
            <a:satOff val="9091"/>
            <a:lumOff val="243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Command</a:t>
          </a:r>
        </a:p>
      </dsp:txBody>
      <dsp:txXfrm>
        <a:off x="6280976" y="853955"/>
        <a:ext cx="2165541" cy="327672"/>
      </dsp:txXfrm>
    </dsp:sp>
    <dsp:sp modelId="{88D5AF92-C238-42D8-8770-67DBBF923132}">
      <dsp:nvSpPr>
        <dsp:cNvPr id="0" name=""/>
        <dsp:cNvSpPr/>
      </dsp:nvSpPr>
      <dsp:spPr>
        <a:xfrm>
          <a:off x="5878326" y="1242934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7636408"/>
            <a:satOff val="9790"/>
            <a:lumOff val="2620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425D0-DE52-4B8D-AC4F-9BE04CC87064}">
      <dsp:nvSpPr>
        <dsp:cNvPr id="0" name=""/>
        <dsp:cNvSpPr/>
      </dsp:nvSpPr>
      <dsp:spPr>
        <a:xfrm>
          <a:off x="6263246" y="1242934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7636408"/>
            <a:satOff val="9790"/>
            <a:lumOff val="2620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Interpreter</a:t>
          </a:r>
        </a:p>
      </dsp:txBody>
      <dsp:txXfrm>
        <a:off x="6280976" y="1260664"/>
        <a:ext cx="2165541" cy="327672"/>
      </dsp:txXfrm>
    </dsp:sp>
    <dsp:sp modelId="{9C39108E-435B-4162-8581-48791C073AA9}">
      <dsp:nvSpPr>
        <dsp:cNvPr id="0" name=""/>
        <dsp:cNvSpPr/>
      </dsp:nvSpPr>
      <dsp:spPr>
        <a:xfrm>
          <a:off x="5878326" y="164964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8181866"/>
            <a:satOff val="10490"/>
            <a:lumOff val="280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CC417-1186-4230-AD5B-6D91D113EF0C}">
      <dsp:nvSpPr>
        <dsp:cNvPr id="0" name=""/>
        <dsp:cNvSpPr/>
      </dsp:nvSpPr>
      <dsp:spPr>
        <a:xfrm>
          <a:off x="6263246" y="164964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8181866"/>
            <a:satOff val="10490"/>
            <a:lumOff val="280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Iterator</a:t>
          </a:r>
        </a:p>
      </dsp:txBody>
      <dsp:txXfrm>
        <a:off x="6280976" y="1667373"/>
        <a:ext cx="2165541" cy="327672"/>
      </dsp:txXfrm>
    </dsp:sp>
    <dsp:sp modelId="{3B215195-5F87-4FEF-BD94-13AA26E875F2}">
      <dsp:nvSpPr>
        <dsp:cNvPr id="0" name=""/>
        <dsp:cNvSpPr/>
      </dsp:nvSpPr>
      <dsp:spPr>
        <a:xfrm>
          <a:off x="5878326" y="2056351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8727324"/>
            <a:satOff val="11189"/>
            <a:lumOff val="2994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B3C14E-245F-4F4B-A0DE-399F2F631D0F}">
      <dsp:nvSpPr>
        <dsp:cNvPr id="0" name=""/>
        <dsp:cNvSpPr/>
      </dsp:nvSpPr>
      <dsp:spPr>
        <a:xfrm>
          <a:off x="6263246" y="2056351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8727324"/>
            <a:satOff val="11189"/>
            <a:lumOff val="2994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Mediator</a:t>
          </a:r>
        </a:p>
      </dsp:txBody>
      <dsp:txXfrm>
        <a:off x="6280976" y="2074081"/>
        <a:ext cx="2165541" cy="327672"/>
      </dsp:txXfrm>
    </dsp:sp>
    <dsp:sp modelId="{E100C3B7-2558-4803-9D91-8B820ED963D1}">
      <dsp:nvSpPr>
        <dsp:cNvPr id="0" name=""/>
        <dsp:cNvSpPr/>
      </dsp:nvSpPr>
      <dsp:spPr>
        <a:xfrm>
          <a:off x="5878326" y="2463060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9272780"/>
            <a:satOff val="11888"/>
            <a:lumOff val="3181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7638FC-A3FB-4A3D-88A3-C0CDD0967E72}">
      <dsp:nvSpPr>
        <dsp:cNvPr id="0" name=""/>
        <dsp:cNvSpPr/>
      </dsp:nvSpPr>
      <dsp:spPr>
        <a:xfrm>
          <a:off x="6263246" y="2463060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9272780"/>
            <a:satOff val="11888"/>
            <a:lumOff val="3181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Memento</a:t>
          </a:r>
        </a:p>
      </dsp:txBody>
      <dsp:txXfrm>
        <a:off x="6280976" y="2480790"/>
        <a:ext cx="2165541" cy="327672"/>
      </dsp:txXfrm>
    </dsp:sp>
    <dsp:sp modelId="{A34491CD-89CF-497C-82D5-2DD271105377}">
      <dsp:nvSpPr>
        <dsp:cNvPr id="0" name=""/>
        <dsp:cNvSpPr/>
      </dsp:nvSpPr>
      <dsp:spPr>
        <a:xfrm>
          <a:off x="5878326" y="2869769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9818239"/>
            <a:satOff val="12588"/>
            <a:lumOff val="3368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DA641-69E2-4809-A5D5-A91757C8D4FA}">
      <dsp:nvSpPr>
        <dsp:cNvPr id="0" name=""/>
        <dsp:cNvSpPr/>
      </dsp:nvSpPr>
      <dsp:spPr>
        <a:xfrm>
          <a:off x="6263246" y="2869769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9818239"/>
            <a:satOff val="12588"/>
            <a:lumOff val="3368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Observer</a:t>
          </a:r>
        </a:p>
      </dsp:txBody>
      <dsp:txXfrm>
        <a:off x="6280976" y="2887499"/>
        <a:ext cx="2165541" cy="327672"/>
      </dsp:txXfrm>
    </dsp:sp>
    <dsp:sp modelId="{3F4B38C7-0136-419B-B716-232B61B33FCB}">
      <dsp:nvSpPr>
        <dsp:cNvPr id="0" name=""/>
        <dsp:cNvSpPr/>
      </dsp:nvSpPr>
      <dsp:spPr>
        <a:xfrm>
          <a:off x="5878326" y="3276477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0363696"/>
            <a:satOff val="13287"/>
            <a:lumOff val="355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2A943A-717C-4943-BB94-BA88234539BB}">
      <dsp:nvSpPr>
        <dsp:cNvPr id="0" name=""/>
        <dsp:cNvSpPr/>
      </dsp:nvSpPr>
      <dsp:spPr>
        <a:xfrm>
          <a:off x="6263246" y="327647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0363696"/>
            <a:satOff val="13287"/>
            <a:lumOff val="355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State</a:t>
          </a:r>
        </a:p>
      </dsp:txBody>
      <dsp:txXfrm>
        <a:off x="6280976" y="3294207"/>
        <a:ext cx="2165541" cy="327672"/>
      </dsp:txXfrm>
    </dsp:sp>
    <dsp:sp modelId="{A6ABA017-0D10-44C5-BCEE-CD0DF141B535}">
      <dsp:nvSpPr>
        <dsp:cNvPr id="0" name=""/>
        <dsp:cNvSpPr/>
      </dsp:nvSpPr>
      <dsp:spPr>
        <a:xfrm>
          <a:off x="5878326" y="3683186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0909155"/>
            <a:satOff val="13986"/>
            <a:lumOff val="3743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FE1128-ED55-446C-BE19-3C8A7A92491F}">
      <dsp:nvSpPr>
        <dsp:cNvPr id="0" name=""/>
        <dsp:cNvSpPr/>
      </dsp:nvSpPr>
      <dsp:spPr>
        <a:xfrm>
          <a:off x="6263246" y="3683186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0909155"/>
            <a:satOff val="13986"/>
            <a:lumOff val="3743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Strategy</a:t>
          </a:r>
        </a:p>
      </dsp:txBody>
      <dsp:txXfrm>
        <a:off x="6280976" y="3700916"/>
        <a:ext cx="2165541" cy="327672"/>
      </dsp:txXfrm>
    </dsp:sp>
    <dsp:sp modelId="{6AD8CABF-9F91-442C-87AD-408B65C5EF05}">
      <dsp:nvSpPr>
        <dsp:cNvPr id="0" name=""/>
        <dsp:cNvSpPr/>
      </dsp:nvSpPr>
      <dsp:spPr>
        <a:xfrm>
          <a:off x="5878326" y="4089895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4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DA73C-3FD8-486A-9E82-DB3EEDBC6509}">
      <dsp:nvSpPr>
        <dsp:cNvPr id="0" name=""/>
        <dsp:cNvSpPr/>
      </dsp:nvSpPr>
      <dsp:spPr>
        <a:xfrm>
          <a:off x="6263246" y="408989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1454612"/>
            <a:satOff val="14686"/>
            <a:lumOff val="3930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Template</a:t>
          </a:r>
        </a:p>
      </dsp:txBody>
      <dsp:txXfrm>
        <a:off x="6280976" y="4107625"/>
        <a:ext cx="2165541" cy="327672"/>
      </dsp:txXfrm>
    </dsp:sp>
    <dsp:sp modelId="{D01E2590-24C4-4460-B40B-73221582E909}">
      <dsp:nvSpPr>
        <dsp:cNvPr id="0" name=""/>
        <dsp:cNvSpPr/>
      </dsp:nvSpPr>
      <dsp:spPr>
        <a:xfrm>
          <a:off x="5878326" y="449660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2000070"/>
            <a:satOff val="15385"/>
            <a:lumOff val="411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AE038C-6B1B-4DF3-9D08-E54B336EF153}">
      <dsp:nvSpPr>
        <dsp:cNvPr id="0" name=""/>
        <dsp:cNvSpPr/>
      </dsp:nvSpPr>
      <dsp:spPr>
        <a:xfrm>
          <a:off x="6263246" y="449660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2000070"/>
            <a:satOff val="15385"/>
            <a:lumOff val="411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Visitor</a:t>
          </a:r>
        </a:p>
      </dsp:txBody>
      <dsp:txXfrm>
        <a:off x="6280976" y="4514333"/>
        <a:ext cx="2165541" cy="3276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04CB46-9B19-4AFB-864A-97A58481D030}">
      <dsp:nvSpPr>
        <dsp:cNvPr id="0" name=""/>
        <dsp:cNvSpPr/>
      </dsp:nvSpPr>
      <dsp:spPr>
        <a:xfrm>
          <a:off x="0" y="38123"/>
          <a:ext cx="8520600" cy="608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 Behavioral pattern</a:t>
          </a:r>
        </a:p>
      </dsp:txBody>
      <dsp:txXfrm>
        <a:off x="29700" y="67823"/>
        <a:ext cx="8461200" cy="549000"/>
      </dsp:txXfrm>
    </dsp:sp>
    <dsp:sp modelId="{E6FBC83F-DB23-4E4F-8699-7BE53C5F0F2A}">
      <dsp:nvSpPr>
        <dsp:cNvPr id="0" name=""/>
        <dsp:cNvSpPr/>
      </dsp:nvSpPr>
      <dsp:spPr>
        <a:xfrm>
          <a:off x="0" y="692603"/>
          <a:ext cx="8520600" cy="608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Avoid coupling the sender of a request to its receiver by giving more than one object to handle request. </a:t>
          </a:r>
        </a:p>
      </dsp:txBody>
      <dsp:txXfrm>
        <a:off x="29700" y="722303"/>
        <a:ext cx="8461200" cy="549000"/>
      </dsp:txXfrm>
    </dsp:sp>
    <dsp:sp modelId="{E0599617-4013-47B1-8274-5ACD57CA4BC0}">
      <dsp:nvSpPr>
        <dsp:cNvPr id="0" name=""/>
        <dsp:cNvSpPr/>
      </dsp:nvSpPr>
      <dsp:spPr>
        <a:xfrm>
          <a:off x="0" y="1347083"/>
          <a:ext cx="8520600" cy="608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Chain the receiving objects and pass the request along the chain until an object handles it. </a:t>
          </a:r>
        </a:p>
      </dsp:txBody>
      <dsp:txXfrm>
        <a:off x="29700" y="1376783"/>
        <a:ext cx="8461200" cy="549000"/>
      </dsp:txXfrm>
    </dsp:sp>
    <dsp:sp modelId="{E0BA0861-3B95-4548-8CAF-997C3CF590A8}">
      <dsp:nvSpPr>
        <dsp:cNvPr id="0" name=""/>
        <dsp:cNvSpPr/>
      </dsp:nvSpPr>
      <dsp:spPr>
        <a:xfrm>
          <a:off x="0" y="1955484"/>
          <a:ext cx="8520600" cy="26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529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Ex: Consulting a doctor. </a:t>
          </a:r>
        </a:p>
      </dsp:txBody>
      <dsp:txXfrm>
        <a:off x="0" y="1955484"/>
        <a:ext cx="8520600" cy="264960"/>
      </dsp:txXfrm>
    </dsp:sp>
    <dsp:sp modelId="{7EA44426-9E9F-4194-B0C8-4F2572FAA83A}">
      <dsp:nvSpPr>
        <dsp:cNvPr id="0" name=""/>
        <dsp:cNvSpPr/>
      </dsp:nvSpPr>
      <dsp:spPr>
        <a:xfrm>
          <a:off x="0" y="2220444"/>
          <a:ext cx="8520600" cy="608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processing chain may end in either of these two scenarios:</a:t>
          </a:r>
        </a:p>
      </dsp:txBody>
      <dsp:txXfrm>
        <a:off x="29700" y="2250144"/>
        <a:ext cx="8461200" cy="549000"/>
      </dsp:txXfrm>
    </dsp:sp>
    <dsp:sp modelId="{9777C44C-1A00-4C5A-867A-C0371311E747}">
      <dsp:nvSpPr>
        <dsp:cNvPr id="0" name=""/>
        <dsp:cNvSpPr/>
      </dsp:nvSpPr>
      <dsp:spPr>
        <a:xfrm>
          <a:off x="0" y="2866967"/>
          <a:ext cx="8520600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529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A handler can process the request completely.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You have reached the end of the chain.</a:t>
          </a:r>
        </a:p>
      </dsp:txBody>
      <dsp:txXfrm>
        <a:off x="0" y="2866967"/>
        <a:ext cx="8520600" cy="3974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A24012-4776-4A91-AE28-5DF690EAFE22}">
      <dsp:nvSpPr>
        <dsp:cNvPr id="0" name=""/>
        <dsp:cNvSpPr/>
      </dsp:nvSpPr>
      <dsp:spPr>
        <a:xfrm>
          <a:off x="514049" y="259703"/>
          <a:ext cx="1544062" cy="15440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754A3F-1D4C-4227-9128-62D0938D85BD}">
      <dsp:nvSpPr>
        <dsp:cNvPr id="0" name=""/>
        <dsp:cNvSpPr/>
      </dsp:nvSpPr>
      <dsp:spPr>
        <a:xfrm>
          <a:off x="843112" y="588766"/>
          <a:ext cx="885937" cy="8859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7EA49D-592B-4B12-A587-46D9C5017D3F}">
      <dsp:nvSpPr>
        <dsp:cNvPr id="0" name=""/>
        <dsp:cNvSpPr/>
      </dsp:nvSpPr>
      <dsp:spPr>
        <a:xfrm>
          <a:off x="20456" y="2284704"/>
          <a:ext cx="25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b="0" i="0" kern="1200"/>
            <a:t>Performance</a:t>
          </a:r>
          <a:endParaRPr lang="en-US" sz="2500" kern="1200"/>
        </a:p>
      </dsp:txBody>
      <dsp:txXfrm>
        <a:off x="20456" y="2284704"/>
        <a:ext cx="2531250" cy="720000"/>
      </dsp:txXfrm>
    </dsp:sp>
    <dsp:sp modelId="{359C1B6E-3D45-405A-9664-1C48D271C753}">
      <dsp:nvSpPr>
        <dsp:cNvPr id="0" name=""/>
        <dsp:cNvSpPr/>
      </dsp:nvSpPr>
      <dsp:spPr>
        <a:xfrm>
          <a:off x="3488268" y="259703"/>
          <a:ext cx="1544062" cy="15440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E5056B-AE68-4E48-94BC-5A77597066A6}">
      <dsp:nvSpPr>
        <dsp:cNvPr id="0" name=""/>
        <dsp:cNvSpPr/>
      </dsp:nvSpPr>
      <dsp:spPr>
        <a:xfrm>
          <a:off x="3817331" y="588766"/>
          <a:ext cx="885937" cy="8859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7D05F3-6644-493C-8EC5-44ABFA245B73}">
      <dsp:nvSpPr>
        <dsp:cNvPr id="0" name=""/>
        <dsp:cNvSpPr/>
      </dsp:nvSpPr>
      <dsp:spPr>
        <a:xfrm>
          <a:off x="2994675" y="2284704"/>
          <a:ext cx="25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b="0" i="0" kern="1200"/>
            <a:t>Accuracy</a:t>
          </a:r>
          <a:endParaRPr lang="en-US" sz="2500" kern="1200"/>
        </a:p>
      </dsp:txBody>
      <dsp:txXfrm>
        <a:off x="2994675" y="2284704"/>
        <a:ext cx="2531250" cy="720000"/>
      </dsp:txXfrm>
    </dsp:sp>
    <dsp:sp modelId="{23C27326-3B25-498B-9379-B87E27699539}">
      <dsp:nvSpPr>
        <dsp:cNvPr id="0" name=""/>
        <dsp:cNvSpPr/>
      </dsp:nvSpPr>
      <dsp:spPr>
        <a:xfrm>
          <a:off x="6462487" y="259703"/>
          <a:ext cx="1544062" cy="15440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45F7E5-0C38-400B-AD9E-C00450CA7A31}">
      <dsp:nvSpPr>
        <dsp:cNvPr id="0" name=""/>
        <dsp:cNvSpPr/>
      </dsp:nvSpPr>
      <dsp:spPr>
        <a:xfrm>
          <a:off x="6791550" y="588766"/>
          <a:ext cx="885937" cy="8859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CF27E7-4EF6-4147-93E7-8107AE09249C}">
      <dsp:nvSpPr>
        <dsp:cNvPr id="0" name=""/>
        <dsp:cNvSpPr/>
      </dsp:nvSpPr>
      <dsp:spPr>
        <a:xfrm>
          <a:off x="5968893" y="2284704"/>
          <a:ext cx="25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b="0" i="0" kern="1200"/>
            <a:t>Less complex</a:t>
          </a:r>
          <a:endParaRPr lang="en-US" sz="2500" kern="1200"/>
        </a:p>
      </dsp:txBody>
      <dsp:txXfrm>
        <a:off x="5968893" y="2284704"/>
        <a:ext cx="2531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61887-242E-46F8-96F0-21C26944B9AD}">
      <dsp:nvSpPr>
        <dsp:cNvPr id="0" name=""/>
        <dsp:cNvSpPr/>
      </dsp:nvSpPr>
      <dsp:spPr>
        <a:xfrm>
          <a:off x="0" y="1055"/>
          <a:ext cx="8520600" cy="44997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A6B0D3-3DD4-44DB-8103-DB5520A39F7A}">
      <dsp:nvSpPr>
        <dsp:cNvPr id="0" name=""/>
        <dsp:cNvSpPr/>
      </dsp:nvSpPr>
      <dsp:spPr>
        <a:xfrm>
          <a:off x="136116" y="102299"/>
          <a:ext cx="247484" cy="2474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C1DCE-24AF-456E-9B9B-4FF7E8129AF8}">
      <dsp:nvSpPr>
        <dsp:cNvPr id="0" name=""/>
        <dsp:cNvSpPr/>
      </dsp:nvSpPr>
      <dsp:spPr>
        <a:xfrm>
          <a:off x="519717" y="1055"/>
          <a:ext cx="8000882" cy="449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2" tIns="47622" rIns="47622" bIns="4762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Email Spam detectors</a:t>
          </a:r>
        </a:p>
      </dsp:txBody>
      <dsp:txXfrm>
        <a:off x="519717" y="1055"/>
        <a:ext cx="8000882" cy="449971"/>
      </dsp:txXfrm>
    </dsp:sp>
    <dsp:sp modelId="{A733FA6A-C254-4015-9DCA-31DEC2950B65}">
      <dsp:nvSpPr>
        <dsp:cNvPr id="0" name=""/>
        <dsp:cNvSpPr/>
      </dsp:nvSpPr>
      <dsp:spPr>
        <a:xfrm>
          <a:off x="0" y="563520"/>
          <a:ext cx="8520600" cy="44997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F8DE03-22CF-433A-9EF2-8F6F9C4F651E}">
      <dsp:nvSpPr>
        <dsp:cNvPr id="0" name=""/>
        <dsp:cNvSpPr/>
      </dsp:nvSpPr>
      <dsp:spPr>
        <a:xfrm>
          <a:off x="136116" y="664764"/>
          <a:ext cx="247484" cy="2474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E35E1-6B03-4B48-BE1C-35EC40F99552}">
      <dsp:nvSpPr>
        <dsp:cNvPr id="0" name=""/>
        <dsp:cNvSpPr/>
      </dsp:nvSpPr>
      <dsp:spPr>
        <a:xfrm>
          <a:off x="519717" y="563520"/>
          <a:ext cx="8000882" cy="449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2" tIns="47622" rIns="47622" bIns="4762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Medical Testing</a:t>
          </a:r>
        </a:p>
      </dsp:txBody>
      <dsp:txXfrm>
        <a:off x="519717" y="563520"/>
        <a:ext cx="8000882" cy="449971"/>
      </dsp:txXfrm>
    </dsp:sp>
    <dsp:sp modelId="{E84A37E9-013E-4193-A31B-9B31A0C66114}">
      <dsp:nvSpPr>
        <dsp:cNvPr id="0" name=""/>
        <dsp:cNvSpPr/>
      </dsp:nvSpPr>
      <dsp:spPr>
        <a:xfrm>
          <a:off x="0" y="1125985"/>
          <a:ext cx="8520600" cy="44997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0120C3-0706-4AD1-B829-127C0CD5CC65}">
      <dsp:nvSpPr>
        <dsp:cNvPr id="0" name=""/>
        <dsp:cNvSpPr/>
      </dsp:nvSpPr>
      <dsp:spPr>
        <a:xfrm>
          <a:off x="136116" y="1227229"/>
          <a:ext cx="247484" cy="2474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665DF1-E924-451F-8C4B-49A22AD46C86}">
      <dsp:nvSpPr>
        <dsp:cNvPr id="0" name=""/>
        <dsp:cNvSpPr/>
      </dsp:nvSpPr>
      <dsp:spPr>
        <a:xfrm>
          <a:off x="519717" y="1125985"/>
          <a:ext cx="8000882" cy="449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2" tIns="47622" rIns="47622" bIns="4762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Troubleshooting</a:t>
          </a:r>
        </a:p>
      </dsp:txBody>
      <dsp:txXfrm>
        <a:off x="519717" y="1125985"/>
        <a:ext cx="8000882" cy="449971"/>
      </dsp:txXfrm>
    </dsp:sp>
    <dsp:sp modelId="{47FB3034-D6E5-490C-8413-0395096C76EA}">
      <dsp:nvSpPr>
        <dsp:cNvPr id="0" name=""/>
        <dsp:cNvSpPr/>
      </dsp:nvSpPr>
      <dsp:spPr>
        <a:xfrm>
          <a:off x="0" y="1688450"/>
          <a:ext cx="8520600" cy="44997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1AF955-F9BE-422F-96D6-9B1A066BCA45}">
      <dsp:nvSpPr>
        <dsp:cNvPr id="0" name=""/>
        <dsp:cNvSpPr/>
      </dsp:nvSpPr>
      <dsp:spPr>
        <a:xfrm>
          <a:off x="136116" y="1789694"/>
          <a:ext cx="247484" cy="2474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9D43FB-24D1-4C9F-801D-A4014995E64F}">
      <dsp:nvSpPr>
        <dsp:cNvPr id="0" name=""/>
        <dsp:cNvSpPr/>
      </dsp:nvSpPr>
      <dsp:spPr>
        <a:xfrm>
          <a:off x="519717" y="1688450"/>
          <a:ext cx="8000882" cy="449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2" tIns="47622" rIns="47622" bIns="4762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Classifier Systems</a:t>
          </a:r>
        </a:p>
      </dsp:txBody>
      <dsp:txXfrm>
        <a:off x="519717" y="1688450"/>
        <a:ext cx="8000882" cy="449971"/>
      </dsp:txXfrm>
    </dsp:sp>
    <dsp:sp modelId="{3C9CEC84-23EF-419C-BBC5-671CD75C0C1B}">
      <dsp:nvSpPr>
        <dsp:cNvPr id="0" name=""/>
        <dsp:cNvSpPr/>
      </dsp:nvSpPr>
      <dsp:spPr>
        <a:xfrm>
          <a:off x="0" y="2250915"/>
          <a:ext cx="8520600" cy="44997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C339ED-AD44-4E1F-8466-D6F424D3B127}">
      <dsp:nvSpPr>
        <dsp:cNvPr id="0" name=""/>
        <dsp:cNvSpPr/>
      </dsp:nvSpPr>
      <dsp:spPr>
        <a:xfrm>
          <a:off x="136116" y="2352158"/>
          <a:ext cx="247484" cy="247484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 t="-19000" b="-1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465649-A282-48F9-8F2B-3C02A33A65F2}">
      <dsp:nvSpPr>
        <dsp:cNvPr id="0" name=""/>
        <dsp:cNvSpPr/>
      </dsp:nvSpPr>
      <dsp:spPr>
        <a:xfrm>
          <a:off x="519717" y="2250915"/>
          <a:ext cx="8000882" cy="449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2" tIns="47622" rIns="47622" bIns="4762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Event Handling Frameworks</a:t>
          </a:r>
        </a:p>
      </dsp:txBody>
      <dsp:txXfrm>
        <a:off x="519717" y="2250915"/>
        <a:ext cx="8000882" cy="449971"/>
      </dsp:txXfrm>
    </dsp:sp>
    <dsp:sp modelId="{ACC7CABF-6A19-4306-8380-91B49A86DDC3}">
      <dsp:nvSpPr>
        <dsp:cNvPr id="0" name=""/>
        <dsp:cNvSpPr/>
      </dsp:nvSpPr>
      <dsp:spPr>
        <a:xfrm>
          <a:off x="0" y="2813380"/>
          <a:ext cx="8520600" cy="44997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8DF26C-4265-43DA-9001-C43121FBAC43}">
      <dsp:nvSpPr>
        <dsp:cNvPr id="0" name=""/>
        <dsp:cNvSpPr/>
      </dsp:nvSpPr>
      <dsp:spPr>
        <a:xfrm>
          <a:off x="136116" y="2914623"/>
          <a:ext cx="247484" cy="247484"/>
        </a:xfrm>
        <a:prstGeom prst="rect">
          <a:avLst/>
        </a:prstGeom>
        <a:blipFill>
          <a:blip xmlns:r="http://schemas.openxmlformats.org/officeDocument/2006/relationships" r:embed="rId6"/>
          <a:srcRect/>
          <a:stretch>
            <a:fillRect l="-39000" r="-3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A07D80-0AE7-4FD9-9FB7-B1F675CC3228}">
      <dsp:nvSpPr>
        <dsp:cNvPr id="0" name=""/>
        <dsp:cNvSpPr/>
      </dsp:nvSpPr>
      <dsp:spPr>
        <a:xfrm>
          <a:off x="519717" y="2813380"/>
          <a:ext cx="8000882" cy="449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2" tIns="47622" rIns="47622" bIns="4762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Security Systems</a:t>
          </a:r>
        </a:p>
      </dsp:txBody>
      <dsp:txXfrm>
        <a:off x="519717" y="2813380"/>
        <a:ext cx="8000882" cy="4499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76752C-28EC-4B0A-8761-4B328BF47C8A}">
      <dsp:nvSpPr>
        <dsp:cNvPr id="0" name=""/>
        <dsp:cNvSpPr/>
      </dsp:nvSpPr>
      <dsp:spPr>
        <a:xfrm>
          <a:off x="0" y="2550"/>
          <a:ext cx="8520600" cy="54321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80A482-470D-4554-954D-CCE90C3E916A}">
      <dsp:nvSpPr>
        <dsp:cNvPr id="0" name=""/>
        <dsp:cNvSpPr/>
      </dsp:nvSpPr>
      <dsp:spPr>
        <a:xfrm>
          <a:off x="164323" y="124774"/>
          <a:ext cx="298769" cy="2987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2FB37A-2EBE-4DB7-B52C-38B18FF184E8}">
      <dsp:nvSpPr>
        <dsp:cNvPr id="0" name=""/>
        <dsp:cNvSpPr/>
      </dsp:nvSpPr>
      <dsp:spPr>
        <a:xfrm>
          <a:off x="627416" y="2550"/>
          <a:ext cx="7893183" cy="543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491" tIns="57491" rIns="57491" bIns="5749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You have more than one object to handle a request. </a:t>
          </a:r>
          <a:endParaRPr lang="en-US" sz="1600" kern="1200"/>
        </a:p>
      </dsp:txBody>
      <dsp:txXfrm>
        <a:off x="627416" y="2550"/>
        <a:ext cx="7893183" cy="543217"/>
      </dsp:txXfrm>
    </dsp:sp>
    <dsp:sp modelId="{2CB971CE-EAB3-477A-AEFD-5301DAFD87A6}">
      <dsp:nvSpPr>
        <dsp:cNvPr id="0" name=""/>
        <dsp:cNvSpPr/>
      </dsp:nvSpPr>
      <dsp:spPr>
        <a:xfrm>
          <a:off x="0" y="681572"/>
          <a:ext cx="8520600" cy="54321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14D382-2255-469A-B5F3-18B75FA28DB7}">
      <dsp:nvSpPr>
        <dsp:cNvPr id="0" name=""/>
        <dsp:cNvSpPr/>
      </dsp:nvSpPr>
      <dsp:spPr>
        <a:xfrm>
          <a:off x="164323" y="803796"/>
          <a:ext cx="298769" cy="2987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517F8E-45E4-4F74-971C-372A797B22C9}">
      <dsp:nvSpPr>
        <dsp:cNvPr id="0" name=""/>
        <dsp:cNvSpPr/>
      </dsp:nvSpPr>
      <dsp:spPr>
        <a:xfrm>
          <a:off x="627416" y="681572"/>
          <a:ext cx="7893183" cy="543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491" tIns="57491" rIns="57491" bIns="5749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The nodes of the chain can be added or removed dynamically. Also, you can shuffle their order. </a:t>
          </a:r>
          <a:endParaRPr lang="en-US" sz="1600" kern="1200"/>
        </a:p>
      </dsp:txBody>
      <dsp:txXfrm>
        <a:off x="627416" y="681572"/>
        <a:ext cx="7893183" cy="543217"/>
      </dsp:txXfrm>
    </dsp:sp>
    <dsp:sp modelId="{3C5E9DBE-3791-465B-AC8F-79333EF6F4F8}">
      <dsp:nvSpPr>
        <dsp:cNvPr id="0" name=""/>
        <dsp:cNvSpPr/>
      </dsp:nvSpPr>
      <dsp:spPr>
        <a:xfrm>
          <a:off x="0" y="1360595"/>
          <a:ext cx="8520600" cy="54321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775CF3-B5E4-4331-9544-FD033CB76C9D}">
      <dsp:nvSpPr>
        <dsp:cNvPr id="0" name=""/>
        <dsp:cNvSpPr/>
      </dsp:nvSpPr>
      <dsp:spPr>
        <a:xfrm>
          <a:off x="164323" y="1482819"/>
          <a:ext cx="298769" cy="2987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8BB5E7-7313-45E0-94F4-2286D28E7922}">
      <dsp:nvSpPr>
        <dsp:cNvPr id="0" name=""/>
        <dsp:cNvSpPr/>
      </dsp:nvSpPr>
      <dsp:spPr>
        <a:xfrm>
          <a:off x="627416" y="1360595"/>
          <a:ext cx="7893183" cy="543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491" tIns="57491" rIns="57491" bIns="5749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A handler does not need to know how the next handler in the chain will handle the request. It can focus on its own handling mechanism only.</a:t>
          </a:r>
          <a:endParaRPr lang="en-US" sz="1600" kern="1200"/>
        </a:p>
      </dsp:txBody>
      <dsp:txXfrm>
        <a:off x="627416" y="1360595"/>
        <a:ext cx="7893183" cy="543217"/>
      </dsp:txXfrm>
    </dsp:sp>
    <dsp:sp modelId="{9CBC1238-074E-4DC5-AC68-1BE68223A9B7}">
      <dsp:nvSpPr>
        <dsp:cNvPr id="0" name=""/>
        <dsp:cNvSpPr/>
      </dsp:nvSpPr>
      <dsp:spPr>
        <a:xfrm>
          <a:off x="0" y="2039617"/>
          <a:ext cx="8520600" cy="54321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8CFDFE-250B-48A5-8748-4270F990B1FD}">
      <dsp:nvSpPr>
        <dsp:cNvPr id="0" name=""/>
        <dsp:cNvSpPr/>
      </dsp:nvSpPr>
      <dsp:spPr>
        <a:xfrm>
          <a:off x="164323" y="2161841"/>
          <a:ext cx="298769" cy="2987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8A0EBD-F3D8-455B-863A-03E0165044D0}">
      <dsp:nvSpPr>
        <dsp:cNvPr id="0" name=""/>
        <dsp:cNvSpPr/>
      </dsp:nvSpPr>
      <dsp:spPr>
        <a:xfrm>
          <a:off x="627416" y="2039617"/>
          <a:ext cx="7893183" cy="543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491" tIns="57491" rIns="57491" bIns="5749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In this pattern, you are decoupling the senders (of requests) from the receivers.</a:t>
          </a:r>
          <a:endParaRPr lang="en-US" sz="1600" kern="1200"/>
        </a:p>
      </dsp:txBody>
      <dsp:txXfrm>
        <a:off x="627416" y="2039617"/>
        <a:ext cx="7893183" cy="543217"/>
      </dsp:txXfrm>
    </dsp:sp>
    <dsp:sp modelId="{FEE32420-6DA8-4616-82F7-194B572D50B6}">
      <dsp:nvSpPr>
        <dsp:cNvPr id="0" name=""/>
        <dsp:cNvSpPr/>
      </dsp:nvSpPr>
      <dsp:spPr>
        <a:xfrm>
          <a:off x="0" y="2718639"/>
          <a:ext cx="8520600" cy="54321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7CF1C1-D057-425A-BF75-62D36599BD56}">
      <dsp:nvSpPr>
        <dsp:cNvPr id="0" name=""/>
        <dsp:cNvSpPr/>
      </dsp:nvSpPr>
      <dsp:spPr>
        <a:xfrm>
          <a:off x="164323" y="2840863"/>
          <a:ext cx="298769" cy="2987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C6D6FB-F655-44DF-9280-CC0E49EFC168}">
      <dsp:nvSpPr>
        <dsp:cNvPr id="0" name=""/>
        <dsp:cNvSpPr/>
      </dsp:nvSpPr>
      <dsp:spPr>
        <a:xfrm>
          <a:off x="627416" y="2718639"/>
          <a:ext cx="7893183" cy="543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491" tIns="57491" rIns="57491" bIns="5749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Can improve High Availability (HA) &amp; Disaster Recovery (DR)</a:t>
          </a:r>
          <a:endParaRPr lang="en-US" sz="1600" kern="1200"/>
        </a:p>
      </dsp:txBody>
      <dsp:txXfrm>
        <a:off x="627416" y="2718639"/>
        <a:ext cx="7893183" cy="5432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8C492E-7626-4490-849D-B43F8CC300A6}">
      <dsp:nvSpPr>
        <dsp:cNvPr id="0" name=""/>
        <dsp:cNvSpPr/>
      </dsp:nvSpPr>
      <dsp:spPr>
        <a:xfrm>
          <a:off x="0" y="398"/>
          <a:ext cx="8520600" cy="93246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BBAA06-EB61-442E-9CA1-2A17D1C0700C}">
      <dsp:nvSpPr>
        <dsp:cNvPr id="0" name=""/>
        <dsp:cNvSpPr/>
      </dsp:nvSpPr>
      <dsp:spPr>
        <a:xfrm>
          <a:off x="282069" y="210202"/>
          <a:ext cx="512853" cy="5128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05664-7442-4075-BB98-0745FBF7FEA4}">
      <dsp:nvSpPr>
        <dsp:cNvPr id="0" name=""/>
        <dsp:cNvSpPr/>
      </dsp:nvSpPr>
      <dsp:spPr>
        <a:xfrm>
          <a:off x="1076991" y="398"/>
          <a:ext cx="7443608" cy="93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5" tIns="98685" rIns="98685" bIns="9868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There is no guarantee that the request will be handled because you may reach at the end of chain but have not found any explicit receiver to handle the request.</a:t>
          </a:r>
          <a:endParaRPr lang="en-US" sz="1800" kern="1200"/>
        </a:p>
      </dsp:txBody>
      <dsp:txXfrm>
        <a:off x="1076991" y="398"/>
        <a:ext cx="7443608" cy="932460"/>
      </dsp:txXfrm>
    </dsp:sp>
    <dsp:sp modelId="{91CB452B-385B-4DB4-B62B-01F78D5085D9}">
      <dsp:nvSpPr>
        <dsp:cNvPr id="0" name=""/>
        <dsp:cNvSpPr/>
      </dsp:nvSpPr>
      <dsp:spPr>
        <a:xfrm>
          <a:off x="0" y="1165973"/>
          <a:ext cx="8520600" cy="93246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395AC4-4DC9-4D19-B436-2E2F6C3DBC28}">
      <dsp:nvSpPr>
        <dsp:cNvPr id="0" name=""/>
        <dsp:cNvSpPr/>
      </dsp:nvSpPr>
      <dsp:spPr>
        <a:xfrm>
          <a:off x="282069" y="1375777"/>
          <a:ext cx="512853" cy="5128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CB5527-DE84-4C96-86B3-0B680A8EF076}">
      <dsp:nvSpPr>
        <dsp:cNvPr id="0" name=""/>
        <dsp:cNvSpPr/>
      </dsp:nvSpPr>
      <dsp:spPr>
        <a:xfrm>
          <a:off x="1076991" y="1165973"/>
          <a:ext cx="7443608" cy="93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5" tIns="98685" rIns="98685" bIns="9868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Debugging becomes tricky with this kind of design.</a:t>
          </a:r>
          <a:endParaRPr lang="en-US" sz="1800" kern="1200"/>
        </a:p>
      </dsp:txBody>
      <dsp:txXfrm>
        <a:off x="1076991" y="1165973"/>
        <a:ext cx="7443608" cy="932460"/>
      </dsp:txXfrm>
    </dsp:sp>
    <dsp:sp modelId="{1CFC0BE2-A098-4528-9F92-13B3F6B31414}">
      <dsp:nvSpPr>
        <dsp:cNvPr id="0" name=""/>
        <dsp:cNvSpPr/>
      </dsp:nvSpPr>
      <dsp:spPr>
        <a:xfrm>
          <a:off x="0" y="2331549"/>
          <a:ext cx="8520600" cy="93246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DDC23B-7A5E-414C-BA56-C64552EF3C6E}">
      <dsp:nvSpPr>
        <dsp:cNvPr id="0" name=""/>
        <dsp:cNvSpPr/>
      </dsp:nvSpPr>
      <dsp:spPr>
        <a:xfrm>
          <a:off x="282069" y="2541352"/>
          <a:ext cx="512853" cy="5128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06A6CE-6006-4384-8F71-19DB7E4B9846}">
      <dsp:nvSpPr>
        <dsp:cNvPr id="0" name=""/>
        <dsp:cNvSpPr/>
      </dsp:nvSpPr>
      <dsp:spPr>
        <a:xfrm>
          <a:off x="1076991" y="2331549"/>
          <a:ext cx="3834270" cy="93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5" tIns="98685" rIns="98685" bIns="9868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Unnecessary handlers may lead to inefficiency. </a:t>
          </a:r>
          <a:endParaRPr lang="en-US" sz="1800" kern="1200"/>
        </a:p>
      </dsp:txBody>
      <dsp:txXfrm>
        <a:off x="1076991" y="2331549"/>
        <a:ext cx="3834270" cy="932460"/>
      </dsp:txXfrm>
    </dsp:sp>
    <dsp:sp modelId="{3ECE06DA-6482-41D7-AC30-06E02DB43A51}">
      <dsp:nvSpPr>
        <dsp:cNvPr id="0" name=""/>
        <dsp:cNvSpPr/>
      </dsp:nvSpPr>
      <dsp:spPr>
        <a:xfrm>
          <a:off x="4911261" y="2331549"/>
          <a:ext cx="3609338" cy="93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5" tIns="98685" rIns="98685" bIns="9868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Priority can be set. 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Bypassing the handlers depending on the information received. </a:t>
          </a:r>
          <a:endParaRPr lang="en-US" sz="1400" kern="1200"/>
        </a:p>
      </dsp:txBody>
      <dsp:txXfrm>
        <a:off x="4911261" y="2331549"/>
        <a:ext cx="3609338" cy="932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071803dbd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071803dbd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071803dbd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071803dbd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071803dbd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071803dbd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f28331b2d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f28331b2d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f28331b2d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f28331b2d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0c94f740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0c94f740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f28331b2d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f28331b2db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f28331b2db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f28331b2db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f28331b2db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f28331b2db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12E2F1-B6B6-65AF-9AD9-396CE84971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6A33196-C7C4-6127-1CF8-C6C9F2A4B4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9EC9826C-EA98-E444-F52F-7EC752AD48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7" t="-556" r="-417" b="555"/>
          <a:stretch>
            <a:fillRect/>
          </a:stretch>
        </p:blipFill>
        <p:spPr>
          <a:xfrm>
            <a:off x="0" y="0"/>
            <a:ext cx="9144010" cy="5143505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8AD23F-3407-91BF-5D18-6E4906BCBB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E0B8-715C-18F9-1ABB-3473E906B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A498A-FC33-6D7B-54CB-B85925D6D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F3EAF-5AF8-FF9E-A1D9-5C5C9D8152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6835F0D-D0CE-F6D1-3C6D-ADE1410B5D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1552501"/>
              </p:ext>
            </p:extLst>
          </p:nvPr>
        </p:nvGraphicFramePr>
        <p:xfrm>
          <a:off x="178755" y="130629"/>
          <a:ext cx="8653545" cy="486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0225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374CB-66CB-185A-10FF-D08496563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BA359-06AF-159B-F482-900BFA373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28043-E4C2-22C9-E6BA-2A510DC4F6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960CC0A1-CB39-960C-4587-654F8B729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39" y="0"/>
            <a:ext cx="771525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2034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en-US" sz="2800">
                <a:highlight>
                  <a:srgbClr val="FFFFFF"/>
                </a:highlight>
              </a:rPr>
              <a:t>Chain of Responsibility Pattern</a:t>
            </a: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/>
          </a:p>
        </p:txBody>
      </p:sp>
      <p:graphicFrame>
        <p:nvGraphicFramePr>
          <p:cNvPr id="72" name="Google Shape;68;p15">
            <a:extLst>
              <a:ext uri="{FF2B5EF4-FFF2-40B4-BE49-F238E27FC236}">
                <a16:creationId xmlns:a16="http://schemas.microsoft.com/office/drawing/2014/main" id="{681C7DAD-2A9A-66D0-0020-EA03573BE6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0037867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BF2B01-560C-53A4-8964-57F1BFF30A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 of Responsibility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0B3EF6-C5E2-4F70-7B93-3D2E5090AC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pic>
        <p:nvPicPr>
          <p:cNvPr id="2050" name="Picture 2" descr="Generated image">
            <a:extLst>
              <a:ext uri="{FF2B5EF4-FFF2-40B4-BE49-F238E27FC236}">
                <a16:creationId xmlns:a16="http://schemas.microsoft.com/office/drawing/2014/main" id="{C61CE040-E842-B391-687C-15CD7DF6B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109" y="519545"/>
            <a:ext cx="629543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AF3FBB-2568-0E3E-AE6C-DD02695A5C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3074" name="Picture 2" descr="Generated image">
            <a:extLst>
              <a:ext uri="{FF2B5EF4-FFF2-40B4-BE49-F238E27FC236}">
                <a16:creationId xmlns:a16="http://schemas.microsoft.com/office/drawing/2014/main" id="{40A9C65A-25DF-74B7-D031-D430DEE77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67" y="-5897"/>
            <a:ext cx="9152931" cy="5152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EC3CF2-37DD-123E-8FC2-81F45BB72C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4098" name="Picture 2" descr="Generated image">
            <a:extLst>
              <a:ext uri="{FF2B5EF4-FFF2-40B4-BE49-F238E27FC236}">
                <a16:creationId xmlns:a16="http://schemas.microsoft.com/office/drawing/2014/main" id="{57F3806F-4692-D5B6-0513-BB4AFF5A3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97" y="0"/>
            <a:ext cx="915293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rcRect l="1472" t="1336" r="1705" b="1685"/>
          <a:stretch>
            <a:fillRect/>
          </a:stretch>
        </p:blipFill>
        <p:spPr>
          <a:xfrm>
            <a:off x="1549945" y="68752"/>
            <a:ext cx="5692656" cy="498806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9700CF-E860-C9C0-4E1E-16B6D9D159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Setting up the Priorities</a:t>
            </a:r>
          </a:p>
        </p:txBody>
      </p:sp>
      <p:graphicFrame>
        <p:nvGraphicFramePr>
          <p:cNvPr id="110" name="Google Shape;108;p21">
            <a:extLst>
              <a:ext uri="{FF2B5EF4-FFF2-40B4-BE49-F238E27FC236}">
                <a16:creationId xmlns:a16="http://schemas.microsoft.com/office/drawing/2014/main" id="{5C8993A1-39D5-F596-AE22-24C6D4DA85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1649191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B95AB6-8C63-EE4C-13F1-2FD9BF8C97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Applications</a:t>
            </a:r>
          </a:p>
        </p:txBody>
      </p:sp>
      <p:graphicFrame>
        <p:nvGraphicFramePr>
          <p:cNvPr id="104" name="Google Shape;102;p20">
            <a:extLst>
              <a:ext uri="{FF2B5EF4-FFF2-40B4-BE49-F238E27FC236}">
                <a16:creationId xmlns:a16="http://schemas.microsoft.com/office/drawing/2014/main" id="{76BEE195-373E-16EB-8050-B4F5C31930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2489014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A525AA-44D8-F8C7-226F-EE568FC3DA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90000"/>
              </a:lnSpc>
              <a:buSzPts val="990"/>
            </a:pPr>
            <a:r>
              <a:rPr lang="en-US" sz="2000" b="1"/>
              <a:t>What are the advantages of using the Chain of Responsibility design pattern?</a:t>
            </a:r>
          </a:p>
        </p:txBody>
      </p:sp>
      <p:graphicFrame>
        <p:nvGraphicFramePr>
          <p:cNvPr id="122" name="Google Shape;114;p22">
            <a:extLst>
              <a:ext uri="{FF2B5EF4-FFF2-40B4-BE49-F238E27FC236}">
                <a16:creationId xmlns:a16="http://schemas.microsoft.com/office/drawing/2014/main" id="{CEEE3395-776E-C609-F331-454A6D4892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8872964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EF3E9D-4D91-7182-18FC-52680459CA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000" b="1"/>
              <a:t>What are the challenges associated with using the Chain of Responsibility design pattern?</a:t>
            </a:r>
          </a:p>
        </p:txBody>
      </p:sp>
      <p:graphicFrame>
        <p:nvGraphicFramePr>
          <p:cNvPr id="122" name="Google Shape;120;p23">
            <a:extLst>
              <a:ext uri="{FF2B5EF4-FFF2-40B4-BE49-F238E27FC236}">
                <a16:creationId xmlns:a16="http://schemas.microsoft.com/office/drawing/2014/main" id="{613AD2C8-5BEB-C69C-8428-34FF65CEE5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4899278"/>
              </p:ext>
            </p:extLst>
          </p:nvPr>
        </p:nvGraphicFramePr>
        <p:xfrm>
          <a:off x="335186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D1BB14-94B3-51AD-B9E9-2F06495374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09CB30-5351-0E44-CB8D-509C47485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/>
              <a:t>Reflective Questions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99920E-0CFC-1144-91B6-EEDE45867F5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wrap="square" anchor="ctr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13</a:t>
            </a:fld>
            <a:endParaRPr lang="en" sz="9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5D9938-C67D-937C-29AC-640F380B268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11700" y="1208225"/>
            <a:ext cx="8520600" cy="3264408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b="0" i="0" u="none" strike="noStrike" cap="none">
                <a:solidFill>
                  <a:schemeClr val="dk1"/>
                </a:solidFill>
              </a:rPr>
              <a:t>How does the Chain of Responsibility pattern promote flexibility in assigning responsibilities among objects, and what trade-offs might it introduce?</a:t>
            </a:r>
          </a:p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b="0" i="0" u="none" strike="noStrike" cap="none">
                <a:solidFill>
                  <a:schemeClr val="dk1"/>
                </a:solidFill>
              </a:rPr>
              <a:t>In what real-world software scenarios could the Chain of Responsibility be more effective than using conditional statements (e.g., if-else chains)?</a:t>
            </a:r>
          </a:p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b="0" i="0" u="none" strike="noStrike" cap="none">
                <a:solidFill>
                  <a:schemeClr val="dk1"/>
                </a:solidFill>
              </a:rPr>
              <a:t>How might improper implementation of the Chain of Responsibility lead to performance issues or debugging difficulties, and how can these be mitigated?</a:t>
            </a:r>
          </a:p>
          <a:p>
            <a:pPr>
              <a:spcAft>
                <a:spcPts val="600"/>
              </a:spcAft>
              <a:buClr>
                <a:srgbClr val="000000"/>
              </a:buClr>
            </a:pPr>
            <a:endParaRPr lang="en-US" b="0" i="0" u="none" strike="noStrike" cap="none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08175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1A51792A418F4A9A575028F3A039FF" ma:contentTypeVersion="13" ma:contentTypeDescription="Create a new document." ma:contentTypeScope="" ma:versionID="dbbb3a872386501ea0db3d7f91cf00ca">
  <xsd:schema xmlns:xsd="http://www.w3.org/2001/XMLSchema" xmlns:xs="http://www.w3.org/2001/XMLSchema" xmlns:p="http://schemas.microsoft.com/office/2006/metadata/properties" xmlns:ns3="bbf2655a-b97a-4cd5-9749-fa15d2d37c4f" xmlns:ns4="6327976d-0e7f-4f4d-9e8d-9adece0280c7" targetNamespace="http://schemas.microsoft.com/office/2006/metadata/properties" ma:root="true" ma:fieldsID="06edd250f22a9adbb0f047e677c7ff0f" ns3:_="" ns4:_="">
    <xsd:import namespace="bbf2655a-b97a-4cd5-9749-fa15d2d37c4f"/>
    <xsd:import namespace="6327976d-0e7f-4f4d-9e8d-9adece0280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f2655a-b97a-4cd5-9749-fa15d2d37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27976d-0e7f-4f4d-9e8d-9adece0280c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f2655a-b97a-4cd5-9749-fa15d2d37c4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2D5341-1F01-4677-AB23-210BA102DC0B}">
  <ds:schemaRefs>
    <ds:schemaRef ds:uri="6327976d-0e7f-4f4d-9e8d-9adece0280c7"/>
    <ds:schemaRef ds:uri="bbf2655a-b97a-4cd5-9749-fa15d2d37c4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0E80C74-4DFC-4D84-9F7F-1B168F39A19E}">
  <ds:schemaRefs>
    <ds:schemaRef ds:uri="6327976d-0e7f-4f4d-9e8d-9adece0280c7"/>
    <ds:schemaRef ds:uri="bbf2655a-b97a-4cd5-9749-fa15d2d37c4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88F996C-BFE9-4A1C-A5C7-3AB67C0EA7C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13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Simple Light</vt:lpstr>
      <vt:lpstr>PowerPoint Presentation</vt:lpstr>
      <vt:lpstr>PowerPoint Presentation</vt:lpstr>
      <vt:lpstr>PowerPoint Presentation</vt:lpstr>
      <vt:lpstr>Chain of Responsibility Pattern </vt:lpstr>
      <vt:lpstr>Chain of Responsibility</vt:lpstr>
      <vt:lpstr>PowerPoint Presentation</vt:lpstr>
      <vt:lpstr>PowerPoint Presentation</vt:lpstr>
      <vt:lpstr>PowerPoint Presentation</vt:lpstr>
      <vt:lpstr>Setting up the Priorities</vt:lpstr>
      <vt:lpstr>Applications</vt:lpstr>
      <vt:lpstr>What are the advantages of using the Chain of Responsibility design pattern?</vt:lpstr>
      <vt:lpstr>What are the challenges associated with using the Chain of Responsibility design pattern?</vt:lpstr>
      <vt:lpstr>Reflective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2026-08-24T02:01:47Z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0x010100F51A51792A418F4A9A575028F3A039FF</vt:lpwstr>
  </property>
</Properties>
</file>