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8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6" r:id="rId23"/>
    <p:sldId id="275" r:id="rId24"/>
    <p:sldId id="274" r:id="rId25"/>
    <p:sldId id="277" r:id="rId26"/>
    <p:sldId id="286" r:id="rId27"/>
    <p:sldId id="273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F9193-8214-4468-BED3-F8E113A35BC6}" v="22" dt="2026-08-20T12:57:36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undo custSel addSld delSld modSld sldOrd">
      <pc:chgData name="Mr. PPG Dinesh Asanka" userId="54a4306b-b9cd-436b-92bf-e616bbdb8176" providerId="ADAL" clId="{763A7EB7-061F-4CF3-9E06-47EACA773A05}" dt="2026-08-20T13:24:53.211" v="97" actId="22"/>
      <pc:docMkLst>
        <pc:docMk/>
      </pc:docMkLst>
      <pc:sldChg chg="addSp delSp mod">
        <pc:chgData name="Mr. PPG Dinesh Asanka" userId="54a4306b-b9cd-436b-92bf-e616bbdb8176" providerId="ADAL" clId="{763A7EB7-061F-4CF3-9E06-47EACA773A05}" dt="2026-08-20T11:35:23.594" v="21" actId="22"/>
        <pc:sldMkLst>
          <pc:docMk/>
          <pc:sldMk cId="1199638295" sldId="256"/>
        </pc:sldMkLst>
        <pc:spChg chg="del">
          <ac:chgData name="Mr. PPG Dinesh Asanka" userId="54a4306b-b9cd-436b-92bf-e616bbdb8176" providerId="ADAL" clId="{763A7EB7-061F-4CF3-9E06-47EACA773A05}" dt="2026-08-20T11:32:54.500" v="18" actId="478"/>
          <ac:spMkLst>
            <pc:docMk/>
            <pc:sldMk cId="1199638295" sldId="256"/>
            <ac:spMk id="2" creationId="{0DBBE5EF-7A83-18AE-8ACB-65245D75712F}"/>
          </ac:spMkLst>
        </pc:spChg>
        <pc:picChg chg="add del">
          <ac:chgData name="Mr. PPG Dinesh Asanka" userId="54a4306b-b9cd-436b-92bf-e616bbdb8176" providerId="ADAL" clId="{763A7EB7-061F-4CF3-9E06-47EACA773A05}" dt="2026-08-20T11:32:46.660" v="16" actId="478"/>
          <ac:picMkLst>
            <pc:docMk/>
            <pc:sldMk cId="1199638295" sldId="256"/>
            <ac:picMk id="5" creationId="{89F176DD-724C-0E4E-D113-11B0EADE17AA}"/>
          </ac:picMkLst>
        </pc:picChg>
        <pc:picChg chg="del">
          <ac:chgData name="Mr. PPG Dinesh Asanka" userId="54a4306b-b9cd-436b-92bf-e616bbdb8176" providerId="ADAL" clId="{763A7EB7-061F-4CF3-9E06-47EACA773A05}" dt="2026-08-20T10:52:37.155" v="0" actId="478"/>
          <ac:picMkLst>
            <pc:docMk/>
            <pc:sldMk cId="1199638295" sldId="256"/>
            <ac:picMk id="6" creationId="{08817E32-8655-1445-AEDB-1C31C97AFAEF}"/>
          </ac:picMkLst>
        </pc:picChg>
        <pc:picChg chg="add del">
          <ac:chgData name="Mr. PPG Dinesh Asanka" userId="54a4306b-b9cd-436b-92bf-e616bbdb8176" providerId="ADAL" clId="{763A7EB7-061F-4CF3-9E06-47EACA773A05}" dt="2026-08-20T11:32:54.500" v="18" actId="478"/>
          <ac:picMkLst>
            <pc:docMk/>
            <pc:sldMk cId="1199638295" sldId="256"/>
            <ac:picMk id="8" creationId="{BDA61FFD-D426-FFA7-4D4C-11775AED2565}"/>
          </ac:picMkLst>
        </pc:picChg>
        <pc:picChg chg="add del">
          <ac:chgData name="Mr. PPG Dinesh Asanka" userId="54a4306b-b9cd-436b-92bf-e616bbdb8176" providerId="ADAL" clId="{763A7EB7-061F-4CF3-9E06-47EACA773A05}" dt="2026-08-20T11:35:22.861" v="20" actId="478"/>
          <ac:picMkLst>
            <pc:docMk/>
            <pc:sldMk cId="1199638295" sldId="256"/>
            <ac:picMk id="10" creationId="{5FE618A7-C1AC-32F8-D59C-B0E498DDE808}"/>
          </ac:picMkLst>
        </pc:picChg>
        <pc:picChg chg="add">
          <ac:chgData name="Mr. PPG Dinesh Asanka" userId="54a4306b-b9cd-436b-92bf-e616bbdb8176" providerId="ADAL" clId="{763A7EB7-061F-4CF3-9E06-47EACA773A05}" dt="2026-08-20T11:35:23.594" v="21" actId="22"/>
          <ac:picMkLst>
            <pc:docMk/>
            <pc:sldMk cId="1199638295" sldId="256"/>
            <ac:picMk id="12" creationId="{90486AF0-50E5-E1D5-71D5-C24EA21FEE50}"/>
          </ac:picMkLst>
        </pc:picChg>
      </pc:sldChg>
      <pc:sldChg chg="addSp delSp new mod">
        <pc:chgData name="Mr. PPG Dinesh Asanka" userId="54a4306b-b9cd-436b-92bf-e616bbdb8176" providerId="ADAL" clId="{763A7EB7-061F-4CF3-9E06-47EACA773A05}" dt="2026-08-20T11:42:11.061" v="25" actId="22"/>
        <pc:sldMkLst>
          <pc:docMk/>
          <pc:sldMk cId="404586259" sldId="257"/>
        </pc:sldMkLst>
        <pc:picChg chg="add del">
          <ac:chgData name="Mr. PPG Dinesh Asanka" userId="54a4306b-b9cd-436b-92bf-e616bbdb8176" providerId="ADAL" clId="{763A7EB7-061F-4CF3-9E06-47EACA773A05}" dt="2026-08-20T11:41:05.533" v="24" actId="22"/>
          <ac:picMkLst>
            <pc:docMk/>
            <pc:sldMk cId="404586259" sldId="257"/>
            <ac:picMk id="5" creationId="{D0BFA6D8-AC52-C8F7-85D5-7C4195353DBF}"/>
          </ac:picMkLst>
        </pc:picChg>
        <pc:picChg chg="add">
          <ac:chgData name="Mr. PPG Dinesh Asanka" userId="54a4306b-b9cd-436b-92bf-e616bbdb8176" providerId="ADAL" clId="{763A7EB7-061F-4CF3-9E06-47EACA773A05}" dt="2026-08-20T11:42:11.061" v="25" actId="22"/>
          <ac:picMkLst>
            <pc:docMk/>
            <pc:sldMk cId="404586259" sldId="257"/>
            <ac:picMk id="7" creationId="{1A1905D8-F2D0-8E3F-46A3-68194AF4C98F}"/>
          </ac:picMkLst>
        </pc:picChg>
      </pc:sldChg>
      <pc:sldChg chg="del">
        <pc:chgData name="Mr. PPG Dinesh Asanka" userId="54a4306b-b9cd-436b-92bf-e616bbdb8176" providerId="ADAL" clId="{763A7EB7-061F-4CF3-9E06-47EACA773A05}" dt="2026-08-20T10:52:38.872" v="1" actId="47"/>
        <pc:sldMkLst>
          <pc:docMk/>
          <pc:sldMk cId="3849190342" sldId="257"/>
        </pc:sldMkLst>
      </pc:sldChg>
      <pc:sldChg chg="addSp delSp new mod">
        <pc:chgData name="Mr. PPG Dinesh Asanka" userId="54a4306b-b9cd-436b-92bf-e616bbdb8176" providerId="ADAL" clId="{763A7EB7-061F-4CF3-9E06-47EACA773A05}" dt="2026-08-20T11:53:50.959" v="30" actId="22"/>
        <pc:sldMkLst>
          <pc:docMk/>
          <pc:sldMk cId="446221297" sldId="258"/>
        </pc:sldMkLst>
        <pc:picChg chg="add del">
          <ac:chgData name="Mr. PPG Dinesh Asanka" userId="54a4306b-b9cd-436b-92bf-e616bbdb8176" providerId="ADAL" clId="{763A7EB7-061F-4CF3-9E06-47EACA773A05}" dt="2026-08-20T11:53:48.938" v="29" actId="478"/>
          <ac:picMkLst>
            <pc:docMk/>
            <pc:sldMk cId="446221297" sldId="258"/>
            <ac:picMk id="5" creationId="{CAF61089-C836-E234-847D-A323C69C186F}"/>
          </ac:picMkLst>
        </pc:picChg>
        <pc:picChg chg="add">
          <ac:chgData name="Mr. PPG Dinesh Asanka" userId="54a4306b-b9cd-436b-92bf-e616bbdb8176" providerId="ADAL" clId="{763A7EB7-061F-4CF3-9E06-47EACA773A05}" dt="2026-08-20T11:53:50.959" v="30" actId="22"/>
          <ac:picMkLst>
            <pc:docMk/>
            <pc:sldMk cId="446221297" sldId="258"/>
            <ac:picMk id="7" creationId="{F69D86D6-C6C8-AC22-4374-C83F31412F16}"/>
          </ac:picMkLst>
        </pc:picChg>
      </pc:sldChg>
      <pc:sldChg chg="del">
        <pc:chgData name="Mr. PPG Dinesh Asanka" userId="54a4306b-b9cd-436b-92bf-e616bbdb8176" providerId="ADAL" clId="{763A7EB7-061F-4CF3-9E06-47EACA773A05}" dt="2026-08-20T10:52:39.148" v="2" actId="47"/>
        <pc:sldMkLst>
          <pc:docMk/>
          <pc:sldMk cId="1370804251" sldId="258"/>
        </pc:sldMkLst>
      </pc:sldChg>
      <pc:sldChg chg="addSp delSp new mod">
        <pc:chgData name="Mr. PPG Dinesh Asanka" userId="54a4306b-b9cd-436b-92bf-e616bbdb8176" providerId="ADAL" clId="{763A7EB7-061F-4CF3-9E06-47EACA773A05}" dt="2026-08-20T11:58:32.219" v="33" actId="22"/>
        <pc:sldMkLst>
          <pc:docMk/>
          <pc:sldMk cId="3292738266" sldId="259"/>
        </pc:sldMkLst>
        <pc:picChg chg="add del">
          <ac:chgData name="Mr. PPG Dinesh Asanka" userId="54a4306b-b9cd-436b-92bf-e616bbdb8176" providerId="ADAL" clId="{763A7EB7-061F-4CF3-9E06-47EACA773A05}" dt="2026-08-20T11:58:31.488" v="32" actId="478"/>
          <ac:picMkLst>
            <pc:docMk/>
            <pc:sldMk cId="3292738266" sldId="259"/>
            <ac:picMk id="5" creationId="{021E2AF7-0E77-67EC-32B6-431F66CA337B}"/>
          </ac:picMkLst>
        </pc:picChg>
        <pc:picChg chg="add">
          <ac:chgData name="Mr. PPG Dinesh Asanka" userId="54a4306b-b9cd-436b-92bf-e616bbdb8176" providerId="ADAL" clId="{763A7EB7-061F-4CF3-9E06-47EACA773A05}" dt="2026-08-20T11:58:32.219" v="33" actId="22"/>
          <ac:picMkLst>
            <pc:docMk/>
            <pc:sldMk cId="3292738266" sldId="259"/>
            <ac:picMk id="7" creationId="{28939C31-F95E-5C3A-70A2-6EEAA549F521}"/>
          </ac:picMkLst>
        </pc:picChg>
      </pc:sldChg>
      <pc:sldChg chg="del">
        <pc:chgData name="Mr. PPG Dinesh Asanka" userId="54a4306b-b9cd-436b-92bf-e616bbdb8176" providerId="ADAL" clId="{763A7EB7-061F-4CF3-9E06-47EACA773A05}" dt="2026-08-20T10:52:39.414" v="3" actId="47"/>
        <pc:sldMkLst>
          <pc:docMk/>
          <pc:sldMk cId="2818923145" sldId="260"/>
        </pc:sldMkLst>
      </pc:sldChg>
      <pc:sldChg chg="addSp new mod">
        <pc:chgData name="Mr. PPG Dinesh Asanka" userId="54a4306b-b9cd-436b-92bf-e616bbdb8176" providerId="ADAL" clId="{763A7EB7-061F-4CF3-9E06-47EACA773A05}" dt="2026-08-20T12:00:15.776" v="35" actId="22"/>
        <pc:sldMkLst>
          <pc:docMk/>
          <pc:sldMk cId="3685250050" sldId="260"/>
        </pc:sldMkLst>
        <pc:picChg chg="add">
          <ac:chgData name="Mr. PPG Dinesh Asanka" userId="54a4306b-b9cd-436b-92bf-e616bbdb8176" providerId="ADAL" clId="{763A7EB7-061F-4CF3-9E06-47EACA773A05}" dt="2026-08-20T12:00:15.776" v="35" actId="22"/>
          <ac:picMkLst>
            <pc:docMk/>
            <pc:sldMk cId="3685250050" sldId="260"/>
            <ac:picMk id="5" creationId="{ADF3DEF7-B54D-71FF-0026-BBF2E780772A}"/>
          </ac:picMkLst>
        </pc:picChg>
      </pc:sldChg>
      <pc:sldChg chg="del">
        <pc:chgData name="Mr. PPG Dinesh Asanka" userId="54a4306b-b9cd-436b-92bf-e616bbdb8176" providerId="ADAL" clId="{763A7EB7-061F-4CF3-9E06-47EACA773A05}" dt="2026-08-20T10:52:39.445" v="4" actId="47"/>
        <pc:sldMkLst>
          <pc:docMk/>
          <pc:sldMk cId="2982762199" sldId="261"/>
        </pc:sldMkLst>
      </pc:sldChg>
      <pc:sldChg chg="addSp new mod">
        <pc:chgData name="Mr. PPG Dinesh Asanka" userId="54a4306b-b9cd-436b-92bf-e616bbdb8176" providerId="ADAL" clId="{763A7EB7-061F-4CF3-9E06-47EACA773A05}" dt="2026-08-20T12:04:58.522" v="50" actId="22"/>
        <pc:sldMkLst>
          <pc:docMk/>
          <pc:sldMk cId="4163350912" sldId="261"/>
        </pc:sldMkLst>
        <pc:picChg chg="add">
          <ac:chgData name="Mr. PPG Dinesh Asanka" userId="54a4306b-b9cd-436b-92bf-e616bbdb8176" providerId="ADAL" clId="{763A7EB7-061F-4CF3-9E06-47EACA773A05}" dt="2026-08-20T12:04:58.522" v="50" actId="22"/>
          <ac:picMkLst>
            <pc:docMk/>
            <pc:sldMk cId="4163350912" sldId="261"/>
            <ac:picMk id="5" creationId="{FD71803A-EFEA-F744-B80F-1F58D916B71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06:32.920" v="51" actId="22"/>
        <pc:sldMkLst>
          <pc:docMk/>
          <pc:sldMk cId="613268806" sldId="262"/>
        </pc:sldMkLst>
        <pc:picChg chg="add">
          <ac:chgData name="Mr. PPG Dinesh Asanka" userId="54a4306b-b9cd-436b-92bf-e616bbdb8176" providerId="ADAL" clId="{763A7EB7-061F-4CF3-9E06-47EACA773A05}" dt="2026-08-20T12:06:32.920" v="51" actId="22"/>
          <ac:picMkLst>
            <pc:docMk/>
            <pc:sldMk cId="613268806" sldId="262"/>
            <ac:picMk id="5" creationId="{B41380A4-8DAF-F51E-2855-0440B7C074EF}"/>
          </ac:picMkLst>
        </pc:picChg>
      </pc:sldChg>
      <pc:sldChg chg="del">
        <pc:chgData name="Mr. PPG Dinesh Asanka" userId="54a4306b-b9cd-436b-92bf-e616bbdb8176" providerId="ADAL" clId="{763A7EB7-061F-4CF3-9E06-47EACA773A05}" dt="2026-08-20T10:52:39.720" v="5" actId="47"/>
        <pc:sldMkLst>
          <pc:docMk/>
          <pc:sldMk cId="2761847205" sldId="262"/>
        </pc:sldMkLst>
      </pc:sldChg>
      <pc:sldChg chg="addSp add mod">
        <pc:chgData name="Mr. PPG Dinesh Asanka" userId="54a4306b-b9cd-436b-92bf-e616bbdb8176" providerId="ADAL" clId="{763A7EB7-061F-4CF3-9E06-47EACA773A05}" dt="2026-08-20T12:07:55.741" v="52" actId="22"/>
        <pc:sldMkLst>
          <pc:docMk/>
          <pc:sldMk cId="2296223973" sldId="263"/>
        </pc:sldMkLst>
        <pc:picChg chg="add">
          <ac:chgData name="Mr. PPG Dinesh Asanka" userId="54a4306b-b9cd-436b-92bf-e616bbdb8176" providerId="ADAL" clId="{763A7EB7-061F-4CF3-9E06-47EACA773A05}" dt="2026-08-20T12:07:55.741" v="52" actId="22"/>
          <ac:picMkLst>
            <pc:docMk/>
            <pc:sldMk cId="2296223973" sldId="263"/>
            <ac:picMk id="5" creationId="{158F0D58-15A9-B50E-717D-C2368B8D5129}"/>
          </ac:picMkLst>
        </pc:picChg>
      </pc:sldChg>
      <pc:sldChg chg="del">
        <pc:chgData name="Mr. PPG Dinesh Asanka" userId="54a4306b-b9cd-436b-92bf-e616bbdb8176" providerId="ADAL" clId="{763A7EB7-061F-4CF3-9E06-47EACA773A05}" dt="2026-08-20T10:52:39.990" v="6" actId="47"/>
        <pc:sldMkLst>
          <pc:docMk/>
          <pc:sldMk cId="3127438802" sldId="263"/>
        </pc:sldMkLst>
      </pc:sldChg>
      <pc:sldChg chg="del">
        <pc:chgData name="Mr. PPG Dinesh Asanka" userId="54a4306b-b9cd-436b-92bf-e616bbdb8176" providerId="ADAL" clId="{763A7EB7-061F-4CF3-9E06-47EACA773A05}" dt="2026-08-20T10:52:40.252" v="7" actId="47"/>
        <pc:sldMkLst>
          <pc:docMk/>
          <pc:sldMk cId="704794218" sldId="264"/>
        </pc:sldMkLst>
      </pc:sldChg>
      <pc:sldChg chg="addSp add mod">
        <pc:chgData name="Mr. PPG Dinesh Asanka" userId="54a4306b-b9cd-436b-92bf-e616bbdb8176" providerId="ADAL" clId="{763A7EB7-061F-4CF3-9E06-47EACA773A05}" dt="2026-08-20T12:09:33.279" v="53" actId="22"/>
        <pc:sldMkLst>
          <pc:docMk/>
          <pc:sldMk cId="3608171204" sldId="264"/>
        </pc:sldMkLst>
        <pc:picChg chg="add">
          <ac:chgData name="Mr. PPG Dinesh Asanka" userId="54a4306b-b9cd-436b-92bf-e616bbdb8176" providerId="ADAL" clId="{763A7EB7-061F-4CF3-9E06-47EACA773A05}" dt="2026-08-20T12:09:33.279" v="53" actId="22"/>
          <ac:picMkLst>
            <pc:docMk/>
            <pc:sldMk cId="3608171204" sldId="264"/>
            <ac:picMk id="5" creationId="{802E0E67-A338-1788-61EF-6566ED2E22BB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11:12.518" v="54" actId="22"/>
        <pc:sldMkLst>
          <pc:docMk/>
          <pc:sldMk cId="2449048111" sldId="265"/>
        </pc:sldMkLst>
        <pc:picChg chg="add">
          <ac:chgData name="Mr. PPG Dinesh Asanka" userId="54a4306b-b9cd-436b-92bf-e616bbdb8176" providerId="ADAL" clId="{763A7EB7-061F-4CF3-9E06-47EACA773A05}" dt="2026-08-20T12:11:12.518" v="54" actId="22"/>
          <ac:picMkLst>
            <pc:docMk/>
            <pc:sldMk cId="2449048111" sldId="265"/>
            <ac:picMk id="5" creationId="{3FB5BBF6-9F57-48CF-C497-2BEF0B017DA7}"/>
          </ac:picMkLst>
        </pc:picChg>
      </pc:sldChg>
      <pc:sldChg chg="del">
        <pc:chgData name="Mr. PPG Dinesh Asanka" userId="54a4306b-b9cd-436b-92bf-e616bbdb8176" providerId="ADAL" clId="{763A7EB7-061F-4CF3-9E06-47EACA773A05}" dt="2026-08-20T10:52:40.525" v="9" actId="47"/>
        <pc:sldMkLst>
          <pc:docMk/>
          <pc:sldMk cId="3570428908" sldId="265"/>
        </pc:sldMkLst>
      </pc:sldChg>
      <pc:sldChg chg="addSp add mod">
        <pc:chgData name="Mr. PPG Dinesh Asanka" userId="54a4306b-b9cd-436b-92bf-e616bbdb8176" providerId="ADAL" clId="{763A7EB7-061F-4CF3-9E06-47EACA773A05}" dt="2026-08-20T12:13:07.941" v="55" actId="22"/>
        <pc:sldMkLst>
          <pc:docMk/>
          <pc:sldMk cId="1164961470" sldId="266"/>
        </pc:sldMkLst>
        <pc:picChg chg="add">
          <ac:chgData name="Mr. PPG Dinesh Asanka" userId="54a4306b-b9cd-436b-92bf-e616bbdb8176" providerId="ADAL" clId="{763A7EB7-061F-4CF3-9E06-47EACA773A05}" dt="2026-08-20T12:13:07.941" v="55" actId="22"/>
          <ac:picMkLst>
            <pc:docMk/>
            <pc:sldMk cId="1164961470" sldId="266"/>
            <ac:picMk id="5" creationId="{EE1CBE2A-6A3C-32F8-E7E5-72191438B597}"/>
          </ac:picMkLst>
        </pc:picChg>
      </pc:sldChg>
      <pc:sldChg chg="del">
        <pc:chgData name="Mr. PPG Dinesh Asanka" userId="54a4306b-b9cd-436b-92bf-e616bbdb8176" providerId="ADAL" clId="{763A7EB7-061F-4CF3-9E06-47EACA773A05}" dt="2026-08-20T10:52:40.802" v="10" actId="47"/>
        <pc:sldMkLst>
          <pc:docMk/>
          <pc:sldMk cId="4275560776" sldId="266"/>
        </pc:sldMkLst>
      </pc:sldChg>
      <pc:sldChg chg="del">
        <pc:chgData name="Mr. PPG Dinesh Asanka" userId="54a4306b-b9cd-436b-92bf-e616bbdb8176" providerId="ADAL" clId="{763A7EB7-061F-4CF3-9E06-47EACA773A05}" dt="2026-08-20T10:52:40.835" v="11" actId="47"/>
        <pc:sldMkLst>
          <pc:docMk/>
          <pc:sldMk cId="259555280" sldId="267"/>
        </pc:sldMkLst>
      </pc:sldChg>
      <pc:sldChg chg="addSp add mod">
        <pc:chgData name="Mr. PPG Dinesh Asanka" userId="54a4306b-b9cd-436b-92bf-e616bbdb8176" providerId="ADAL" clId="{763A7EB7-061F-4CF3-9E06-47EACA773A05}" dt="2026-08-20T12:15:01.235" v="56" actId="22"/>
        <pc:sldMkLst>
          <pc:docMk/>
          <pc:sldMk cId="969399834" sldId="267"/>
        </pc:sldMkLst>
        <pc:picChg chg="add">
          <ac:chgData name="Mr. PPG Dinesh Asanka" userId="54a4306b-b9cd-436b-92bf-e616bbdb8176" providerId="ADAL" clId="{763A7EB7-061F-4CF3-9E06-47EACA773A05}" dt="2026-08-20T12:15:01.235" v="56" actId="22"/>
          <ac:picMkLst>
            <pc:docMk/>
            <pc:sldMk cId="969399834" sldId="267"/>
            <ac:picMk id="5" creationId="{FE779486-D7B0-3AC1-CF7C-2EF72EE7132F}"/>
          </ac:picMkLst>
        </pc:picChg>
      </pc:sldChg>
      <pc:sldChg chg="del">
        <pc:chgData name="Mr. PPG Dinesh Asanka" userId="54a4306b-b9cd-436b-92bf-e616bbdb8176" providerId="ADAL" clId="{763A7EB7-061F-4CF3-9E06-47EACA773A05}" dt="2026-08-20T10:52:41.007" v="12" actId="47"/>
        <pc:sldMkLst>
          <pc:docMk/>
          <pc:sldMk cId="1329958834" sldId="268"/>
        </pc:sldMkLst>
      </pc:sldChg>
      <pc:sldChg chg="addSp add mod">
        <pc:chgData name="Mr. PPG Dinesh Asanka" userId="54a4306b-b9cd-436b-92bf-e616bbdb8176" providerId="ADAL" clId="{763A7EB7-061F-4CF3-9E06-47EACA773A05}" dt="2026-08-20T12:17:47.608" v="57" actId="22"/>
        <pc:sldMkLst>
          <pc:docMk/>
          <pc:sldMk cId="3393167008" sldId="268"/>
        </pc:sldMkLst>
        <pc:picChg chg="add">
          <ac:chgData name="Mr. PPG Dinesh Asanka" userId="54a4306b-b9cd-436b-92bf-e616bbdb8176" providerId="ADAL" clId="{763A7EB7-061F-4CF3-9E06-47EACA773A05}" dt="2026-08-20T12:17:47.608" v="57" actId="22"/>
          <ac:picMkLst>
            <pc:docMk/>
            <pc:sldMk cId="3393167008" sldId="268"/>
            <ac:picMk id="5" creationId="{B1B4BD49-E46B-6825-9D23-C113C8871C4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20:50.080" v="58" actId="22"/>
        <pc:sldMkLst>
          <pc:docMk/>
          <pc:sldMk cId="737557379" sldId="269"/>
        </pc:sldMkLst>
        <pc:picChg chg="add">
          <ac:chgData name="Mr. PPG Dinesh Asanka" userId="54a4306b-b9cd-436b-92bf-e616bbdb8176" providerId="ADAL" clId="{763A7EB7-061F-4CF3-9E06-47EACA773A05}" dt="2026-08-20T12:20:50.080" v="58" actId="22"/>
          <ac:picMkLst>
            <pc:docMk/>
            <pc:sldMk cId="737557379" sldId="269"/>
            <ac:picMk id="5" creationId="{71ADDCB9-36C9-35B5-9DF6-FD69EB7B0DB3}"/>
          </ac:picMkLst>
        </pc:picChg>
      </pc:sldChg>
      <pc:sldChg chg="del">
        <pc:chgData name="Mr. PPG Dinesh Asanka" userId="54a4306b-b9cd-436b-92bf-e616bbdb8176" providerId="ADAL" clId="{763A7EB7-061F-4CF3-9E06-47EACA773A05}" dt="2026-08-20T10:52:41.234" v="13" actId="47"/>
        <pc:sldMkLst>
          <pc:docMk/>
          <pc:sldMk cId="844892973" sldId="269"/>
        </pc:sldMkLst>
      </pc:sldChg>
      <pc:sldChg chg="addSp add mod">
        <pc:chgData name="Mr. PPG Dinesh Asanka" userId="54a4306b-b9cd-436b-92bf-e616bbdb8176" providerId="ADAL" clId="{763A7EB7-061F-4CF3-9E06-47EACA773A05}" dt="2026-08-20T12:23:10.989" v="59" actId="22"/>
        <pc:sldMkLst>
          <pc:docMk/>
          <pc:sldMk cId="716648553" sldId="270"/>
        </pc:sldMkLst>
        <pc:picChg chg="add">
          <ac:chgData name="Mr. PPG Dinesh Asanka" userId="54a4306b-b9cd-436b-92bf-e616bbdb8176" providerId="ADAL" clId="{763A7EB7-061F-4CF3-9E06-47EACA773A05}" dt="2026-08-20T12:23:10.989" v="59" actId="22"/>
          <ac:picMkLst>
            <pc:docMk/>
            <pc:sldMk cId="716648553" sldId="270"/>
            <ac:picMk id="5" creationId="{2D026B7A-B208-8F7F-1101-610BA96C2E79}"/>
          </ac:picMkLst>
        </pc:picChg>
      </pc:sldChg>
      <pc:sldChg chg="del">
        <pc:chgData name="Mr. PPG Dinesh Asanka" userId="54a4306b-b9cd-436b-92bf-e616bbdb8176" providerId="ADAL" clId="{763A7EB7-061F-4CF3-9E06-47EACA773A05}" dt="2026-08-20T10:52:42.132" v="14" actId="47"/>
        <pc:sldMkLst>
          <pc:docMk/>
          <pc:sldMk cId="3427795993" sldId="270"/>
        </pc:sldMkLst>
      </pc:sldChg>
      <pc:sldChg chg="addSp add mod">
        <pc:chgData name="Mr. PPG Dinesh Asanka" userId="54a4306b-b9cd-436b-92bf-e616bbdb8176" providerId="ADAL" clId="{763A7EB7-061F-4CF3-9E06-47EACA773A05}" dt="2026-08-20T12:24:53.400" v="60" actId="22"/>
        <pc:sldMkLst>
          <pc:docMk/>
          <pc:sldMk cId="3358961584" sldId="271"/>
        </pc:sldMkLst>
        <pc:picChg chg="add">
          <ac:chgData name="Mr. PPG Dinesh Asanka" userId="54a4306b-b9cd-436b-92bf-e616bbdb8176" providerId="ADAL" clId="{763A7EB7-061F-4CF3-9E06-47EACA773A05}" dt="2026-08-20T12:24:53.400" v="60" actId="22"/>
          <ac:picMkLst>
            <pc:docMk/>
            <pc:sldMk cId="3358961584" sldId="271"/>
            <ac:picMk id="5" creationId="{8E1FA195-DB2F-5331-1901-94F72C74290E}"/>
          </ac:picMkLst>
        </pc:picChg>
      </pc:sldChg>
      <pc:sldChg chg="del">
        <pc:chgData name="Mr. PPG Dinesh Asanka" userId="54a4306b-b9cd-436b-92bf-e616bbdb8176" providerId="ADAL" clId="{763A7EB7-061F-4CF3-9E06-47EACA773A05}" dt="2026-08-20T10:52:40.262" v="8" actId="47"/>
        <pc:sldMkLst>
          <pc:docMk/>
          <pc:sldMk cId="3703316230" sldId="271"/>
        </pc:sldMkLst>
      </pc:sldChg>
      <pc:sldChg chg="addSp add mod">
        <pc:chgData name="Mr. PPG Dinesh Asanka" userId="54a4306b-b9cd-436b-92bf-e616bbdb8176" providerId="ADAL" clId="{763A7EB7-061F-4CF3-9E06-47EACA773A05}" dt="2026-08-20T12:35:23.726" v="63" actId="22"/>
        <pc:sldMkLst>
          <pc:docMk/>
          <pc:sldMk cId="1750807270" sldId="272"/>
        </pc:sldMkLst>
        <pc:picChg chg="add">
          <ac:chgData name="Mr. PPG Dinesh Asanka" userId="54a4306b-b9cd-436b-92bf-e616bbdb8176" providerId="ADAL" clId="{763A7EB7-061F-4CF3-9E06-47EACA773A05}" dt="2026-08-20T12:35:23.726" v="63" actId="22"/>
          <ac:picMkLst>
            <pc:docMk/>
            <pc:sldMk cId="1750807270" sldId="272"/>
            <ac:picMk id="5" creationId="{8077E8CB-4075-01D3-1018-75923A42D9AF}"/>
          </ac:picMkLst>
        </pc:picChg>
      </pc:sldChg>
      <pc:sldChg chg="addSp add mod ord">
        <pc:chgData name="Mr. PPG Dinesh Asanka" userId="54a4306b-b9cd-436b-92bf-e616bbdb8176" providerId="ADAL" clId="{763A7EB7-061F-4CF3-9E06-47EACA773A05}" dt="2026-08-20T13:12:20.574" v="91"/>
        <pc:sldMkLst>
          <pc:docMk/>
          <pc:sldMk cId="1367435121" sldId="273"/>
        </pc:sldMkLst>
        <pc:picChg chg="add">
          <ac:chgData name="Mr. PPG Dinesh Asanka" userId="54a4306b-b9cd-436b-92bf-e616bbdb8176" providerId="ADAL" clId="{763A7EB7-061F-4CF3-9E06-47EACA773A05}" dt="2026-08-20T12:39:15.577" v="66" actId="22"/>
          <ac:picMkLst>
            <pc:docMk/>
            <pc:sldMk cId="1367435121" sldId="273"/>
            <ac:picMk id="5" creationId="{1A7A035C-29F0-2F22-5BF7-F8F875B79EE0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41:04.329" v="69" actId="22"/>
        <pc:sldMkLst>
          <pc:docMk/>
          <pc:sldMk cId="121480935" sldId="274"/>
        </pc:sldMkLst>
        <pc:picChg chg="add">
          <ac:chgData name="Mr. PPG Dinesh Asanka" userId="54a4306b-b9cd-436b-92bf-e616bbdb8176" providerId="ADAL" clId="{763A7EB7-061F-4CF3-9E06-47EACA773A05}" dt="2026-08-20T12:41:04.329" v="69" actId="22"/>
          <ac:picMkLst>
            <pc:docMk/>
            <pc:sldMk cId="121480935" sldId="274"/>
            <ac:picMk id="5" creationId="{B6CEC7E3-E85C-100C-A8AB-69E4A7BF5E99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37:58.027" v="65" actId="22"/>
        <pc:sldMkLst>
          <pc:docMk/>
          <pc:sldMk cId="433518761" sldId="275"/>
        </pc:sldMkLst>
        <pc:picChg chg="add">
          <ac:chgData name="Mr. PPG Dinesh Asanka" userId="54a4306b-b9cd-436b-92bf-e616bbdb8176" providerId="ADAL" clId="{763A7EB7-061F-4CF3-9E06-47EACA773A05}" dt="2026-08-20T12:37:58.027" v="65" actId="22"/>
          <ac:picMkLst>
            <pc:docMk/>
            <pc:sldMk cId="433518761" sldId="275"/>
            <ac:picMk id="5" creationId="{931A2285-8299-87B8-66EA-F0414EAAF59E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36:57.145" v="64" actId="22"/>
        <pc:sldMkLst>
          <pc:docMk/>
          <pc:sldMk cId="1252600374" sldId="276"/>
        </pc:sldMkLst>
        <pc:picChg chg="add">
          <ac:chgData name="Mr. PPG Dinesh Asanka" userId="54a4306b-b9cd-436b-92bf-e616bbdb8176" providerId="ADAL" clId="{763A7EB7-061F-4CF3-9E06-47EACA773A05}" dt="2026-08-20T12:36:57.145" v="64" actId="22"/>
          <ac:picMkLst>
            <pc:docMk/>
            <pc:sldMk cId="1252600374" sldId="276"/>
            <ac:picMk id="5" creationId="{B66114DC-769A-F22B-4843-72CDDE87A9A5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0T12:48:17.197" v="74" actId="22"/>
        <pc:sldMkLst>
          <pc:docMk/>
          <pc:sldMk cId="2308975300" sldId="277"/>
        </pc:sldMkLst>
        <pc:picChg chg="add del">
          <ac:chgData name="Mr. PPG Dinesh Asanka" userId="54a4306b-b9cd-436b-92bf-e616bbdb8176" providerId="ADAL" clId="{763A7EB7-061F-4CF3-9E06-47EACA773A05}" dt="2026-08-20T12:46:44.609" v="71" actId="478"/>
          <ac:picMkLst>
            <pc:docMk/>
            <pc:sldMk cId="2308975300" sldId="277"/>
            <ac:picMk id="5" creationId="{3F1EEC9E-157D-CBCC-09AD-5F559D5A8545}"/>
          </ac:picMkLst>
        </pc:picChg>
        <pc:picChg chg="add del">
          <ac:chgData name="Mr. PPG Dinesh Asanka" userId="54a4306b-b9cd-436b-92bf-e616bbdb8176" providerId="ADAL" clId="{763A7EB7-061F-4CF3-9E06-47EACA773A05}" dt="2026-08-20T12:46:57.237" v="73" actId="478"/>
          <ac:picMkLst>
            <pc:docMk/>
            <pc:sldMk cId="2308975300" sldId="277"/>
            <ac:picMk id="7" creationId="{0A26D2A0-5CD5-B436-F835-F7B8DA5AC299}"/>
          </ac:picMkLst>
        </pc:picChg>
        <pc:picChg chg="add">
          <ac:chgData name="Mr. PPG Dinesh Asanka" userId="54a4306b-b9cd-436b-92bf-e616bbdb8176" providerId="ADAL" clId="{763A7EB7-061F-4CF3-9E06-47EACA773A05}" dt="2026-08-20T12:48:17.197" v="74" actId="22"/>
          <ac:picMkLst>
            <pc:docMk/>
            <pc:sldMk cId="2308975300" sldId="277"/>
            <ac:picMk id="9" creationId="{4A4D8060-7297-5DFD-13E5-4B080B74C170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53:20.486" v="75" actId="22"/>
        <pc:sldMkLst>
          <pc:docMk/>
          <pc:sldMk cId="3782720290" sldId="278"/>
        </pc:sldMkLst>
        <pc:picChg chg="add">
          <ac:chgData name="Mr. PPG Dinesh Asanka" userId="54a4306b-b9cd-436b-92bf-e616bbdb8176" providerId="ADAL" clId="{763A7EB7-061F-4CF3-9E06-47EACA773A05}" dt="2026-08-20T12:53:20.486" v="75" actId="22"/>
          <ac:picMkLst>
            <pc:docMk/>
            <pc:sldMk cId="3782720290" sldId="278"/>
            <ac:picMk id="5" creationId="{18EC8C6A-99B2-5410-5945-84F2F064D063}"/>
          </ac:picMkLst>
        </pc:picChg>
      </pc:sldChg>
      <pc:sldChg chg="addSp new mod">
        <pc:chgData name="Mr. PPG Dinesh Asanka" userId="54a4306b-b9cd-436b-92bf-e616bbdb8176" providerId="ADAL" clId="{763A7EB7-061F-4CF3-9E06-47EACA773A05}" dt="2026-08-20T12:55:00.984" v="79" actId="22"/>
        <pc:sldMkLst>
          <pc:docMk/>
          <pc:sldMk cId="1499295904" sldId="279"/>
        </pc:sldMkLst>
        <pc:picChg chg="add">
          <ac:chgData name="Mr. PPG Dinesh Asanka" userId="54a4306b-b9cd-436b-92bf-e616bbdb8176" providerId="ADAL" clId="{763A7EB7-061F-4CF3-9E06-47EACA773A05}" dt="2026-08-20T12:55:00.984" v="79" actId="22"/>
          <ac:picMkLst>
            <pc:docMk/>
            <pc:sldMk cId="1499295904" sldId="279"/>
            <ac:picMk id="5" creationId="{2C57F52C-5F77-7179-07D3-C77A81CA0F2F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56:06.130" v="80" actId="22"/>
        <pc:sldMkLst>
          <pc:docMk/>
          <pc:sldMk cId="1318406950" sldId="280"/>
        </pc:sldMkLst>
        <pc:picChg chg="add">
          <ac:chgData name="Mr. PPG Dinesh Asanka" userId="54a4306b-b9cd-436b-92bf-e616bbdb8176" providerId="ADAL" clId="{763A7EB7-061F-4CF3-9E06-47EACA773A05}" dt="2026-08-20T12:56:06.130" v="80" actId="22"/>
          <ac:picMkLst>
            <pc:docMk/>
            <pc:sldMk cId="1318406950" sldId="280"/>
            <ac:picMk id="5" creationId="{4B3ED3C9-DC7F-C43C-BF70-E10319355DFE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57:19.070" v="81" actId="22"/>
        <pc:sldMkLst>
          <pc:docMk/>
          <pc:sldMk cId="71784419" sldId="281"/>
        </pc:sldMkLst>
        <pc:picChg chg="add">
          <ac:chgData name="Mr. PPG Dinesh Asanka" userId="54a4306b-b9cd-436b-92bf-e616bbdb8176" providerId="ADAL" clId="{763A7EB7-061F-4CF3-9E06-47EACA773A05}" dt="2026-08-20T12:57:19.070" v="81" actId="22"/>
          <ac:picMkLst>
            <pc:docMk/>
            <pc:sldMk cId="71784419" sldId="281"/>
            <ac:picMk id="5" creationId="{1521032A-2D19-55D5-4F58-833F01F8D232}"/>
          </ac:picMkLst>
        </pc:picChg>
      </pc:sldChg>
      <pc:sldChg chg="addSp new mod">
        <pc:chgData name="Mr. PPG Dinesh Asanka" userId="54a4306b-b9cd-436b-92bf-e616bbdb8176" providerId="ADAL" clId="{763A7EB7-061F-4CF3-9E06-47EACA773A05}" dt="2026-08-20T12:58:15.187" v="86" actId="22"/>
        <pc:sldMkLst>
          <pc:docMk/>
          <pc:sldMk cId="1306766801" sldId="282"/>
        </pc:sldMkLst>
        <pc:picChg chg="add">
          <ac:chgData name="Mr. PPG Dinesh Asanka" userId="54a4306b-b9cd-436b-92bf-e616bbdb8176" providerId="ADAL" clId="{763A7EB7-061F-4CF3-9E06-47EACA773A05}" dt="2026-08-20T12:58:15.187" v="86" actId="22"/>
          <ac:picMkLst>
            <pc:docMk/>
            <pc:sldMk cId="1306766801" sldId="282"/>
            <ac:picMk id="5" creationId="{C8AB2CEA-4E4B-8F2C-2AE3-E427011A4C8D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2:59:34.722" v="87" actId="22"/>
        <pc:sldMkLst>
          <pc:docMk/>
          <pc:sldMk cId="1343916546" sldId="283"/>
        </pc:sldMkLst>
        <pc:picChg chg="add">
          <ac:chgData name="Mr. PPG Dinesh Asanka" userId="54a4306b-b9cd-436b-92bf-e616bbdb8176" providerId="ADAL" clId="{763A7EB7-061F-4CF3-9E06-47EACA773A05}" dt="2026-08-20T12:59:34.722" v="87" actId="22"/>
          <ac:picMkLst>
            <pc:docMk/>
            <pc:sldMk cId="1343916546" sldId="283"/>
            <ac:picMk id="5" creationId="{4523B85C-6A0E-42E5-2488-ED695FC6F54B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0T13:03:07.575" v="88" actId="22"/>
        <pc:sldMkLst>
          <pc:docMk/>
          <pc:sldMk cId="3214657789" sldId="284"/>
        </pc:sldMkLst>
        <pc:picChg chg="add">
          <ac:chgData name="Mr. PPG Dinesh Asanka" userId="54a4306b-b9cd-436b-92bf-e616bbdb8176" providerId="ADAL" clId="{763A7EB7-061F-4CF3-9E06-47EACA773A05}" dt="2026-08-20T13:03:07.575" v="88" actId="22"/>
          <ac:picMkLst>
            <pc:docMk/>
            <pc:sldMk cId="3214657789" sldId="284"/>
            <ac:picMk id="5" creationId="{5123CA3F-C41D-2461-44C9-F0279D89390D}"/>
          </ac:picMkLst>
        </pc:picChg>
      </pc:sldChg>
      <pc:sldChg chg="add del">
        <pc:chgData name="Mr. PPG Dinesh Asanka" userId="54a4306b-b9cd-436b-92bf-e616bbdb8176" providerId="ADAL" clId="{763A7EB7-061F-4CF3-9E06-47EACA773A05}" dt="2026-08-20T13:03:13.242" v="89" actId="47"/>
        <pc:sldMkLst>
          <pc:docMk/>
          <pc:sldMk cId="705254536" sldId="285"/>
        </pc:sldMkLst>
      </pc:sldChg>
      <pc:sldChg chg="addSp new mod">
        <pc:chgData name="Mr. PPG Dinesh Asanka" userId="54a4306b-b9cd-436b-92bf-e616bbdb8176" providerId="ADAL" clId="{763A7EB7-061F-4CF3-9E06-47EACA773A05}" dt="2026-08-20T13:20:42.591" v="93" actId="22"/>
        <pc:sldMkLst>
          <pc:docMk/>
          <pc:sldMk cId="1393688330" sldId="285"/>
        </pc:sldMkLst>
        <pc:picChg chg="add">
          <ac:chgData name="Mr. PPG Dinesh Asanka" userId="54a4306b-b9cd-436b-92bf-e616bbdb8176" providerId="ADAL" clId="{763A7EB7-061F-4CF3-9E06-47EACA773A05}" dt="2026-08-20T13:20:42.591" v="93" actId="22"/>
          <ac:picMkLst>
            <pc:docMk/>
            <pc:sldMk cId="1393688330" sldId="285"/>
            <ac:picMk id="5" creationId="{090B705F-EDD9-CDD1-DF20-4C41692E6E2D}"/>
          </ac:picMkLst>
        </pc:picChg>
      </pc:sldChg>
      <pc:sldChg chg="addSp delSp new mod">
        <pc:chgData name="Mr. PPG Dinesh Asanka" userId="54a4306b-b9cd-436b-92bf-e616bbdb8176" providerId="ADAL" clId="{763A7EB7-061F-4CF3-9E06-47EACA773A05}" dt="2026-08-20T13:24:53.211" v="97" actId="22"/>
        <pc:sldMkLst>
          <pc:docMk/>
          <pc:sldMk cId="2585161160" sldId="286"/>
        </pc:sldMkLst>
        <pc:picChg chg="add del">
          <ac:chgData name="Mr. PPG Dinesh Asanka" userId="54a4306b-b9cd-436b-92bf-e616bbdb8176" providerId="ADAL" clId="{763A7EB7-061F-4CF3-9E06-47EACA773A05}" dt="2026-08-20T13:24:52.092" v="96" actId="478"/>
          <ac:picMkLst>
            <pc:docMk/>
            <pc:sldMk cId="2585161160" sldId="286"/>
            <ac:picMk id="5" creationId="{E7EF0D6C-AC9F-4F27-F97F-BA2CE54F1468}"/>
          </ac:picMkLst>
        </pc:picChg>
        <pc:picChg chg="add">
          <ac:chgData name="Mr. PPG Dinesh Asanka" userId="54a4306b-b9cd-436b-92bf-e616bbdb8176" providerId="ADAL" clId="{763A7EB7-061F-4CF3-9E06-47EACA773A05}" dt="2026-08-20T13:24:53.211" v="97" actId="22"/>
          <ac:picMkLst>
            <pc:docMk/>
            <pc:sldMk cId="2585161160" sldId="286"/>
            <ac:picMk id="7" creationId="{9C2DEE3E-49B1-45F3-1D3F-EFA00BEE1C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20,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20,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Thursday, August 20,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Thursday, August 20,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20,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C0F156-952E-9732-FC77-82F3D6ADA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486AF0-50E5-E1D5-71D5-C24EA21FE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3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2C90-386C-A01E-00F5-65C36FCA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D5BE-D41B-8FBB-E6D4-0F106537F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905D8-F2D0-8E3F-46A3-68194AF4C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EF58-EE71-BDC0-FDF4-04CD74DE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1FA1-37C9-E7FB-AAC5-B28F9EA88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9D86D6-C6C8-AC22-4374-C83F31412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2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9B19-E419-603A-E639-5DDB6D09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A536F-ACAB-0526-ED75-3BF1CD9DA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39C31-F95E-5C3A-70A2-6EEAA549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3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C2CD-FC9D-8400-F444-116C04E2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BB074-30DD-A1BA-0C59-89321DEFF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3DEF7-B54D-71FF-0026-BBF2E7807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821B-CDF4-E5E8-69BE-6A920759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E03B3-31F9-C065-295C-223E91E9E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71803A-EFEA-F744-B80F-1F58D916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50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0F9B2-BFB9-B167-0CA0-7B397D83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8A2E-5668-9E80-D314-A040C15B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2F803-9038-837D-CCF8-E4883B922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380A4-8DAF-F51E-2855-0440B7C07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6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50DB8-4962-885E-6B56-459697AC9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2A7D-6606-DB2F-CFC4-BDD1DEF3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6085-6F6C-1F58-8C36-A0C9709B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F0D58-15A9-B50E-717D-C2368B8D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2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0C2B-4146-50C3-5F73-0D0167C0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2881-E843-40C7-B53B-88EE767D5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B705F-EDD9-CDD1-DF20-4C41692E6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88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D2A7-2C8E-8B53-60B3-8D5CF62C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CE30-BC0B-1535-65F2-36836F02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7AC4-B289-F398-B102-2815B13ED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E0E67-A338-1788-61EF-6566ED2E2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7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8057-33DA-3BBF-1342-08A20A42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C847-0251-B696-F443-56174CAD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717E-EA99-8DC9-3935-CB3D957F2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5BBF6-9F57-48CF-C497-2BEF0B01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4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1CB5-CA41-2877-7553-EE72DA2E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18E8-E688-84FF-F1C0-96092AA7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B8FC-693A-94B0-DF13-B3C42714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CBE2A-6A3C-32F8-E7E5-72191438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6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83C6-2D8E-0659-3544-1C649C5C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7AC0-062C-5AC1-66AB-D06ABEFB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4FE21-4C4C-7769-E310-A7C9A864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79486-D7B0-3AC1-CF7C-2EF72EE7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9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404D-FCEF-F0F3-F17C-38BDC5C2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0A23-6331-EB33-DE93-E1CD6F22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D456E-8B27-0A58-A3A5-71101F72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BD49-E46B-6825-9D23-C113C8871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6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BF6A-C6F8-6DF5-9774-9112EADC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B661-E8CD-FA79-B058-F017EBF9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4E279-EA0B-CEE9-4164-0E3EAC37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DDCB9-36C9-35B5-9DF6-FD69EB7B0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57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8DB1-AA81-1C9D-E1A1-B0AB1C0F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A7ED-BBFD-6955-F2AA-77972C69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592EA-35F1-A597-1712-10594CF6A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26B7A-B208-8F7F-1101-610BA96C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48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1E6C-5161-684E-ABE6-17916ACB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9FA3-AA9E-EC3E-59BE-001E6325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0350-56CF-A5C4-9873-AF43FEED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FA195-DB2F-5331-1901-94F72C74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6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A293-4272-1540-B64C-B8D20F07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DB3B-750F-9A55-4FD4-51E8AEED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086C5-7289-F5AD-2C60-2EC64A88A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7E8CB-4075-01D3-1018-75923A42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0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8F72-0FC7-08A8-F6CB-35AA955B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F7AB-2BFF-DF0B-4D3C-FA30FD50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D793-BF01-0D97-3357-358D7A2A4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114DC-769A-F22B-4843-72CDDE87A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00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C1F5-6CE3-21F2-EDA8-4EC36A62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097A-DEDB-43DF-FA5E-E71562DA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FD5B-E658-0A8D-16FB-642B0EFA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A2285-8299-87B8-66EA-F0414EAA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18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2139E-2054-7142-C06D-9F52E98E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809C-62EE-2F1E-C80A-0F58FE6B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411C-6FD3-6212-A840-4625D6DCB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EC7E3-E85C-100C-A8AB-69E4A7BF5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0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8896B-DB4E-6CDA-C51A-1109EB63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1A01-D1B4-F468-495F-E968CBBB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43FFF-6276-4C92-C020-4722D8EC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4D8060-7297-5DFD-13E5-4B080B74C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75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6A13-71B0-8612-0F85-7646A9DB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84AF-7E9B-8717-748D-1810B383A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DEE3E-49B1-45F3-1D3F-EFA00BEE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61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FB7AB-6CD6-8CB1-F059-F66F34A9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9506-CE17-ED66-D049-93E9DB2D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9A01D-EC78-1722-BE55-6FC399593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A035C-29F0-2F22-5BF7-F8F875B79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35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09E6-5297-8A18-93CC-C5A0007C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97F1-C799-0CBB-6840-7E7C36F3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115C-2645-84FF-D3EA-1FD265284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C8C6A-99B2-5410-5945-84F2F064D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20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F0FA-021E-F551-550D-38F2FC64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48BA-C9AA-C05A-51DB-48EF0A44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7F52C-5F77-7179-07D3-C77A81CA0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95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BF53-895C-8C1D-3503-D25068BB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6683-EBF6-A5C0-6B1A-1C8C79C7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5EE3E-C5D5-FDB0-C075-D557B210B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ED3C9-DC7F-C43C-BF70-E10319355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6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18B40-0C1A-8707-744A-75755A34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3B27-68A9-EF60-84A0-06D2BF51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1F09-880B-8440-F9BC-80005F1C3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1032A-2D19-55D5-4F58-833F01F8D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4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681D-0FAA-472D-A61F-F4CF2E391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81E86-E463-2F0E-17A4-9A3F83D01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B2CEA-4E4B-8F2C-2AE3-E427011A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66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09DB7-7941-CBBE-FB6C-97E78265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04C8-09CE-DAF4-8056-A50974B0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B0D8-488F-43C1-A2F6-71ED79529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3B85C-6A0E-42E5-2488-ED695FC6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16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0514-02ED-278A-C296-F5F69513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8874-D6B6-25FA-EF37-BBEBCA0B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E079-F8C1-9BDB-2196-8D4AF14A6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3CA3F-C41D-2461-44C9-F0279D893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57789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6327976d-0e7f-4f4d-9e8d-9adece0280c7"/>
    <ds:schemaRef ds:uri="bbf2655a-b97a-4cd5-9749-fa15d2d37c4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5617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8</cp:revision>
  <dcterms:created xsi:type="dcterms:W3CDTF">2026-06-21T09:38:34Z</dcterms:created>
  <dcterms:modified xsi:type="dcterms:W3CDTF">2026-08-20T13:25:00Z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