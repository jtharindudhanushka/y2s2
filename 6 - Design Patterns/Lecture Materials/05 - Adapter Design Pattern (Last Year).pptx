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4"/>
  </p:sldMasterIdLst>
  <p:notesMasterIdLst>
    <p:notesMasterId r:id="rId28"/>
  </p:notesMasterIdLst>
  <p:sldIdLst>
    <p:sldId id="256" r:id="rId5"/>
    <p:sldId id="281" r:id="rId6"/>
    <p:sldId id="284" r:id="rId7"/>
    <p:sldId id="285" r:id="rId8"/>
    <p:sldId id="286" r:id="rId9"/>
    <p:sldId id="287" r:id="rId10"/>
    <p:sldId id="288" r:id="rId11"/>
    <p:sldId id="289" r:id="rId12"/>
    <p:sldId id="290" r:id="rId13"/>
    <p:sldId id="302" r:id="rId14"/>
    <p:sldId id="291" r:id="rId15"/>
    <p:sldId id="292" r:id="rId16"/>
    <p:sldId id="266" r:id="rId17"/>
    <p:sldId id="267" r:id="rId18"/>
    <p:sldId id="293" r:id="rId19"/>
    <p:sldId id="295" r:id="rId20"/>
    <p:sldId id="294" r:id="rId21"/>
    <p:sldId id="296" r:id="rId22"/>
    <p:sldId id="297" r:id="rId23"/>
    <p:sldId id="298" r:id="rId24"/>
    <p:sldId id="299" r:id="rId25"/>
    <p:sldId id="300" r:id="rId26"/>
    <p:sldId id="301" r:id="rId2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4286B7-A8E0-61C1-81E7-B3F5877F05B8}" v="2" dt="2026-07-27T03:55:19.258"/>
  </p1510:revLst>
</p1510:revInfo>
</file>

<file path=ppt/tableStyles.xml><?xml version="1.0" encoding="utf-8"?>
<a:tblStyleLst xmlns:a="http://schemas.openxmlformats.org/drawingml/2006/main" def="{F54CE190-10E5-4C96-911B-C521327B310B}">
  <a:tblStyle styleId="{F54CE190-10E5-4C96-911B-C521327B310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tenantanon#aa232db2-7a78-4414-a529-33db9124cba7::" providerId="AD" clId="Web-{9E4286B7-A8E0-61C1-81E7-B3F5877F05B8}"/>
    <pc:docChg chg="addSld modSld">
      <pc:chgData name="Guest User" userId="S::urn:spo:tenantanon#aa232db2-7a78-4414-a529-33db9124cba7::" providerId="AD" clId="Web-{9E4286B7-A8E0-61C1-81E7-B3F5877F05B8}" dt="2026-07-27T03:55:19.258" v="1"/>
      <pc:docMkLst>
        <pc:docMk/>
      </pc:docMkLst>
      <pc:sldChg chg="modSp">
        <pc:chgData name="Guest User" userId="S::urn:spo:tenantanon#aa232db2-7a78-4414-a529-33db9124cba7::" providerId="AD" clId="Web-{9E4286B7-A8E0-61C1-81E7-B3F5877F05B8}" dt="2026-07-27T03:53:46.367" v="0" actId="1076"/>
        <pc:sldMkLst>
          <pc:docMk/>
          <pc:sldMk cId="0" sldId="256"/>
        </pc:sldMkLst>
        <pc:picChg chg="mod">
          <ac:chgData name="Guest User" userId="S::urn:spo:tenantanon#aa232db2-7a78-4414-a529-33db9124cba7::" providerId="AD" clId="Web-{9E4286B7-A8E0-61C1-81E7-B3F5877F05B8}" dt="2026-07-27T03:53:46.367" v="0" actId="1076"/>
          <ac:picMkLst>
            <pc:docMk/>
            <pc:sldMk cId="0" sldId="256"/>
            <ac:picMk id="3" creationId="{8C18A875-FD91-E00D-734B-28E797CB4CE6}"/>
          </ac:picMkLst>
        </pc:picChg>
      </pc:sldChg>
      <pc:sldChg chg="new">
        <pc:chgData name="Guest User" userId="S::urn:spo:tenantanon#aa232db2-7a78-4414-a529-33db9124cba7::" providerId="AD" clId="Web-{9E4286B7-A8E0-61C1-81E7-B3F5877F05B8}" dt="2026-07-27T03:55:19.258" v="1"/>
        <pc:sldMkLst>
          <pc:docMk/>
          <pc:sldMk cId="1066786939" sldId="302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s://pixabay.com/en/check-correct-tick-mark-symbol-303401/" TargetMode="External"/><Relationship Id="rId1" Type="http://schemas.openxmlformats.org/officeDocument/2006/relationships/image" Target="../media/image2.png"/></Relationships>
</file>

<file path=ppt/diagrams/_rels/data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13.svg"/><Relationship Id="rId4" Type="http://schemas.openxmlformats.org/officeDocument/2006/relationships/image" Target="../media/image16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svg"/><Relationship Id="rId1" Type="http://schemas.openxmlformats.org/officeDocument/2006/relationships/image" Target="../media/image22.svg"/><Relationship Id="rId4" Type="http://schemas.openxmlformats.org/officeDocument/2006/relationships/image" Target="../media/image2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s://pixabay.com/en/check-correct-tick-mark-symbol-303401/" TargetMode="External"/><Relationship Id="rId1" Type="http://schemas.openxmlformats.org/officeDocument/2006/relationships/image" Target="../media/image2.png"/></Relationships>
</file>

<file path=ppt/diagrams/_rels/drawing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13.svg"/><Relationship Id="rId4" Type="http://schemas.openxmlformats.org/officeDocument/2006/relationships/image" Target="../media/image16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svg"/><Relationship Id="rId1" Type="http://schemas.openxmlformats.org/officeDocument/2006/relationships/image" Target="../media/image22.svg"/><Relationship Id="rId4" Type="http://schemas.openxmlformats.org/officeDocument/2006/relationships/image" Target="../media/image2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ABC285D-7C90-45EC-919F-95B8ED8A0C28}" type="doc">
      <dgm:prSet loTypeId="urn:microsoft.com/office/officeart/2008/layout/PictureAccent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0B67E32-E6BD-4983-9653-5C720FF5C9AC}">
      <dgm:prSet phldrT="[Text]" custT="1"/>
      <dgm:spPr/>
      <dgm:t>
        <a:bodyPr/>
        <a:lstStyle/>
        <a:p>
          <a:r>
            <a:rPr lang="en-US" sz="2000" b="1" kern="1200">
              <a:latin typeface="Arial"/>
              <a:ea typeface="+mn-ea"/>
              <a:cs typeface="+mn-cs"/>
            </a:rPr>
            <a:t>Creational</a:t>
          </a:r>
          <a:r>
            <a:rPr lang="en-US" sz="2000" b="1" kern="1200"/>
            <a:t> (5)</a:t>
          </a:r>
        </a:p>
      </dgm:t>
    </dgm:pt>
    <dgm:pt modelId="{B68382FD-FCD8-48AC-880B-F2BD8AC3B529}" type="parTrans" cxnId="{22882534-2790-41E0-92AE-8362E66D5214}">
      <dgm:prSet/>
      <dgm:spPr/>
      <dgm:t>
        <a:bodyPr/>
        <a:lstStyle/>
        <a:p>
          <a:endParaRPr lang="en-US"/>
        </a:p>
      </dgm:t>
    </dgm:pt>
    <dgm:pt modelId="{33370808-742A-410A-9059-EEB54400542E}" type="sibTrans" cxnId="{22882534-2790-41E0-92AE-8362E66D5214}">
      <dgm:prSet/>
      <dgm:spPr/>
      <dgm:t>
        <a:bodyPr/>
        <a:lstStyle/>
        <a:p>
          <a:endParaRPr lang="en-US"/>
        </a:p>
      </dgm:t>
    </dgm:pt>
    <dgm:pt modelId="{1CC591C8-C948-45EE-867F-895B7CBBB002}">
      <dgm:prSet phldrT="[Text]"/>
      <dgm:spPr/>
      <dgm:t>
        <a:bodyPr/>
        <a:lstStyle/>
        <a:p>
          <a:pPr>
            <a:buNone/>
          </a:pPr>
          <a:r>
            <a:rPr lang="en-US"/>
            <a:t>Factory</a:t>
          </a:r>
        </a:p>
      </dgm:t>
    </dgm:pt>
    <dgm:pt modelId="{7FE73F14-D9A5-4858-A7DF-D2C46AFBF238}" type="parTrans" cxnId="{A4DEB4F5-060F-416B-978E-D01D324F86C3}">
      <dgm:prSet/>
      <dgm:spPr/>
      <dgm:t>
        <a:bodyPr/>
        <a:lstStyle/>
        <a:p>
          <a:endParaRPr lang="en-US"/>
        </a:p>
      </dgm:t>
    </dgm:pt>
    <dgm:pt modelId="{EA925A09-6AA5-4185-9E26-54802AAEBCC0}" type="sibTrans" cxnId="{A4DEB4F5-060F-416B-978E-D01D324F86C3}">
      <dgm:prSet/>
      <dgm:spPr/>
      <dgm:t>
        <a:bodyPr/>
        <a:lstStyle/>
        <a:p>
          <a:endParaRPr lang="en-US"/>
        </a:p>
      </dgm:t>
    </dgm:pt>
    <dgm:pt modelId="{DDBB3C66-D5E4-4FC0-91BC-C61300BC37FA}">
      <dgm:prSet phldrT="[Text]"/>
      <dgm:spPr/>
      <dgm:t>
        <a:bodyPr/>
        <a:lstStyle/>
        <a:p>
          <a:r>
            <a:rPr lang="en-US" b="1"/>
            <a:t>Structural (7)</a:t>
          </a:r>
          <a:endParaRPr lang="en-US"/>
        </a:p>
      </dgm:t>
    </dgm:pt>
    <dgm:pt modelId="{8048B7FF-CAC6-410A-B397-445FF483B94B}" type="parTrans" cxnId="{1657EFE0-2A26-4DE8-9B3D-CAD70A5B058F}">
      <dgm:prSet/>
      <dgm:spPr/>
      <dgm:t>
        <a:bodyPr/>
        <a:lstStyle/>
        <a:p>
          <a:endParaRPr lang="en-US"/>
        </a:p>
      </dgm:t>
    </dgm:pt>
    <dgm:pt modelId="{D41F61FF-4452-4981-9F84-CF1EDCB01EE5}" type="sibTrans" cxnId="{1657EFE0-2A26-4DE8-9B3D-CAD70A5B058F}">
      <dgm:prSet/>
      <dgm:spPr/>
      <dgm:t>
        <a:bodyPr/>
        <a:lstStyle/>
        <a:p>
          <a:endParaRPr lang="en-US"/>
        </a:p>
      </dgm:t>
    </dgm:pt>
    <dgm:pt modelId="{2B657BF5-4A26-4CD9-B902-E0676D265266}">
      <dgm:prSet phldrT="[Text]"/>
      <dgm:spPr/>
      <dgm:t>
        <a:bodyPr/>
        <a:lstStyle/>
        <a:p>
          <a:pPr>
            <a:buNone/>
          </a:pPr>
          <a:r>
            <a:rPr lang="en-US"/>
            <a:t>Adapter</a:t>
          </a:r>
        </a:p>
      </dgm:t>
    </dgm:pt>
    <dgm:pt modelId="{AD2F32A6-90CE-40CD-8475-A244527A9B19}" type="parTrans" cxnId="{169A3ED5-5052-43A0-82D4-8E4B3A319F13}">
      <dgm:prSet/>
      <dgm:spPr/>
      <dgm:t>
        <a:bodyPr/>
        <a:lstStyle/>
        <a:p>
          <a:endParaRPr lang="en-US"/>
        </a:p>
      </dgm:t>
    </dgm:pt>
    <dgm:pt modelId="{DDB011C5-727F-4AA9-8D3F-4766D235E191}" type="sibTrans" cxnId="{169A3ED5-5052-43A0-82D4-8E4B3A319F13}">
      <dgm:prSet/>
      <dgm:spPr/>
      <dgm:t>
        <a:bodyPr/>
        <a:lstStyle/>
        <a:p>
          <a:endParaRPr lang="en-US"/>
        </a:p>
      </dgm:t>
    </dgm:pt>
    <dgm:pt modelId="{435E0EAF-C8D9-4EA8-BA75-E6227BC64A76}">
      <dgm:prSet phldrT="[Text]"/>
      <dgm:spPr/>
      <dgm:t>
        <a:bodyPr/>
        <a:lstStyle/>
        <a:p>
          <a:r>
            <a:rPr lang="en-US" b="1"/>
            <a:t>Behavioral (11)</a:t>
          </a:r>
          <a:endParaRPr lang="en-US"/>
        </a:p>
      </dgm:t>
    </dgm:pt>
    <dgm:pt modelId="{D12C3D16-34C0-4F23-9339-C8E1307B2628}" type="parTrans" cxnId="{8B733144-9B60-4310-A6E8-4DBA91DF05EF}">
      <dgm:prSet/>
      <dgm:spPr/>
      <dgm:t>
        <a:bodyPr/>
        <a:lstStyle/>
        <a:p>
          <a:endParaRPr lang="en-US"/>
        </a:p>
      </dgm:t>
    </dgm:pt>
    <dgm:pt modelId="{5A3E3F88-25FD-4B91-9416-5FFE41347D4C}" type="sibTrans" cxnId="{8B733144-9B60-4310-A6E8-4DBA91DF05EF}">
      <dgm:prSet/>
      <dgm:spPr/>
      <dgm:t>
        <a:bodyPr/>
        <a:lstStyle/>
        <a:p>
          <a:endParaRPr lang="en-US"/>
        </a:p>
      </dgm:t>
    </dgm:pt>
    <dgm:pt modelId="{518A4EE0-101F-44E6-991F-C21F5D23D07B}">
      <dgm:prSet phldrT="[Text]"/>
      <dgm:spPr/>
      <dgm:t>
        <a:bodyPr/>
        <a:lstStyle/>
        <a:p>
          <a:pPr>
            <a:buNone/>
          </a:pPr>
          <a:r>
            <a:rPr lang="en-US"/>
            <a:t>Chain Of Responsibility</a:t>
          </a:r>
        </a:p>
      </dgm:t>
    </dgm:pt>
    <dgm:pt modelId="{B568E182-4317-46C3-AF4D-3D1F55BAA12A}" type="parTrans" cxnId="{E12F90BE-AFA1-4A6D-BE07-03C33995C4DF}">
      <dgm:prSet/>
      <dgm:spPr/>
      <dgm:t>
        <a:bodyPr/>
        <a:lstStyle/>
        <a:p>
          <a:endParaRPr lang="en-US"/>
        </a:p>
      </dgm:t>
    </dgm:pt>
    <dgm:pt modelId="{70FD0B30-9EA2-4660-B21E-A06A2E6E4FA8}" type="sibTrans" cxnId="{E12F90BE-AFA1-4A6D-BE07-03C33995C4DF}">
      <dgm:prSet/>
      <dgm:spPr/>
      <dgm:t>
        <a:bodyPr/>
        <a:lstStyle/>
        <a:p>
          <a:endParaRPr lang="en-US"/>
        </a:p>
      </dgm:t>
    </dgm:pt>
    <dgm:pt modelId="{9FC16266-A3AA-4006-AC28-6A1678432771}">
      <dgm:prSet/>
      <dgm:spPr/>
      <dgm:t>
        <a:bodyPr/>
        <a:lstStyle/>
        <a:p>
          <a:pPr>
            <a:buNone/>
          </a:pPr>
          <a:r>
            <a:rPr lang="en-US"/>
            <a:t>Abstract Factory</a:t>
          </a:r>
        </a:p>
      </dgm:t>
    </dgm:pt>
    <dgm:pt modelId="{BE0196EE-5E3E-401E-BACB-F03B93060EC4}" type="parTrans" cxnId="{E2966B05-27BF-4A87-83D2-96954AC255DD}">
      <dgm:prSet/>
      <dgm:spPr/>
      <dgm:t>
        <a:bodyPr/>
        <a:lstStyle/>
        <a:p>
          <a:endParaRPr lang="en-US"/>
        </a:p>
      </dgm:t>
    </dgm:pt>
    <dgm:pt modelId="{001EA975-2D26-444D-AE7E-AABAB071BCDE}" type="sibTrans" cxnId="{E2966B05-27BF-4A87-83D2-96954AC255DD}">
      <dgm:prSet/>
      <dgm:spPr/>
      <dgm:t>
        <a:bodyPr/>
        <a:lstStyle/>
        <a:p>
          <a:endParaRPr lang="en-US"/>
        </a:p>
      </dgm:t>
    </dgm:pt>
    <dgm:pt modelId="{F9DF6F99-84D7-480E-8CB8-F8A20F1E0D1F}">
      <dgm:prSet/>
      <dgm:spPr/>
      <dgm:t>
        <a:bodyPr/>
        <a:lstStyle/>
        <a:p>
          <a:pPr>
            <a:buNone/>
          </a:pPr>
          <a:r>
            <a:rPr lang="en-US"/>
            <a:t>Singleton</a:t>
          </a:r>
        </a:p>
      </dgm:t>
    </dgm:pt>
    <dgm:pt modelId="{7ECA580C-D664-4A37-8F26-24C5067218E0}" type="parTrans" cxnId="{20F134B8-79FB-4B23-9BD4-9B63BE13AF7F}">
      <dgm:prSet/>
      <dgm:spPr/>
      <dgm:t>
        <a:bodyPr/>
        <a:lstStyle/>
        <a:p>
          <a:endParaRPr lang="en-US"/>
        </a:p>
      </dgm:t>
    </dgm:pt>
    <dgm:pt modelId="{6D7AEB61-BADC-4244-B351-402FCB861B47}" type="sibTrans" cxnId="{20F134B8-79FB-4B23-9BD4-9B63BE13AF7F}">
      <dgm:prSet/>
      <dgm:spPr/>
      <dgm:t>
        <a:bodyPr/>
        <a:lstStyle/>
        <a:p>
          <a:endParaRPr lang="en-US"/>
        </a:p>
      </dgm:t>
    </dgm:pt>
    <dgm:pt modelId="{DC603C3D-2F0D-4E4A-BECB-D8F7204D360E}">
      <dgm:prSet/>
      <dgm:spPr/>
      <dgm:t>
        <a:bodyPr/>
        <a:lstStyle/>
        <a:p>
          <a:pPr>
            <a:buNone/>
          </a:pPr>
          <a:r>
            <a:rPr lang="en-US"/>
            <a:t>Prototype</a:t>
          </a:r>
        </a:p>
      </dgm:t>
    </dgm:pt>
    <dgm:pt modelId="{A4A24C9D-E7A5-4F26-8673-CBE836464CE3}" type="parTrans" cxnId="{32918213-176B-48F2-8652-A011D7D5FAB5}">
      <dgm:prSet/>
      <dgm:spPr/>
      <dgm:t>
        <a:bodyPr/>
        <a:lstStyle/>
        <a:p>
          <a:endParaRPr lang="en-US"/>
        </a:p>
      </dgm:t>
    </dgm:pt>
    <dgm:pt modelId="{90C20434-8BE4-4795-B82E-AB3BDCCB4AF2}" type="sibTrans" cxnId="{32918213-176B-48F2-8652-A011D7D5FAB5}">
      <dgm:prSet/>
      <dgm:spPr/>
      <dgm:t>
        <a:bodyPr/>
        <a:lstStyle/>
        <a:p>
          <a:endParaRPr lang="en-US"/>
        </a:p>
      </dgm:t>
    </dgm:pt>
    <dgm:pt modelId="{C3605881-D93E-4CFF-B6EA-86A7364DB81C}">
      <dgm:prSet/>
      <dgm:spPr/>
      <dgm:t>
        <a:bodyPr/>
        <a:lstStyle/>
        <a:p>
          <a:pPr>
            <a:buNone/>
          </a:pPr>
          <a:r>
            <a:rPr lang="en-US"/>
            <a:t>Builder</a:t>
          </a:r>
        </a:p>
      </dgm:t>
    </dgm:pt>
    <dgm:pt modelId="{695E3AF8-0E64-43A8-8D8A-97F41BA6ACA8}" type="parTrans" cxnId="{A250B4AE-6502-4D80-8F80-C7F726E0C869}">
      <dgm:prSet/>
      <dgm:spPr/>
      <dgm:t>
        <a:bodyPr/>
        <a:lstStyle/>
        <a:p>
          <a:endParaRPr lang="en-US"/>
        </a:p>
      </dgm:t>
    </dgm:pt>
    <dgm:pt modelId="{E77B7C0D-D5EE-4956-8154-486FD6109B6F}" type="sibTrans" cxnId="{A250B4AE-6502-4D80-8F80-C7F726E0C869}">
      <dgm:prSet/>
      <dgm:spPr/>
      <dgm:t>
        <a:bodyPr/>
        <a:lstStyle/>
        <a:p>
          <a:endParaRPr lang="en-US"/>
        </a:p>
      </dgm:t>
    </dgm:pt>
    <dgm:pt modelId="{82F0C38A-EC2F-4D67-BAAD-D7B855C1D441}">
      <dgm:prSet/>
      <dgm:spPr/>
      <dgm:t>
        <a:bodyPr/>
        <a:lstStyle/>
        <a:p>
          <a:pPr>
            <a:buNone/>
          </a:pPr>
          <a:r>
            <a:rPr lang="en-US"/>
            <a:t>Bridge</a:t>
          </a:r>
        </a:p>
      </dgm:t>
    </dgm:pt>
    <dgm:pt modelId="{00F2F01F-1A72-4E07-AB55-DE41748EBCAD}" type="parTrans" cxnId="{53654585-08E8-415C-B5F4-9463E6D6E423}">
      <dgm:prSet/>
      <dgm:spPr/>
      <dgm:t>
        <a:bodyPr/>
        <a:lstStyle/>
        <a:p>
          <a:endParaRPr lang="en-US"/>
        </a:p>
      </dgm:t>
    </dgm:pt>
    <dgm:pt modelId="{22ED902E-568C-480E-97DE-B5056D89D754}" type="sibTrans" cxnId="{53654585-08E8-415C-B5F4-9463E6D6E423}">
      <dgm:prSet/>
      <dgm:spPr/>
      <dgm:t>
        <a:bodyPr/>
        <a:lstStyle/>
        <a:p>
          <a:endParaRPr lang="en-US"/>
        </a:p>
      </dgm:t>
    </dgm:pt>
    <dgm:pt modelId="{D7C1C573-0399-4C46-8690-32E6A99B632E}">
      <dgm:prSet/>
      <dgm:spPr/>
      <dgm:t>
        <a:bodyPr/>
        <a:lstStyle/>
        <a:p>
          <a:pPr>
            <a:buNone/>
          </a:pPr>
          <a:r>
            <a:rPr lang="en-US"/>
            <a:t>Composite</a:t>
          </a:r>
        </a:p>
      </dgm:t>
    </dgm:pt>
    <dgm:pt modelId="{6E530B3A-ACE0-416E-AA20-30F27882CC42}" type="parTrans" cxnId="{D401D52F-C216-49A6-9405-379948C0B45A}">
      <dgm:prSet/>
      <dgm:spPr/>
      <dgm:t>
        <a:bodyPr/>
        <a:lstStyle/>
        <a:p>
          <a:endParaRPr lang="en-US"/>
        </a:p>
      </dgm:t>
    </dgm:pt>
    <dgm:pt modelId="{E8C01554-DC97-4C53-8844-2AE1D6F51951}" type="sibTrans" cxnId="{D401D52F-C216-49A6-9405-379948C0B45A}">
      <dgm:prSet/>
      <dgm:spPr/>
      <dgm:t>
        <a:bodyPr/>
        <a:lstStyle/>
        <a:p>
          <a:endParaRPr lang="en-US"/>
        </a:p>
      </dgm:t>
    </dgm:pt>
    <dgm:pt modelId="{669F23B4-CCA2-4C27-8EEE-FC2C05F7097F}">
      <dgm:prSet/>
      <dgm:spPr/>
      <dgm:t>
        <a:bodyPr/>
        <a:lstStyle/>
        <a:p>
          <a:pPr>
            <a:buNone/>
          </a:pPr>
          <a:r>
            <a:rPr lang="en-US"/>
            <a:t>Decorator</a:t>
          </a:r>
        </a:p>
      </dgm:t>
    </dgm:pt>
    <dgm:pt modelId="{F27C7280-C792-45B5-9626-8EDE9A29266E}" type="parTrans" cxnId="{2698E440-9C8F-4E10-B56C-985CA50D7DFB}">
      <dgm:prSet/>
      <dgm:spPr/>
      <dgm:t>
        <a:bodyPr/>
        <a:lstStyle/>
        <a:p>
          <a:endParaRPr lang="en-US"/>
        </a:p>
      </dgm:t>
    </dgm:pt>
    <dgm:pt modelId="{034E4DD3-30AB-40C4-94D6-70CBB0E3CF50}" type="sibTrans" cxnId="{2698E440-9C8F-4E10-B56C-985CA50D7DFB}">
      <dgm:prSet/>
      <dgm:spPr/>
      <dgm:t>
        <a:bodyPr/>
        <a:lstStyle/>
        <a:p>
          <a:endParaRPr lang="en-US"/>
        </a:p>
      </dgm:t>
    </dgm:pt>
    <dgm:pt modelId="{39EBDA15-7A47-4D7F-A097-53C6F6520B13}">
      <dgm:prSet/>
      <dgm:spPr/>
      <dgm:t>
        <a:bodyPr/>
        <a:lstStyle/>
        <a:p>
          <a:pPr>
            <a:buNone/>
          </a:pPr>
          <a:r>
            <a:rPr lang="en-US"/>
            <a:t>Facade</a:t>
          </a:r>
        </a:p>
      </dgm:t>
    </dgm:pt>
    <dgm:pt modelId="{ED526A3E-13D2-4E98-A1EA-CD84CF223654}" type="parTrans" cxnId="{D28356E7-51DE-434D-9B0A-BE4CBF744C61}">
      <dgm:prSet/>
      <dgm:spPr/>
      <dgm:t>
        <a:bodyPr/>
        <a:lstStyle/>
        <a:p>
          <a:endParaRPr lang="en-US"/>
        </a:p>
      </dgm:t>
    </dgm:pt>
    <dgm:pt modelId="{ADBFF251-E5A0-4A50-A13D-A09C1A8F04A8}" type="sibTrans" cxnId="{D28356E7-51DE-434D-9B0A-BE4CBF744C61}">
      <dgm:prSet/>
      <dgm:spPr/>
      <dgm:t>
        <a:bodyPr/>
        <a:lstStyle/>
        <a:p>
          <a:endParaRPr lang="en-US"/>
        </a:p>
      </dgm:t>
    </dgm:pt>
    <dgm:pt modelId="{CCB4E9EE-D863-4BEF-96B5-C77840A3901D}">
      <dgm:prSet/>
      <dgm:spPr/>
      <dgm:t>
        <a:bodyPr/>
        <a:lstStyle/>
        <a:p>
          <a:pPr>
            <a:buNone/>
          </a:pPr>
          <a:r>
            <a:rPr lang="en-US"/>
            <a:t>Flyweight</a:t>
          </a:r>
        </a:p>
      </dgm:t>
    </dgm:pt>
    <dgm:pt modelId="{E81EF071-A62B-45B8-A526-9A81C705C004}" type="parTrans" cxnId="{1D0D69ED-9C69-4094-A47F-60C8E957D94E}">
      <dgm:prSet/>
      <dgm:spPr/>
      <dgm:t>
        <a:bodyPr/>
        <a:lstStyle/>
        <a:p>
          <a:endParaRPr lang="en-US"/>
        </a:p>
      </dgm:t>
    </dgm:pt>
    <dgm:pt modelId="{50C2F9F6-6754-4BF6-B967-350B36808AB7}" type="sibTrans" cxnId="{1D0D69ED-9C69-4094-A47F-60C8E957D94E}">
      <dgm:prSet/>
      <dgm:spPr/>
      <dgm:t>
        <a:bodyPr/>
        <a:lstStyle/>
        <a:p>
          <a:endParaRPr lang="en-US"/>
        </a:p>
      </dgm:t>
    </dgm:pt>
    <dgm:pt modelId="{265774D4-7499-4C9D-9005-739A780AACC3}">
      <dgm:prSet/>
      <dgm:spPr/>
      <dgm:t>
        <a:bodyPr/>
        <a:lstStyle/>
        <a:p>
          <a:pPr>
            <a:buNone/>
          </a:pPr>
          <a:r>
            <a:rPr lang="en-US"/>
            <a:t>Proxy</a:t>
          </a:r>
        </a:p>
      </dgm:t>
    </dgm:pt>
    <dgm:pt modelId="{28629E04-4ADE-41D8-B8A0-5BFD1F389EDA}" type="parTrans" cxnId="{3F96FEF8-EAF1-4DA7-9FCE-3CBFAB435ED3}">
      <dgm:prSet/>
      <dgm:spPr/>
      <dgm:t>
        <a:bodyPr/>
        <a:lstStyle/>
        <a:p>
          <a:endParaRPr lang="en-US"/>
        </a:p>
      </dgm:t>
    </dgm:pt>
    <dgm:pt modelId="{74356159-1D49-4FA0-AE20-7905C1C0D525}" type="sibTrans" cxnId="{3F96FEF8-EAF1-4DA7-9FCE-3CBFAB435ED3}">
      <dgm:prSet/>
      <dgm:spPr/>
      <dgm:t>
        <a:bodyPr/>
        <a:lstStyle/>
        <a:p>
          <a:endParaRPr lang="en-US"/>
        </a:p>
      </dgm:t>
    </dgm:pt>
    <dgm:pt modelId="{CA16B275-0732-4E58-9C3E-37EFEA069689}">
      <dgm:prSet/>
      <dgm:spPr/>
      <dgm:t>
        <a:bodyPr/>
        <a:lstStyle/>
        <a:p>
          <a:pPr>
            <a:buNone/>
          </a:pPr>
          <a:r>
            <a:rPr lang="en-US"/>
            <a:t>Command</a:t>
          </a:r>
        </a:p>
      </dgm:t>
    </dgm:pt>
    <dgm:pt modelId="{91BB24FE-87C5-4A31-A391-57EC41F3BFA6}" type="parTrans" cxnId="{497ECE6E-3D27-4DB1-B1F4-D8A32A0303AF}">
      <dgm:prSet/>
      <dgm:spPr/>
      <dgm:t>
        <a:bodyPr/>
        <a:lstStyle/>
        <a:p>
          <a:endParaRPr lang="en-US"/>
        </a:p>
      </dgm:t>
    </dgm:pt>
    <dgm:pt modelId="{2E16D0E8-C933-4ABC-B6A3-4344EB32779D}" type="sibTrans" cxnId="{497ECE6E-3D27-4DB1-B1F4-D8A32A0303AF}">
      <dgm:prSet/>
      <dgm:spPr/>
      <dgm:t>
        <a:bodyPr/>
        <a:lstStyle/>
        <a:p>
          <a:endParaRPr lang="en-US"/>
        </a:p>
      </dgm:t>
    </dgm:pt>
    <dgm:pt modelId="{6A3372AB-A568-4FFF-85D4-80965BB08930}">
      <dgm:prSet/>
      <dgm:spPr/>
      <dgm:t>
        <a:bodyPr/>
        <a:lstStyle/>
        <a:p>
          <a:pPr>
            <a:buNone/>
          </a:pPr>
          <a:r>
            <a:rPr lang="en-US"/>
            <a:t>Interpreter</a:t>
          </a:r>
        </a:p>
      </dgm:t>
    </dgm:pt>
    <dgm:pt modelId="{356DE15D-824B-4508-87F3-8EB280FFC20E}" type="parTrans" cxnId="{59774101-5E7B-4D97-9864-A549CE9EFF86}">
      <dgm:prSet/>
      <dgm:spPr/>
      <dgm:t>
        <a:bodyPr/>
        <a:lstStyle/>
        <a:p>
          <a:endParaRPr lang="en-US"/>
        </a:p>
      </dgm:t>
    </dgm:pt>
    <dgm:pt modelId="{86099820-350A-420C-9846-547691F1F63C}" type="sibTrans" cxnId="{59774101-5E7B-4D97-9864-A549CE9EFF86}">
      <dgm:prSet/>
      <dgm:spPr/>
      <dgm:t>
        <a:bodyPr/>
        <a:lstStyle/>
        <a:p>
          <a:endParaRPr lang="en-US"/>
        </a:p>
      </dgm:t>
    </dgm:pt>
    <dgm:pt modelId="{EEFF46E0-E6FA-4831-B1DC-00C8E406704C}">
      <dgm:prSet/>
      <dgm:spPr/>
      <dgm:t>
        <a:bodyPr/>
        <a:lstStyle/>
        <a:p>
          <a:pPr>
            <a:buNone/>
          </a:pPr>
          <a:r>
            <a:rPr lang="en-US"/>
            <a:t>Iterator</a:t>
          </a:r>
        </a:p>
      </dgm:t>
    </dgm:pt>
    <dgm:pt modelId="{3F890DFC-F025-464B-9D0C-83A15CAC76EA}" type="parTrans" cxnId="{C9746F6D-E43C-410D-91F8-166640A76F4A}">
      <dgm:prSet/>
      <dgm:spPr/>
      <dgm:t>
        <a:bodyPr/>
        <a:lstStyle/>
        <a:p>
          <a:endParaRPr lang="en-US"/>
        </a:p>
      </dgm:t>
    </dgm:pt>
    <dgm:pt modelId="{D1615101-46C0-4E6D-AC10-A0234D60888A}" type="sibTrans" cxnId="{C9746F6D-E43C-410D-91F8-166640A76F4A}">
      <dgm:prSet/>
      <dgm:spPr/>
      <dgm:t>
        <a:bodyPr/>
        <a:lstStyle/>
        <a:p>
          <a:endParaRPr lang="en-US"/>
        </a:p>
      </dgm:t>
    </dgm:pt>
    <dgm:pt modelId="{87A40218-308D-4A3F-A3A0-CF713ABC4BE8}">
      <dgm:prSet/>
      <dgm:spPr/>
      <dgm:t>
        <a:bodyPr/>
        <a:lstStyle/>
        <a:p>
          <a:pPr>
            <a:buNone/>
          </a:pPr>
          <a:r>
            <a:rPr lang="en-US"/>
            <a:t>Mediator</a:t>
          </a:r>
        </a:p>
      </dgm:t>
    </dgm:pt>
    <dgm:pt modelId="{C389F307-C7A2-4520-940A-00B70F6D1095}" type="parTrans" cxnId="{B575A5DD-C864-4072-93ED-A77128400134}">
      <dgm:prSet/>
      <dgm:spPr/>
      <dgm:t>
        <a:bodyPr/>
        <a:lstStyle/>
        <a:p>
          <a:endParaRPr lang="en-US"/>
        </a:p>
      </dgm:t>
    </dgm:pt>
    <dgm:pt modelId="{5FBFB786-19B1-4D40-8FF0-29103C6AE401}" type="sibTrans" cxnId="{B575A5DD-C864-4072-93ED-A77128400134}">
      <dgm:prSet/>
      <dgm:spPr/>
      <dgm:t>
        <a:bodyPr/>
        <a:lstStyle/>
        <a:p>
          <a:endParaRPr lang="en-US"/>
        </a:p>
      </dgm:t>
    </dgm:pt>
    <dgm:pt modelId="{C7F4C38C-8F7E-47EC-8029-CF9E9C4C6B48}">
      <dgm:prSet/>
      <dgm:spPr/>
      <dgm:t>
        <a:bodyPr/>
        <a:lstStyle/>
        <a:p>
          <a:pPr>
            <a:buNone/>
          </a:pPr>
          <a:r>
            <a:rPr lang="en-US"/>
            <a:t>Memento</a:t>
          </a:r>
        </a:p>
      </dgm:t>
    </dgm:pt>
    <dgm:pt modelId="{4732F3F3-A9B3-444F-AD05-409FDCD10D3C}" type="parTrans" cxnId="{31F97289-8FC4-4047-AF6C-4CB782EFD1DF}">
      <dgm:prSet/>
      <dgm:spPr/>
      <dgm:t>
        <a:bodyPr/>
        <a:lstStyle/>
        <a:p>
          <a:endParaRPr lang="en-US"/>
        </a:p>
      </dgm:t>
    </dgm:pt>
    <dgm:pt modelId="{70661CD3-5BDB-49D5-AD66-86041FCF0606}" type="sibTrans" cxnId="{31F97289-8FC4-4047-AF6C-4CB782EFD1DF}">
      <dgm:prSet/>
      <dgm:spPr/>
      <dgm:t>
        <a:bodyPr/>
        <a:lstStyle/>
        <a:p>
          <a:endParaRPr lang="en-US"/>
        </a:p>
      </dgm:t>
    </dgm:pt>
    <dgm:pt modelId="{425888E5-CB37-44AE-81D5-E3D0666F2D3D}">
      <dgm:prSet/>
      <dgm:spPr/>
      <dgm:t>
        <a:bodyPr/>
        <a:lstStyle/>
        <a:p>
          <a:pPr>
            <a:buNone/>
          </a:pPr>
          <a:r>
            <a:rPr lang="en-US"/>
            <a:t>Observer</a:t>
          </a:r>
        </a:p>
      </dgm:t>
    </dgm:pt>
    <dgm:pt modelId="{560B05E8-A453-4498-AE82-AD05F89644B0}" type="parTrans" cxnId="{A5F7A6AC-BA74-4BC6-8185-FE34C3CADFB1}">
      <dgm:prSet/>
      <dgm:spPr/>
      <dgm:t>
        <a:bodyPr/>
        <a:lstStyle/>
        <a:p>
          <a:endParaRPr lang="en-US"/>
        </a:p>
      </dgm:t>
    </dgm:pt>
    <dgm:pt modelId="{11957A35-8A8A-4AF9-9ED0-F06F0B18C14F}" type="sibTrans" cxnId="{A5F7A6AC-BA74-4BC6-8185-FE34C3CADFB1}">
      <dgm:prSet/>
      <dgm:spPr/>
      <dgm:t>
        <a:bodyPr/>
        <a:lstStyle/>
        <a:p>
          <a:endParaRPr lang="en-US"/>
        </a:p>
      </dgm:t>
    </dgm:pt>
    <dgm:pt modelId="{D6BB2AC8-D6AB-4F17-91D6-73B46B57B8AC}">
      <dgm:prSet/>
      <dgm:spPr/>
      <dgm:t>
        <a:bodyPr/>
        <a:lstStyle/>
        <a:p>
          <a:pPr>
            <a:buNone/>
          </a:pPr>
          <a:r>
            <a:rPr lang="en-US"/>
            <a:t>State</a:t>
          </a:r>
        </a:p>
      </dgm:t>
    </dgm:pt>
    <dgm:pt modelId="{04B26705-C14D-49E3-A5D9-C550576B93A1}" type="parTrans" cxnId="{8E1F73BF-EE1B-46B8-83C7-0CAFB9920F5B}">
      <dgm:prSet/>
      <dgm:spPr/>
      <dgm:t>
        <a:bodyPr/>
        <a:lstStyle/>
        <a:p>
          <a:endParaRPr lang="en-US"/>
        </a:p>
      </dgm:t>
    </dgm:pt>
    <dgm:pt modelId="{C3B4E574-3DC8-4243-B277-4829317EC681}" type="sibTrans" cxnId="{8E1F73BF-EE1B-46B8-83C7-0CAFB9920F5B}">
      <dgm:prSet/>
      <dgm:spPr/>
      <dgm:t>
        <a:bodyPr/>
        <a:lstStyle/>
        <a:p>
          <a:endParaRPr lang="en-US"/>
        </a:p>
      </dgm:t>
    </dgm:pt>
    <dgm:pt modelId="{611D6A56-F7BF-46EA-9C40-B4E208E6A98B}">
      <dgm:prSet/>
      <dgm:spPr/>
      <dgm:t>
        <a:bodyPr/>
        <a:lstStyle/>
        <a:p>
          <a:pPr>
            <a:buNone/>
          </a:pPr>
          <a:r>
            <a:rPr lang="en-US"/>
            <a:t>Strategy</a:t>
          </a:r>
        </a:p>
      </dgm:t>
    </dgm:pt>
    <dgm:pt modelId="{CDA2FA00-B958-4F3C-97A4-BC059C6C675B}" type="parTrans" cxnId="{654A4F5C-520E-4F9D-B1A7-CCB6D7936D2C}">
      <dgm:prSet/>
      <dgm:spPr/>
      <dgm:t>
        <a:bodyPr/>
        <a:lstStyle/>
        <a:p>
          <a:endParaRPr lang="en-US"/>
        </a:p>
      </dgm:t>
    </dgm:pt>
    <dgm:pt modelId="{D45904F2-DE9A-432F-BAC6-A95CA1ED484F}" type="sibTrans" cxnId="{654A4F5C-520E-4F9D-B1A7-CCB6D7936D2C}">
      <dgm:prSet/>
      <dgm:spPr/>
      <dgm:t>
        <a:bodyPr/>
        <a:lstStyle/>
        <a:p>
          <a:endParaRPr lang="en-US"/>
        </a:p>
      </dgm:t>
    </dgm:pt>
    <dgm:pt modelId="{7E60FE7A-2ABB-4727-86E0-109DD24C069B}">
      <dgm:prSet/>
      <dgm:spPr/>
      <dgm:t>
        <a:bodyPr/>
        <a:lstStyle/>
        <a:p>
          <a:pPr>
            <a:buNone/>
          </a:pPr>
          <a:r>
            <a:rPr lang="en-US"/>
            <a:t>Template</a:t>
          </a:r>
        </a:p>
      </dgm:t>
    </dgm:pt>
    <dgm:pt modelId="{7A46F42A-C22E-4D69-A7B3-3F82FE37F394}" type="parTrans" cxnId="{A4A76D08-11ED-4414-A812-A9D026C55198}">
      <dgm:prSet/>
      <dgm:spPr/>
      <dgm:t>
        <a:bodyPr/>
        <a:lstStyle/>
        <a:p>
          <a:endParaRPr lang="en-US"/>
        </a:p>
      </dgm:t>
    </dgm:pt>
    <dgm:pt modelId="{5A698701-715E-4727-AA86-47F5F27EB7BC}" type="sibTrans" cxnId="{A4A76D08-11ED-4414-A812-A9D026C55198}">
      <dgm:prSet/>
      <dgm:spPr/>
      <dgm:t>
        <a:bodyPr/>
        <a:lstStyle/>
        <a:p>
          <a:endParaRPr lang="en-US"/>
        </a:p>
      </dgm:t>
    </dgm:pt>
    <dgm:pt modelId="{2DEE88D0-B3C5-4AA4-B1BA-92A00E82C15C}">
      <dgm:prSet/>
      <dgm:spPr/>
      <dgm:t>
        <a:bodyPr/>
        <a:lstStyle/>
        <a:p>
          <a:r>
            <a:rPr lang="en-US"/>
            <a:t>Visitor</a:t>
          </a:r>
        </a:p>
      </dgm:t>
    </dgm:pt>
    <dgm:pt modelId="{192EDCD3-686E-4C24-8936-D0EA7444B4B8}" type="parTrans" cxnId="{273FA72A-EAC2-47BC-8B0A-837CF77B6FFD}">
      <dgm:prSet/>
      <dgm:spPr/>
      <dgm:t>
        <a:bodyPr/>
        <a:lstStyle/>
        <a:p>
          <a:endParaRPr lang="en-US"/>
        </a:p>
      </dgm:t>
    </dgm:pt>
    <dgm:pt modelId="{C3DF1EE8-EB94-416A-93E9-603933324492}" type="sibTrans" cxnId="{273FA72A-EAC2-47BC-8B0A-837CF77B6FFD}">
      <dgm:prSet/>
      <dgm:spPr/>
      <dgm:t>
        <a:bodyPr/>
        <a:lstStyle/>
        <a:p>
          <a:endParaRPr lang="en-US"/>
        </a:p>
      </dgm:t>
    </dgm:pt>
    <dgm:pt modelId="{2FE9878E-8CAD-4AB7-89C5-CAE9529326B4}" type="pres">
      <dgm:prSet presAssocID="{3ABC285D-7C90-45EC-919F-95B8ED8A0C28}" presName="layout" presStyleCnt="0">
        <dgm:presLayoutVars>
          <dgm:chMax/>
          <dgm:chPref/>
          <dgm:dir/>
          <dgm:animOne val="branch"/>
          <dgm:animLvl val="lvl"/>
          <dgm:resizeHandles/>
        </dgm:presLayoutVars>
      </dgm:prSet>
      <dgm:spPr/>
    </dgm:pt>
    <dgm:pt modelId="{E8055A6C-2FF6-4CC7-9E1B-174EA89B1612}" type="pres">
      <dgm:prSet presAssocID="{00B67E32-E6BD-4983-9653-5C720FF5C9AC}" presName="root" presStyleCnt="0">
        <dgm:presLayoutVars>
          <dgm:chMax/>
          <dgm:chPref val="4"/>
        </dgm:presLayoutVars>
      </dgm:prSet>
      <dgm:spPr/>
    </dgm:pt>
    <dgm:pt modelId="{B7EA0A2C-AB4D-4E0F-8729-15FA33E7412C}" type="pres">
      <dgm:prSet presAssocID="{00B67E32-E6BD-4983-9653-5C720FF5C9AC}" presName="rootComposite" presStyleCnt="0">
        <dgm:presLayoutVars/>
      </dgm:prSet>
      <dgm:spPr/>
    </dgm:pt>
    <dgm:pt modelId="{7F9C100C-E150-4380-AA70-7990A8A1A21F}" type="pres">
      <dgm:prSet presAssocID="{00B67E32-E6BD-4983-9653-5C720FF5C9AC}" presName="rootText" presStyleLbl="node0" presStyleIdx="0" presStyleCnt="3" custLinFactNeighborX="2059" custLinFactNeighborY="-281">
        <dgm:presLayoutVars>
          <dgm:chMax/>
          <dgm:chPref val="4"/>
        </dgm:presLayoutVars>
      </dgm:prSet>
      <dgm:spPr/>
    </dgm:pt>
    <dgm:pt modelId="{B5E2BECF-3B49-4C1C-B3FE-1DD08699B424}" type="pres">
      <dgm:prSet presAssocID="{00B67E32-E6BD-4983-9653-5C720FF5C9AC}" presName="childShape" presStyleCnt="0">
        <dgm:presLayoutVars>
          <dgm:chMax val="0"/>
          <dgm:chPref val="0"/>
        </dgm:presLayoutVars>
      </dgm:prSet>
      <dgm:spPr/>
    </dgm:pt>
    <dgm:pt modelId="{B6C637CA-AFB6-4412-B11F-8ADB246BF8C6}" type="pres">
      <dgm:prSet presAssocID="{1CC591C8-C948-45EE-867F-895B7CBBB002}" presName="childComposite" presStyleCnt="0">
        <dgm:presLayoutVars>
          <dgm:chMax val="0"/>
          <dgm:chPref val="0"/>
        </dgm:presLayoutVars>
      </dgm:prSet>
      <dgm:spPr/>
    </dgm:pt>
    <dgm:pt modelId="{2345C84C-55F9-4323-BCFB-15982D922E90}" type="pres">
      <dgm:prSet presAssocID="{1CC591C8-C948-45EE-867F-895B7CBBB002}" presName="Image" presStyleLbl="node1" presStyleIdx="0" presStyleCnt="23"/>
      <dgm:spPr>
        <a:blipFill>
          <a:blip xmlns:r="http://schemas.openxmlformats.org/officeDocument/2006/relationships" r:embed="rId1">
            <a:extLs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/>
          </a:stretch>
        </a:blipFill>
      </dgm:spPr>
    </dgm:pt>
    <dgm:pt modelId="{D01F2E92-ECAF-4744-B20C-3B1B8FB0B0E2}" type="pres">
      <dgm:prSet presAssocID="{1CC591C8-C948-45EE-867F-895B7CBBB002}" presName="childText" presStyleLbl="lnNode1" presStyleIdx="0" presStyleCnt="23">
        <dgm:presLayoutVars>
          <dgm:chMax val="0"/>
          <dgm:chPref val="0"/>
          <dgm:bulletEnabled val="1"/>
        </dgm:presLayoutVars>
      </dgm:prSet>
      <dgm:spPr/>
    </dgm:pt>
    <dgm:pt modelId="{165F3019-0E77-4304-B5F4-BD6197DFC814}" type="pres">
      <dgm:prSet presAssocID="{9FC16266-A3AA-4006-AC28-6A1678432771}" presName="childComposite" presStyleCnt="0">
        <dgm:presLayoutVars>
          <dgm:chMax val="0"/>
          <dgm:chPref val="0"/>
        </dgm:presLayoutVars>
      </dgm:prSet>
      <dgm:spPr/>
    </dgm:pt>
    <dgm:pt modelId="{D0D168E3-1E55-4E4B-8795-EEF0CD8A1856}" type="pres">
      <dgm:prSet presAssocID="{9FC16266-A3AA-4006-AC28-6A1678432771}" presName="Image" presStyleLbl="node1" presStyleIdx="1" presStyleCnt="23"/>
      <dgm:spPr/>
    </dgm:pt>
    <dgm:pt modelId="{3A722E23-6447-4473-B5C0-58683C5C0AF1}" type="pres">
      <dgm:prSet presAssocID="{9FC16266-A3AA-4006-AC28-6A1678432771}" presName="childText" presStyleLbl="lnNode1" presStyleIdx="1" presStyleCnt="23">
        <dgm:presLayoutVars>
          <dgm:chMax val="0"/>
          <dgm:chPref val="0"/>
          <dgm:bulletEnabled val="1"/>
        </dgm:presLayoutVars>
      </dgm:prSet>
      <dgm:spPr/>
    </dgm:pt>
    <dgm:pt modelId="{5A2E885C-2611-4E85-B7FD-69F48E74D5FD}" type="pres">
      <dgm:prSet presAssocID="{F9DF6F99-84D7-480E-8CB8-F8A20F1E0D1F}" presName="childComposite" presStyleCnt="0">
        <dgm:presLayoutVars>
          <dgm:chMax val="0"/>
          <dgm:chPref val="0"/>
        </dgm:presLayoutVars>
      </dgm:prSet>
      <dgm:spPr/>
    </dgm:pt>
    <dgm:pt modelId="{F46AB5A2-873D-4B13-B13A-496FE8CDCDCD}" type="pres">
      <dgm:prSet presAssocID="{F9DF6F99-84D7-480E-8CB8-F8A20F1E0D1F}" presName="Image" presStyleLbl="node1" presStyleIdx="2" presStyleCnt="23"/>
      <dgm:spPr>
        <a:blipFill>
          <a:blip xmlns:r="http://schemas.openxmlformats.org/officeDocument/2006/relationships" r:embed="rId1">
            <a:extLs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/>
          </a:stretch>
        </a:blipFill>
      </dgm:spPr>
    </dgm:pt>
    <dgm:pt modelId="{03DB289B-ED83-47B2-AE0B-9D0FA9B3FB77}" type="pres">
      <dgm:prSet presAssocID="{F9DF6F99-84D7-480E-8CB8-F8A20F1E0D1F}" presName="childText" presStyleLbl="lnNode1" presStyleIdx="2" presStyleCnt="23">
        <dgm:presLayoutVars>
          <dgm:chMax val="0"/>
          <dgm:chPref val="0"/>
          <dgm:bulletEnabled val="1"/>
        </dgm:presLayoutVars>
      </dgm:prSet>
      <dgm:spPr/>
    </dgm:pt>
    <dgm:pt modelId="{D2D8DBFF-0F88-4B51-9B7F-D506BB1E600C}" type="pres">
      <dgm:prSet presAssocID="{DC603C3D-2F0D-4E4A-BECB-D8F7204D360E}" presName="childComposite" presStyleCnt="0">
        <dgm:presLayoutVars>
          <dgm:chMax val="0"/>
          <dgm:chPref val="0"/>
        </dgm:presLayoutVars>
      </dgm:prSet>
      <dgm:spPr/>
    </dgm:pt>
    <dgm:pt modelId="{BF4D439D-DD97-4AF3-81AF-A3C89FA119D4}" type="pres">
      <dgm:prSet presAssocID="{DC603C3D-2F0D-4E4A-BECB-D8F7204D360E}" presName="Image" presStyleLbl="node1" presStyleIdx="3" presStyleCnt="23"/>
      <dgm:spPr/>
    </dgm:pt>
    <dgm:pt modelId="{A6AB8507-F1ED-4615-8612-83685BBED448}" type="pres">
      <dgm:prSet presAssocID="{DC603C3D-2F0D-4E4A-BECB-D8F7204D360E}" presName="childText" presStyleLbl="lnNode1" presStyleIdx="3" presStyleCnt="23">
        <dgm:presLayoutVars>
          <dgm:chMax val="0"/>
          <dgm:chPref val="0"/>
          <dgm:bulletEnabled val="1"/>
        </dgm:presLayoutVars>
      </dgm:prSet>
      <dgm:spPr/>
    </dgm:pt>
    <dgm:pt modelId="{EB980DFE-903C-4E00-9F2B-A66162A7A334}" type="pres">
      <dgm:prSet presAssocID="{C3605881-D93E-4CFF-B6EA-86A7364DB81C}" presName="childComposite" presStyleCnt="0">
        <dgm:presLayoutVars>
          <dgm:chMax val="0"/>
          <dgm:chPref val="0"/>
        </dgm:presLayoutVars>
      </dgm:prSet>
      <dgm:spPr/>
    </dgm:pt>
    <dgm:pt modelId="{E050190B-98CC-46A6-BF44-5A0777207822}" type="pres">
      <dgm:prSet presAssocID="{C3605881-D93E-4CFF-B6EA-86A7364DB81C}" presName="Image" presStyleLbl="node1" presStyleIdx="4" presStyleCnt="23"/>
      <dgm:spPr/>
    </dgm:pt>
    <dgm:pt modelId="{8F9F6772-553F-4464-971E-4D6EC3811E40}" type="pres">
      <dgm:prSet presAssocID="{C3605881-D93E-4CFF-B6EA-86A7364DB81C}" presName="childText" presStyleLbl="lnNode1" presStyleIdx="4" presStyleCnt="23">
        <dgm:presLayoutVars>
          <dgm:chMax val="0"/>
          <dgm:chPref val="0"/>
          <dgm:bulletEnabled val="1"/>
        </dgm:presLayoutVars>
      </dgm:prSet>
      <dgm:spPr/>
    </dgm:pt>
    <dgm:pt modelId="{DE0C2747-4C6D-4726-94D5-277EBEAEE0BA}" type="pres">
      <dgm:prSet presAssocID="{DDBB3C66-D5E4-4FC0-91BC-C61300BC37FA}" presName="root" presStyleCnt="0">
        <dgm:presLayoutVars>
          <dgm:chMax/>
          <dgm:chPref val="4"/>
        </dgm:presLayoutVars>
      </dgm:prSet>
      <dgm:spPr/>
    </dgm:pt>
    <dgm:pt modelId="{3139C078-D01C-4E38-9829-DAF6FBC7B06B}" type="pres">
      <dgm:prSet presAssocID="{DDBB3C66-D5E4-4FC0-91BC-C61300BC37FA}" presName="rootComposite" presStyleCnt="0">
        <dgm:presLayoutVars/>
      </dgm:prSet>
      <dgm:spPr/>
    </dgm:pt>
    <dgm:pt modelId="{A724DE05-5801-48B6-B620-AD479B725240}" type="pres">
      <dgm:prSet presAssocID="{DDBB3C66-D5E4-4FC0-91BC-C61300BC37FA}" presName="rootText" presStyleLbl="node0" presStyleIdx="1" presStyleCnt="3">
        <dgm:presLayoutVars>
          <dgm:chMax/>
          <dgm:chPref val="4"/>
        </dgm:presLayoutVars>
      </dgm:prSet>
      <dgm:spPr/>
    </dgm:pt>
    <dgm:pt modelId="{5711A8AF-7FEE-45AC-BC7F-423D9F2B05E2}" type="pres">
      <dgm:prSet presAssocID="{DDBB3C66-D5E4-4FC0-91BC-C61300BC37FA}" presName="childShape" presStyleCnt="0">
        <dgm:presLayoutVars>
          <dgm:chMax val="0"/>
          <dgm:chPref val="0"/>
        </dgm:presLayoutVars>
      </dgm:prSet>
      <dgm:spPr/>
    </dgm:pt>
    <dgm:pt modelId="{F6299DF4-01F2-45FB-830B-843E2DB91664}" type="pres">
      <dgm:prSet presAssocID="{2B657BF5-4A26-4CD9-B902-E0676D265266}" presName="childComposite" presStyleCnt="0">
        <dgm:presLayoutVars>
          <dgm:chMax val="0"/>
          <dgm:chPref val="0"/>
        </dgm:presLayoutVars>
      </dgm:prSet>
      <dgm:spPr/>
    </dgm:pt>
    <dgm:pt modelId="{497DCF19-8D53-422B-922F-049BEE4D63EB}" type="pres">
      <dgm:prSet presAssocID="{2B657BF5-4A26-4CD9-B902-E0676D265266}" presName="Image" presStyleLbl="node1" presStyleIdx="5" presStyleCnt="23"/>
      <dgm:spPr>
        <a:blipFill>
          <a:blip xmlns:r="http://schemas.openxmlformats.org/officeDocument/2006/relationships" r:embed="rId3"/>
          <a:srcRect/>
          <a:stretch>
            <a:fillRect l="-25000" r="-25000"/>
          </a:stretch>
        </a:blipFill>
      </dgm:spPr>
      <dgm:extLst>
        <a:ext uri="{E40237B7-FDA0-4F09-8148-C483321AD2D9}">
          <dgm14:cNvPr xmlns:dgm14="http://schemas.microsoft.com/office/drawing/2010/diagram" id="0" name="" descr="Pen pointing to a graph on a screen"/>
        </a:ext>
      </dgm:extLst>
    </dgm:pt>
    <dgm:pt modelId="{03F550E2-AF53-4F0D-97D6-0CB4FB98BD14}" type="pres">
      <dgm:prSet presAssocID="{2B657BF5-4A26-4CD9-B902-E0676D265266}" presName="childText" presStyleLbl="lnNode1" presStyleIdx="5" presStyleCnt="23">
        <dgm:presLayoutVars>
          <dgm:chMax val="0"/>
          <dgm:chPref val="0"/>
          <dgm:bulletEnabled val="1"/>
        </dgm:presLayoutVars>
      </dgm:prSet>
      <dgm:spPr/>
    </dgm:pt>
    <dgm:pt modelId="{849CB70B-3AEA-4887-B796-7846A06D2D46}" type="pres">
      <dgm:prSet presAssocID="{82F0C38A-EC2F-4D67-BAAD-D7B855C1D441}" presName="childComposite" presStyleCnt="0">
        <dgm:presLayoutVars>
          <dgm:chMax val="0"/>
          <dgm:chPref val="0"/>
        </dgm:presLayoutVars>
      </dgm:prSet>
      <dgm:spPr/>
    </dgm:pt>
    <dgm:pt modelId="{A913864A-4C21-4370-8497-A818BD170A8C}" type="pres">
      <dgm:prSet presAssocID="{82F0C38A-EC2F-4D67-BAAD-D7B855C1D441}" presName="Image" presStyleLbl="node1" presStyleIdx="6" presStyleCnt="23"/>
      <dgm:spPr/>
    </dgm:pt>
    <dgm:pt modelId="{C93C715B-3942-405E-9B40-48EE24955C90}" type="pres">
      <dgm:prSet presAssocID="{82F0C38A-EC2F-4D67-BAAD-D7B855C1D441}" presName="childText" presStyleLbl="lnNode1" presStyleIdx="6" presStyleCnt="23">
        <dgm:presLayoutVars>
          <dgm:chMax val="0"/>
          <dgm:chPref val="0"/>
          <dgm:bulletEnabled val="1"/>
        </dgm:presLayoutVars>
      </dgm:prSet>
      <dgm:spPr/>
    </dgm:pt>
    <dgm:pt modelId="{A907EC29-A9BF-4C5E-AC10-E5175552A615}" type="pres">
      <dgm:prSet presAssocID="{D7C1C573-0399-4C46-8690-32E6A99B632E}" presName="childComposite" presStyleCnt="0">
        <dgm:presLayoutVars>
          <dgm:chMax val="0"/>
          <dgm:chPref val="0"/>
        </dgm:presLayoutVars>
      </dgm:prSet>
      <dgm:spPr/>
    </dgm:pt>
    <dgm:pt modelId="{5FBD51F4-9665-4409-BB24-104F93CC76F4}" type="pres">
      <dgm:prSet presAssocID="{D7C1C573-0399-4C46-8690-32E6A99B632E}" presName="Image" presStyleLbl="node1" presStyleIdx="7" presStyleCnt="23"/>
      <dgm:spPr/>
    </dgm:pt>
    <dgm:pt modelId="{A130DA05-85B9-4111-AE25-F10BEDD17D53}" type="pres">
      <dgm:prSet presAssocID="{D7C1C573-0399-4C46-8690-32E6A99B632E}" presName="childText" presStyleLbl="lnNode1" presStyleIdx="7" presStyleCnt="23">
        <dgm:presLayoutVars>
          <dgm:chMax val="0"/>
          <dgm:chPref val="0"/>
          <dgm:bulletEnabled val="1"/>
        </dgm:presLayoutVars>
      </dgm:prSet>
      <dgm:spPr/>
    </dgm:pt>
    <dgm:pt modelId="{96789FD7-2A79-4D2F-849A-973A80B346E1}" type="pres">
      <dgm:prSet presAssocID="{669F23B4-CCA2-4C27-8EEE-FC2C05F7097F}" presName="childComposite" presStyleCnt="0">
        <dgm:presLayoutVars>
          <dgm:chMax val="0"/>
          <dgm:chPref val="0"/>
        </dgm:presLayoutVars>
      </dgm:prSet>
      <dgm:spPr/>
    </dgm:pt>
    <dgm:pt modelId="{CFAB9D68-0FFD-4703-8B03-C95501F159AE}" type="pres">
      <dgm:prSet presAssocID="{669F23B4-CCA2-4C27-8EEE-FC2C05F7097F}" presName="Image" presStyleLbl="node1" presStyleIdx="8" presStyleCnt="23"/>
      <dgm:spPr/>
    </dgm:pt>
    <dgm:pt modelId="{4CC93FDD-C574-4EE8-B98A-6203A9F1C55C}" type="pres">
      <dgm:prSet presAssocID="{669F23B4-CCA2-4C27-8EEE-FC2C05F7097F}" presName="childText" presStyleLbl="lnNode1" presStyleIdx="8" presStyleCnt="23">
        <dgm:presLayoutVars>
          <dgm:chMax val="0"/>
          <dgm:chPref val="0"/>
          <dgm:bulletEnabled val="1"/>
        </dgm:presLayoutVars>
      </dgm:prSet>
      <dgm:spPr/>
    </dgm:pt>
    <dgm:pt modelId="{EF521CCC-450A-4AB4-8FEC-1C738C732350}" type="pres">
      <dgm:prSet presAssocID="{39EBDA15-7A47-4D7F-A097-53C6F6520B13}" presName="childComposite" presStyleCnt="0">
        <dgm:presLayoutVars>
          <dgm:chMax val="0"/>
          <dgm:chPref val="0"/>
        </dgm:presLayoutVars>
      </dgm:prSet>
      <dgm:spPr/>
    </dgm:pt>
    <dgm:pt modelId="{50A16B23-398D-42A3-A812-C0B022B6E6FF}" type="pres">
      <dgm:prSet presAssocID="{39EBDA15-7A47-4D7F-A097-53C6F6520B13}" presName="Image" presStyleLbl="node1" presStyleIdx="9" presStyleCnt="23"/>
      <dgm:spPr>
        <a:blipFill>
          <a:blip xmlns:r="http://schemas.openxmlformats.org/officeDocument/2006/relationships" r:embed="rId1">
            <a:extLs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/>
          </a:stretch>
        </a:blipFill>
      </dgm:spPr>
    </dgm:pt>
    <dgm:pt modelId="{CE4BC17D-3F94-4113-A212-9BF8D6AA416C}" type="pres">
      <dgm:prSet presAssocID="{39EBDA15-7A47-4D7F-A097-53C6F6520B13}" presName="childText" presStyleLbl="lnNode1" presStyleIdx="9" presStyleCnt="23">
        <dgm:presLayoutVars>
          <dgm:chMax val="0"/>
          <dgm:chPref val="0"/>
          <dgm:bulletEnabled val="1"/>
        </dgm:presLayoutVars>
      </dgm:prSet>
      <dgm:spPr/>
    </dgm:pt>
    <dgm:pt modelId="{3BF34300-69B6-400C-A248-AECE1F7BB955}" type="pres">
      <dgm:prSet presAssocID="{CCB4E9EE-D863-4BEF-96B5-C77840A3901D}" presName="childComposite" presStyleCnt="0">
        <dgm:presLayoutVars>
          <dgm:chMax val="0"/>
          <dgm:chPref val="0"/>
        </dgm:presLayoutVars>
      </dgm:prSet>
      <dgm:spPr/>
    </dgm:pt>
    <dgm:pt modelId="{FFC86059-D624-40FC-9764-7169490CE198}" type="pres">
      <dgm:prSet presAssocID="{CCB4E9EE-D863-4BEF-96B5-C77840A3901D}" presName="Image" presStyleLbl="node1" presStyleIdx="10" presStyleCnt="23"/>
      <dgm:spPr/>
    </dgm:pt>
    <dgm:pt modelId="{D355510D-29A6-4A95-A7C6-259A149A787E}" type="pres">
      <dgm:prSet presAssocID="{CCB4E9EE-D863-4BEF-96B5-C77840A3901D}" presName="childText" presStyleLbl="lnNode1" presStyleIdx="10" presStyleCnt="23">
        <dgm:presLayoutVars>
          <dgm:chMax val="0"/>
          <dgm:chPref val="0"/>
          <dgm:bulletEnabled val="1"/>
        </dgm:presLayoutVars>
      </dgm:prSet>
      <dgm:spPr/>
    </dgm:pt>
    <dgm:pt modelId="{96341ECF-DE80-47AD-9DE4-56084ED700E2}" type="pres">
      <dgm:prSet presAssocID="{265774D4-7499-4C9D-9005-739A780AACC3}" presName="childComposite" presStyleCnt="0">
        <dgm:presLayoutVars>
          <dgm:chMax val="0"/>
          <dgm:chPref val="0"/>
        </dgm:presLayoutVars>
      </dgm:prSet>
      <dgm:spPr/>
    </dgm:pt>
    <dgm:pt modelId="{D504AA15-27E5-41D8-8629-A6ECB151CDB0}" type="pres">
      <dgm:prSet presAssocID="{265774D4-7499-4C9D-9005-739A780AACC3}" presName="Image" presStyleLbl="node1" presStyleIdx="11" presStyleCnt="23"/>
      <dgm:spPr/>
    </dgm:pt>
    <dgm:pt modelId="{90042E1F-45D6-4DE1-BD0B-45E38C20E5C9}" type="pres">
      <dgm:prSet presAssocID="{265774D4-7499-4C9D-9005-739A780AACC3}" presName="childText" presStyleLbl="lnNode1" presStyleIdx="11" presStyleCnt="23">
        <dgm:presLayoutVars>
          <dgm:chMax val="0"/>
          <dgm:chPref val="0"/>
          <dgm:bulletEnabled val="1"/>
        </dgm:presLayoutVars>
      </dgm:prSet>
      <dgm:spPr/>
    </dgm:pt>
    <dgm:pt modelId="{5AF9AABC-D353-48D7-9E45-08643319AD10}" type="pres">
      <dgm:prSet presAssocID="{435E0EAF-C8D9-4EA8-BA75-E6227BC64A76}" presName="root" presStyleCnt="0">
        <dgm:presLayoutVars>
          <dgm:chMax/>
          <dgm:chPref val="4"/>
        </dgm:presLayoutVars>
      </dgm:prSet>
      <dgm:spPr/>
    </dgm:pt>
    <dgm:pt modelId="{FC8FD02C-327F-447B-97E9-E7115835C1C5}" type="pres">
      <dgm:prSet presAssocID="{435E0EAF-C8D9-4EA8-BA75-E6227BC64A76}" presName="rootComposite" presStyleCnt="0">
        <dgm:presLayoutVars/>
      </dgm:prSet>
      <dgm:spPr/>
    </dgm:pt>
    <dgm:pt modelId="{4D3154D6-B60F-4022-9AFC-B9D0CC58C21F}" type="pres">
      <dgm:prSet presAssocID="{435E0EAF-C8D9-4EA8-BA75-E6227BC64A76}" presName="rootText" presStyleLbl="node0" presStyleIdx="2" presStyleCnt="3">
        <dgm:presLayoutVars>
          <dgm:chMax/>
          <dgm:chPref val="4"/>
        </dgm:presLayoutVars>
      </dgm:prSet>
      <dgm:spPr/>
    </dgm:pt>
    <dgm:pt modelId="{122E4907-328A-460C-8691-1E043BEA7461}" type="pres">
      <dgm:prSet presAssocID="{435E0EAF-C8D9-4EA8-BA75-E6227BC64A76}" presName="childShape" presStyleCnt="0">
        <dgm:presLayoutVars>
          <dgm:chMax val="0"/>
          <dgm:chPref val="0"/>
        </dgm:presLayoutVars>
      </dgm:prSet>
      <dgm:spPr/>
    </dgm:pt>
    <dgm:pt modelId="{DD2D93A5-F865-4BB8-A4FB-DD55A81B67D7}" type="pres">
      <dgm:prSet presAssocID="{518A4EE0-101F-44E6-991F-C21F5D23D07B}" presName="childComposite" presStyleCnt="0">
        <dgm:presLayoutVars>
          <dgm:chMax val="0"/>
          <dgm:chPref val="0"/>
        </dgm:presLayoutVars>
      </dgm:prSet>
      <dgm:spPr/>
    </dgm:pt>
    <dgm:pt modelId="{B9B055B9-C3CD-48B7-B982-D475ACFCD0E7}" type="pres">
      <dgm:prSet presAssocID="{518A4EE0-101F-44E6-991F-C21F5D23D07B}" presName="Image" presStyleLbl="node1" presStyleIdx="12" presStyleCnt="23"/>
      <dgm:spPr/>
    </dgm:pt>
    <dgm:pt modelId="{70DF5B22-9739-4875-8F2A-14FA0D289BE9}" type="pres">
      <dgm:prSet presAssocID="{518A4EE0-101F-44E6-991F-C21F5D23D07B}" presName="childText" presStyleLbl="lnNode1" presStyleIdx="12" presStyleCnt="23">
        <dgm:presLayoutVars>
          <dgm:chMax val="0"/>
          <dgm:chPref val="0"/>
          <dgm:bulletEnabled val="1"/>
        </dgm:presLayoutVars>
      </dgm:prSet>
      <dgm:spPr/>
    </dgm:pt>
    <dgm:pt modelId="{342E0E7B-0EBB-4CBF-9565-45BC6CB0BA48}" type="pres">
      <dgm:prSet presAssocID="{CA16B275-0732-4E58-9C3E-37EFEA069689}" presName="childComposite" presStyleCnt="0">
        <dgm:presLayoutVars>
          <dgm:chMax val="0"/>
          <dgm:chPref val="0"/>
        </dgm:presLayoutVars>
      </dgm:prSet>
      <dgm:spPr/>
    </dgm:pt>
    <dgm:pt modelId="{5D5442EE-7BC0-45BF-BF5D-9AE81721EA0F}" type="pres">
      <dgm:prSet presAssocID="{CA16B275-0732-4E58-9C3E-37EFEA069689}" presName="Image" presStyleLbl="node1" presStyleIdx="13" presStyleCnt="23"/>
      <dgm:spPr/>
    </dgm:pt>
    <dgm:pt modelId="{FA6FB898-050E-4138-B88D-B75B5CEB2255}" type="pres">
      <dgm:prSet presAssocID="{CA16B275-0732-4E58-9C3E-37EFEA069689}" presName="childText" presStyleLbl="lnNode1" presStyleIdx="13" presStyleCnt="23">
        <dgm:presLayoutVars>
          <dgm:chMax val="0"/>
          <dgm:chPref val="0"/>
          <dgm:bulletEnabled val="1"/>
        </dgm:presLayoutVars>
      </dgm:prSet>
      <dgm:spPr/>
    </dgm:pt>
    <dgm:pt modelId="{CDDFDCEA-EA74-40B7-9868-D8EAB8D60DD7}" type="pres">
      <dgm:prSet presAssocID="{6A3372AB-A568-4FFF-85D4-80965BB08930}" presName="childComposite" presStyleCnt="0">
        <dgm:presLayoutVars>
          <dgm:chMax val="0"/>
          <dgm:chPref val="0"/>
        </dgm:presLayoutVars>
      </dgm:prSet>
      <dgm:spPr/>
    </dgm:pt>
    <dgm:pt modelId="{88D5AF92-C238-42D8-8770-67DBBF923132}" type="pres">
      <dgm:prSet presAssocID="{6A3372AB-A568-4FFF-85D4-80965BB08930}" presName="Image" presStyleLbl="node1" presStyleIdx="14" presStyleCnt="23"/>
      <dgm:spPr/>
    </dgm:pt>
    <dgm:pt modelId="{1AF425D0-DE52-4B8D-AC4F-9BE04CC87064}" type="pres">
      <dgm:prSet presAssocID="{6A3372AB-A568-4FFF-85D4-80965BB08930}" presName="childText" presStyleLbl="lnNode1" presStyleIdx="14" presStyleCnt="23">
        <dgm:presLayoutVars>
          <dgm:chMax val="0"/>
          <dgm:chPref val="0"/>
          <dgm:bulletEnabled val="1"/>
        </dgm:presLayoutVars>
      </dgm:prSet>
      <dgm:spPr/>
    </dgm:pt>
    <dgm:pt modelId="{D5A2801D-5768-4E7A-BB04-96225913265D}" type="pres">
      <dgm:prSet presAssocID="{EEFF46E0-E6FA-4831-B1DC-00C8E406704C}" presName="childComposite" presStyleCnt="0">
        <dgm:presLayoutVars>
          <dgm:chMax val="0"/>
          <dgm:chPref val="0"/>
        </dgm:presLayoutVars>
      </dgm:prSet>
      <dgm:spPr/>
    </dgm:pt>
    <dgm:pt modelId="{9C39108E-435B-4162-8581-48791C073AA9}" type="pres">
      <dgm:prSet presAssocID="{EEFF46E0-E6FA-4831-B1DC-00C8E406704C}" presName="Image" presStyleLbl="node1" presStyleIdx="15" presStyleCnt="23"/>
      <dgm:spPr/>
    </dgm:pt>
    <dgm:pt modelId="{BF4CC417-1186-4230-AD5B-6D91D113EF0C}" type="pres">
      <dgm:prSet presAssocID="{EEFF46E0-E6FA-4831-B1DC-00C8E406704C}" presName="childText" presStyleLbl="lnNode1" presStyleIdx="15" presStyleCnt="23">
        <dgm:presLayoutVars>
          <dgm:chMax val="0"/>
          <dgm:chPref val="0"/>
          <dgm:bulletEnabled val="1"/>
        </dgm:presLayoutVars>
      </dgm:prSet>
      <dgm:spPr/>
    </dgm:pt>
    <dgm:pt modelId="{CA67950C-6F0F-444C-AB60-7578C338503A}" type="pres">
      <dgm:prSet presAssocID="{87A40218-308D-4A3F-A3A0-CF713ABC4BE8}" presName="childComposite" presStyleCnt="0">
        <dgm:presLayoutVars>
          <dgm:chMax val="0"/>
          <dgm:chPref val="0"/>
        </dgm:presLayoutVars>
      </dgm:prSet>
      <dgm:spPr/>
    </dgm:pt>
    <dgm:pt modelId="{3B215195-5F87-4FEF-BD94-13AA26E875F2}" type="pres">
      <dgm:prSet presAssocID="{87A40218-308D-4A3F-A3A0-CF713ABC4BE8}" presName="Image" presStyleLbl="node1" presStyleIdx="16" presStyleCnt="23"/>
      <dgm:spPr/>
    </dgm:pt>
    <dgm:pt modelId="{0DB3C14E-245F-4F4B-A0DE-399F2F631D0F}" type="pres">
      <dgm:prSet presAssocID="{87A40218-308D-4A3F-A3A0-CF713ABC4BE8}" presName="childText" presStyleLbl="lnNode1" presStyleIdx="16" presStyleCnt="23">
        <dgm:presLayoutVars>
          <dgm:chMax val="0"/>
          <dgm:chPref val="0"/>
          <dgm:bulletEnabled val="1"/>
        </dgm:presLayoutVars>
      </dgm:prSet>
      <dgm:spPr/>
    </dgm:pt>
    <dgm:pt modelId="{E36936B9-EB40-4FFB-AA2F-92BAD93DA57A}" type="pres">
      <dgm:prSet presAssocID="{C7F4C38C-8F7E-47EC-8029-CF9E9C4C6B48}" presName="childComposite" presStyleCnt="0">
        <dgm:presLayoutVars>
          <dgm:chMax val="0"/>
          <dgm:chPref val="0"/>
        </dgm:presLayoutVars>
      </dgm:prSet>
      <dgm:spPr/>
    </dgm:pt>
    <dgm:pt modelId="{E100C3B7-2558-4803-9D91-8B820ED963D1}" type="pres">
      <dgm:prSet presAssocID="{C7F4C38C-8F7E-47EC-8029-CF9E9C4C6B48}" presName="Image" presStyleLbl="node1" presStyleIdx="17" presStyleCnt="23"/>
      <dgm:spPr/>
    </dgm:pt>
    <dgm:pt modelId="{457638FC-A3FB-4A3D-88A3-C0CDD0967E72}" type="pres">
      <dgm:prSet presAssocID="{C7F4C38C-8F7E-47EC-8029-CF9E9C4C6B48}" presName="childText" presStyleLbl="lnNode1" presStyleIdx="17" presStyleCnt="23">
        <dgm:presLayoutVars>
          <dgm:chMax val="0"/>
          <dgm:chPref val="0"/>
          <dgm:bulletEnabled val="1"/>
        </dgm:presLayoutVars>
      </dgm:prSet>
      <dgm:spPr/>
    </dgm:pt>
    <dgm:pt modelId="{58923C34-47A6-42CE-B8BF-D4EB3D5C10AD}" type="pres">
      <dgm:prSet presAssocID="{425888E5-CB37-44AE-81D5-E3D0666F2D3D}" presName="childComposite" presStyleCnt="0">
        <dgm:presLayoutVars>
          <dgm:chMax val="0"/>
          <dgm:chPref val="0"/>
        </dgm:presLayoutVars>
      </dgm:prSet>
      <dgm:spPr/>
    </dgm:pt>
    <dgm:pt modelId="{A34491CD-89CF-497C-82D5-2DD271105377}" type="pres">
      <dgm:prSet presAssocID="{425888E5-CB37-44AE-81D5-E3D0666F2D3D}" presName="Image" presStyleLbl="node1" presStyleIdx="18" presStyleCnt="23"/>
      <dgm:spPr/>
    </dgm:pt>
    <dgm:pt modelId="{448DA641-69E2-4809-A5D5-A91757C8D4FA}" type="pres">
      <dgm:prSet presAssocID="{425888E5-CB37-44AE-81D5-E3D0666F2D3D}" presName="childText" presStyleLbl="lnNode1" presStyleIdx="18" presStyleCnt="23">
        <dgm:presLayoutVars>
          <dgm:chMax val="0"/>
          <dgm:chPref val="0"/>
          <dgm:bulletEnabled val="1"/>
        </dgm:presLayoutVars>
      </dgm:prSet>
      <dgm:spPr/>
    </dgm:pt>
    <dgm:pt modelId="{610581AC-44C8-42AF-ABDD-AF56C61A0A20}" type="pres">
      <dgm:prSet presAssocID="{D6BB2AC8-D6AB-4F17-91D6-73B46B57B8AC}" presName="childComposite" presStyleCnt="0">
        <dgm:presLayoutVars>
          <dgm:chMax val="0"/>
          <dgm:chPref val="0"/>
        </dgm:presLayoutVars>
      </dgm:prSet>
      <dgm:spPr/>
    </dgm:pt>
    <dgm:pt modelId="{3F4B38C7-0136-419B-B716-232B61B33FCB}" type="pres">
      <dgm:prSet presAssocID="{D6BB2AC8-D6AB-4F17-91D6-73B46B57B8AC}" presName="Image" presStyleLbl="node1" presStyleIdx="19" presStyleCnt="23"/>
      <dgm:spPr/>
    </dgm:pt>
    <dgm:pt modelId="{3D2A943A-717C-4943-BB94-BA88234539BB}" type="pres">
      <dgm:prSet presAssocID="{D6BB2AC8-D6AB-4F17-91D6-73B46B57B8AC}" presName="childText" presStyleLbl="lnNode1" presStyleIdx="19" presStyleCnt="23">
        <dgm:presLayoutVars>
          <dgm:chMax val="0"/>
          <dgm:chPref val="0"/>
          <dgm:bulletEnabled val="1"/>
        </dgm:presLayoutVars>
      </dgm:prSet>
      <dgm:spPr/>
    </dgm:pt>
    <dgm:pt modelId="{141930BC-2FB1-44E0-B21E-0378B677A75E}" type="pres">
      <dgm:prSet presAssocID="{611D6A56-F7BF-46EA-9C40-B4E208E6A98B}" presName="childComposite" presStyleCnt="0">
        <dgm:presLayoutVars>
          <dgm:chMax val="0"/>
          <dgm:chPref val="0"/>
        </dgm:presLayoutVars>
      </dgm:prSet>
      <dgm:spPr/>
    </dgm:pt>
    <dgm:pt modelId="{A6ABA017-0D10-44C5-BCEE-CD0DF141B535}" type="pres">
      <dgm:prSet presAssocID="{611D6A56-F7BF-46EA-9C40-B4E208E6A98B}" presName="Image" presStyleLbl="node1" presStyleIdx="20" presStyleCnt="23"/>
      <dgm:spPr/>
    </dgm:pt>
    <dgm:pt modelId="{54FE1128-ED55-446C-BE19-3C8A7A92491F}" type="pres">
      <dgm:prSet presAssocID="{611D6A56-F7BF-46EA-9C40-B4E208E6A98B}" presName="childText" presStyleLbl="lnNode1" presStyleIdx="20" presStyleCnt="23">
        <dgm:presLayoutVars>
          <dgm:chMax val="0"/>
          <dgm:chPref val="0"/>
          <dgm:bulletEnabled val="1"/>
        </dgm:presLayoutVars>
      </dgm:prSet>
      <dgm:spPr/>
    </dgm:pt>
    <dgm:pt modelId="{BD357CA2-B460-4713-96EC-BC9C6BB90150}" type="pres">
      <dgm:prSet presAssocID="{7E60FE7A-2ABB-4727-86E0-109DD24C069B}" presName="childComposite" presStyleCnt="0">
        <dgm:presLayoutVars>
          <dgm:chMax val="0"/>
          <dgm:chPref val="0"/>
        </dgm:presLayoutVars>
      </dgm:prSet>
      <dgm:spPr/>
    </dgm:pt>
    <dgm:pt modelId="{6AD8CABF-9F91-442C-87AD-408B65C5EF05}" type="pres">
      <dgm:prSet presAssocID="{7E60FE7A-2ABB-4727-86E0-109DD24C069B}" presName="Image" presStyleLbl="node1" presStyleIdx="21" presStyleCnt="23"/>
      <dgm:spPr/>
    </dgm:pt>
    <dgm:pt modelId="{376DA73C-3FD8-486A-9E82-DB3EEDBC6509}" type="pres">
      <dgm:prSet presAssocID="{7E60FE7A-2ABB-4727-86E0-109DD24C069B}" presName="childText" presStyleLbl="lnNode1" presStyleIdx="21" presStyleCnt="23">
        <dgm:presLayoutVars>
          <dgm:chMax val="0"/>
          <dgm:chPref val="0"/>
          <dgm:bulletEnabled val="1"/>
        </dgm:presLayoutVars>
      </dgm:prSet>
      <dgm:spPr/>
    </dgm:pt>
    <dgm:pt modelId="{8F9B82AB-35AD-418C-B4FA-98DD2645CE60}" type="pres">
      <dgm:prSet presAssocID="{2DEE88D0-B3C5-4AA4-B1BA-92A00E82C15C}" presName="childComposite" presStyleCnt="0">
        <dgm:presLayoutVars>
          <dgm:chMax val="0"/>
          <dgm:chPref val="0"/>
        </dgm:presLayoutVars>
      </dgm:prSet>
      <dgm:spPr/>
    </dgm:pt>
    <dgm:pt modelId="{D01E2590-24C4-4460-B40B-73221582E909}" type="pres">
      <dgm:prSet presAssocID="{2DEE88D0-B3C5-4AA4-B1BA-92A00E82C15C}" presName="Image" presStyleLbl="node1" presStyleIdx="22" presStyleCnt="23"/>
      <dgm:spPr/>
    </dgm:pt>
    <dgm:pt modelId="{A9AE038C-6B1B-4DF3-9D08-E54B336EF153}" type="pres">
      <dgm:prSet presAssocID="{2DEE88D0-B3C5-4AA4-B1BA-92A00E82C15C}" presName="childText" presStyleLbl="lnNode1" presStyleIdx="22" presStyleCnt="23">
        <dgm:presLayoutVars>
          <dgm:chMax val="0"/>
          <dgm:chPref val="0"/>
          <dgm:bulletEnabled val="1"/>
        </dgm:presLayoutVars>
      </dgm:prSet>
      <dgm:spPr/>
    </dgm:pt>
  </dgm:ptLst>
  <dgm:cxnLst>
    <dgm:cxn modelId="{59774101-5E7B-4D97-9864-A549CE9EFF86}" srcId="{435E0EAF-C8D9-4EA8-BA75-E6227BC64A76}" destId="{6A3372AB-A568-4FFF-85D4-80965BB08930}" srcOrd="2" destOrd="0" parTransId="{356DE15D-824B-4508-87F3-8EB280FFC20E}" sibTransId="{86099820-350A-420C-9846-547691F1F63C}"/>
    <dgm:cxn modelId="{23103204-7DB7-4F83-BA16-88F1503F595E}" type="presOf" srcId="{9FC16266-A3AA-4006-AC28-6A1678432771}" destId="{3A722E23-6447-4473-B5C0-58683C5C0AF1}" srcOrd="0" destOrd="0" presId="urn:microsoft.com/office/officeart/2008/layout/PictureAccentList"/>
    <dgm:cxn modelId="{E2966B05-27BF-4A87-83D2-96954AC255DD}" srcId="{00B67E32-E6BD-4983-9653-5C720FF5C9AC}" destId="{9FC16266-A3AA-4006-AC28-6A1678432771}" srcOrd="1" destOrd="0" parTransId="{BE0196EE-5E3E-401E-BACB-F03B93060EC4}" sibTransId="{001EA975-2D26-444D-AE7E-AABAB071BCDE}"/>
    <dgm:cxn modelId="{A660CE05-5FD3-413D-84F8-6C1DE5708CB5}" type="presOf" srcId="{C3605881-D93E-4CFF-B6EA-86A7364DB81C}" destId="{8F9F6772-553F-4464-971E-4D6EC3811E40}" srcOrd="0" destOrd="0" presId="urn:microsoft.com/office/officeart/2008/layout/PictureAccentList"/>
    <dgm:cxn modelId="{A4A76D08-11ED-4414-A812-A9D026C55198}" srcId="{435E0EAF-C8D9-4EA8-BA75-E6227BC64A76}" destId="{7E60FE7A-2ABB-4727-86E0-109DD24C069B}" srcOrd="9" destOrd="0" parTransId="{7A46F42A-C22E-4D69-A7B3-3F82FE37F394}" sibTransId="{5A698701-715E-4727-AA86-47F5F27EB7BC}"/>
    <dgm:cxn modelId="{D902B20B-63F1-4377-A856-E8797F587BAC}" type="presOf" srcId="{CA16B275-0732-4E58-9C3E-37EFEA069689}" destId="{FA6FB898-050E-4138-B88D-B75B5CEB2255}" srcOrd="0" destOrd="0" presId="urn:microsoft.com/office/officeart/2008/layout/PictureAccentList"/>
    <dgm:cxn modelId="{32918213-176B-48F2-8652-A011D7D5FAB5}" srcId="{00B67E32-E6BD-4983-9653-5C720FF5C9AC}" destId="{DC603C3D-2F0D-4E4A-BECB-D8F7204D360E}" srcOrd="3" destOrd="0" parTransId="{A4A24C9D-E7A5-4F26-8673-CBE836464CE3}" sibTransId="{90C20434-8BE4-4795-B82E-AB3BDCCB4AF2}"/>
    <dgm:cxn modelId="{273FA72A-EAC2-47BC-8B0A-837CF77B6FFD}" srcId="{435E0EAF-C8D9-4EA8-BA75-E6227BC64A76}" destId="{2DEE88D0-B3C5-4AA4-B1BA-92A00E82C15C}" srcOrd="10" destOrd="0" parTransId="{192EDCD3-686E-4C24-8936-D0EA7444B4B8}" sibTransId="{C3DF1EE8-EB94-416A-93E9-603933324492}"/>
    <dgm:cxn modelId="{D401D52F-C216-49A6-9405-379948C0B45A}" srcId="{DDBB3C66-D5E4-4FC0-91BC-C61300BC37FA}" destId="{D7C1C573-0399-4C46-8690-32E6A99B632E}" srcOrd="2" destOrd="0" parTransId="{6E530B3A-ACE0-416E-AA20-30F27882CC42}" sibTransId="{E8C01554-DC97-4C53-8844-2AE1D6F51951}"/>
    <dgm:cxn modelId="{22882534-2790-41E0-92AE-8362E66D5214}" srcId="{3ABC285D-7C90-45EC-919F-95B8ED8A0C28}" destId="{00B67E32-E6BD-4983-9653-5C720FF5C9AC}" srcOrd="0" destOrd="0" parTransId="{B68382FD-FCD8-48AC-880B-F2BD8AC3B529}" sibTransId="{33370808-742A-410A-9059-EEB54400542E}"/>
    <dgm:cxn modelId="{2698E440-9C8F-4E10-B56C-985CA50D7DFB}" srcId="{DDBB3C66-D5E4-4FC0-91BC-C61300BC37FA}" destId="{669F23B4-CCA2-4C27-8EEE-FC2C05F7097F}" srcOrd="3" destOrd="0" parTransId="{F27C7280-C792-45B5-9626-8EDE9A29266E}" sibTransId="{034E4DD3-30AB-40C4-94D6-70CBB0E3CF50}"/>
    <dgm:cxn modelId="{8951E940-5482-4A24-A1AB-A79038B14992}" type="presOf" srcId="{EEFF46E0-E6FA-4831-B1DC-00C8E406704C}" destId="{BF4CC417-1186-4230-AD5B-6D91D113EF0C}" srcOrd="0" destOrd="0" presId="urn:microsoft.com/office/officeart/2008/layout/PictureAccentList"/>
    <dgm:cxn modelId="{654A4F5C-520E-4F9D-B1A7-CCB6D7936D2C}" srcId="{435E0EAF-C8D9-4EA8-BA75-E6227BC64A76}" destId="{611D6A56-F7BF-46EA-9C40-B4E208E6A98B}" srcOrd="8" destOrd="0" parTransId="{CDA2FA00-B958-4F3C-97A4-BC059C6C675B}" sibTransId="{D45904F2-DE9A-432F-BAC6-A95CA1ED484F}"/>
    <dgm:cxn modelId="{34598C5F-570B-494C-851A-2EFA24E795E1}" type="presOf" srcId="{7E60FE7A-2ABB-4727-86E0-109DD24C069B}" destId="{376DA73C-3FD8-486A-9E82-DB3EEDBC6509}" srcOrd="0" destOrd="0" presId="urn:microsoft.com/office/officeart/2008/layout/PictureAccentList"/>
    <dgm:cxn modelId="{47D2DE61-ABF6-4ECD-B0B2-BF846787A9D4}" type="presOf" srcId="{00B67E32-E6BD-4983-9653-5C720FF5C9AC}" destId="{7F9C100C-E150-4380-AA70-7990A8A1A21F}" srcOrd="0" destOrd="0" presId="urn:microsoft.com/office/officeart/2008/layout/PictureAccentList"/>
    <dgm:cxn modelId="{8B733144-9B60-4310-A6E8-4DBA91DF05EF}" srcId="{3ABC285D-7C90-45EC-919F-95B8ED8A0C28}" destId="{435E0EAF-C8D9-4EA8-BA75-E6227BC64A76}" srcOrd="2" destOrd="0" parTransId="{D12C3D16-34C0-4F23-9339-C8E1307B2628}" sibTransId="{5A3E3F88-25FD-4B91-9416-5FFE41347D4C}"/>
    <dgm:cxn modelId="{4F17C265-2B11-4013-8F38-93813FCB6812}" type="presOf" srcId="{CCB4E9EE-D863-4BEF-96B5-C77840A3901D}" destId="{D355510D-29A6-4A95-A7C6-259A149A787E}" srcOrd="0" destOrd="0" presId="urn:microsoft.com/office/officeart/2008/layout/PictureAccentList"/>
    <dgm:cxn modelId="{EFA93268-5D55-433A-B6B0-8D5855B436D7}" type="presOf" srcId="{1CC591C8-C948-45EE-867F-895B7CBBB002}" destId="{D01F2E92-ECAF-4744-B20C-3B1B8FB0B0E2}" srcOrd="0" destOrd="0" presId="urn:microsoft.com/office/officeart/2008/layout/PictureAccentList"/>
    <dgm:cxn modelId="{C9746F6D-E43C-410D-91F8-166640A76F4A}" srcId="{435E0EAF-C8D9-4EA8-BA75-E6227BC64A76}" destId="{EEFF46E0-E6FA-4831-B1DC-00C8E406704C}" srcOrd="3" destOrd="0" parTransId="{3F890DFC-F025-464B-9D0C-83A15CAC76EA}" sibTransId="{D1615101-46C0-4E6D-AC10-A0234D60888A}"/>
    <dgm:cxn modelId="{497ECE6E-3D27-4DB1-B1F4-D8A32A0303AF}" srcId="{435E0EAF-C8D9-4EA8-BA75-E6227BC64A76}" destId="{CA16B275-0732-4E58-9C3E-37EFEA069689}" srcOrd="1" destOrd="0" parTransId="{91BB24FE-87C5-4A31-A391-57EC41F3BFA6}" sibTransId="{2E16D0E8-C933-4ABC-B6A3-4344EB32779D}"/>
    <dgm:cxn modelId="{6F02A37A-F4AD-4B8F-A1A8-619328BC0BA3}" type="presOf" srcId="{82F0C38A-EC2F-4D67-BAAD-D7B855C1D441}" destId="{C93C715B-3942-405E-9B40-48EE24955C90}" srcOrd="0" destOrd="0" presId="urn:microsoft.com/office/officeart/2008/layout/PictureAccentList"/>
    <dgm:cxn modelId="{53654585-08E8-415C-B5F4-9463E6D6E423}" srcId="{DDBB3C66-D5E4-4FC0-91BC-C61300BC37FA}" destId="{82F0C38A-EC2F-4D67-BAAD-D7B855C1D441}" srcOrd="1" destOrd="0" parTransId="{00F2F01F-1A72-4E07-AB55-DE41748EBCAD}" sibTransId="{22ED902E-568C-480E-97DE-B5056D89D754}"/>
    <dgm:cxn modelId="{E5689386-0966-4B25-90A1-6E7041E64218}" type="presOf" srcId="{39EBDA15-7A47-4D7F-A097-53C6F6520B13}" destId="{CE4BC17D-3F94-4113-A212-9BF8D6AA416C}" srcOrd="0" destOrd="0" presId="urn:microsoft.com/office/officeart/2008/layout/PictureAccentList"/>
    <dgm:cxn modelId="{0621D886-9019-4385-9A35-6D229A449208}" type="presOf" srcId="{265774D4-7499-4C9D-9005-739A780AACC3}" destId="{90042E1F-45D6-4DE1-BD0B-45E38C20E5C9}" srcOrd="0" destOrd="0" presId="urn:microsoft.com/office/officeart/2008/layout/PictureAccentList"/>
    <dgm:cxn modelId="{4821CE88-83E5-4D14-92ED-7F170AEA9B47}" type="presOf" srcId="{2DEE88D0-B3C5-4AA4-B1BA-92A00E82C15C}" destId="{A9AE038C-6B1B-4DF3-9D08-E54B336EF153}" srcOrd="0" destOrd="0" presId="urn:microsoft.com/office/officeart/2008/layout/PictureAccentList"/>
    <dgm:cxn modelId="{31F97289-8FC4-4047-AF6C-4CB782EFD1DF}" srcId="{435E0EAF-C8D9-4EA8-BA75-E6227BC64A76}" destId="{C7F4C38C-8F7E-47EC-8029-CF9E9C4C6B48}" srcOrd="5" destOrd="0" parTransId="{4732F3F3-A9B3-444F-AD05-409FDCD10D3C}" sibTransId="{70661CD3-5BDB-49D5-AD66-86041FCF0606}"/>
    <dgm:cxn modelId="{D56B6C8A-C6C3-4CC5-B4ED-2AF6A8E9958F}" type="presOf" srcId="{D6BB2AC8-D6AB-4F17-91D6-73B46B57B8AC}" destId="{3D2A943A-717C-4943-BB94-BA88234539BB}" srcOrd="0" destOrd="0" presId="urn:microsoft.com/office/officeart/2008/layout/PictureAccentList"/>
    <dgm:cxn modelId="{8CC00C91-66A0-4E7E-ABC2-535C34B0D2C0}" type="presOf" srcId="{518A4EE0-101F-44E6-991F-C21F5D23D07B}" destId="{70DF5B22-9739-4875-8F2A-14FA0D289BE9}" srcOrd="0" destOrd="0" presId="urn:microsoft.com/office/officeart/2008/layout/PictureAccentList"/>
    <dgm:cxn modelId="{D1292496-8924-494D-A4FF-50B024435627}" type="presOf" srcId="{6A3372AB-A568-4FFF-85D4-80965BB08930}" destId="{1AF425D0-DE52-4B8D-AC4F-9BE04CC87064}" srcOrd="0" destOrd="0" presId="urn:microsoft.com/office/officeart/2008/layout/PictureAccentList"/>
    <dgm:cxn modelId="{8F998A96-0323-4033-85B2-986DF3AF1378}" type="presOf" srcId="{C7F4C38C-8F7E-47EC-8029-CF9E9C4C6B48}" destId="{457638FC-A3FB-4A3D-88A3-C0CDD0967E72}" srcOrd="0" destOrd="0" presId="urn:microsoft.com/office/officeart/2008/layout/PictureAccentList"/>
    <dgm:cxn modelId="{1A07A099-1158-4F64-A67E-BCCC6D6F0E74}" type="presOf" srcId="{669F23B4-CCA2-4C27-8EEE-FC2C05F7097F}" destId="{4CC93FDD-C574-4EE8-B98A-6203A9F1C55C}" srcOrd="0" destOrd="0" presId="urn:microsoft.com/office/officeart/2008/layout/PictureAccentList"/>
    <dgm:cxn modelId="{10DF85A2-C6C8-4675-9493-E46CAD4DA278}" type="presOf" srcId="{425888E5-CB37-44AE-81D5-E3D0666F2D3D}" destId="{448DA641-69E2-4809-A5D5-A91757C8D4FA}" srcOrd="0" destOrd="0" presId="urn:microsoft.com/office/officeart/2008/layout/PictureAccentList"/>
    <dgm:cxn modelId="{A5F7A6AC-BA74-4BC6-8185-FE34C3CADFB1}" srcId="{435E0EAF-C8D9-4EA8-BA75-E6227BC64A76}" destId="{425888E5-CB37-44AE-81D5-E3D0666F2D3D}" srcOrd="6" destOrd="0" parTransId="{560B05E8-A453-4498-AE82-AD05F89644B0}" sibTransId="{11957A35-8A8A-4AF9-9ED0-F06F0B18C14F}"/>
    <dgm:cxn modelId="{A250B4AE-6502-4D80-8F80-C7F726E0C869}" srcId="{00B67E32-E6BD-4983-9653-5C720FF5C9AC}" destId="{C3605881-D93E-4CFF-B6EA-86A7364DB81C}" srcOrd="4" destOrd="0" parTransId="{695E3AF8-0E64-43A8-8D8A-97F41BA6ACA8}" sibTransId="{E77B7C0D-D5EE-4956-8154-486FD6109B6F}"/>
    <dgm:cxn modelId="{6BED00AF-93E6-4E95-A59F-2F2467CD61E9}" type="presOf" srcId="{611D6A56-F7BF-46EA-9C40-B4E208E6A98B}" destId="{54FE1128-ED55-446C-BE19-3C8A7A92491F}" srcOrd="0" destOrd="0" presId="urn:microsoft.com/office/officeart/2008/layout/PictureAccentList"/>
    <dgm:cxn modelId="{20F134B8-79FB-4B23-9BD4-9B63BE13AF7F}" srcId="{00B67E32-E6BD-4983-9653-5C720FF5C9AC}" destId="{F9DF6F99-84D7-480E-8CB8-F8A20F1E0D1F}" srcOrd="2" destOrd="0" parTransId="{7ECA580C-D664-4A37-8F26-24C5067218E0}" sibTransId="{6D7AEB61-BADC-4244-B351-402FCB861B47}"/>
    <dgm:cxn modelId="{E12F90BE-AFA1-4A6D-BE07-03C33995C4DF}" srcId="{435E0EAF-C8D9-4EA8-BA75-E6227BC64A76}" destId="{518A4EE0-101F-44E6-991F-C21F5D23D07B}" srcOrd="0" destOrd="0" parTransId="{B568E182-4317-46C3-AF4D-3D1F55BAA12A}" sibTransId="{70FD0B30-9EA2-4660-B21E-A06A2E6E4FA8}"/>
    <dgm:cxn modelId="{8E1F73BF-EE1B-46B8-83C7-0CAFB9920F5B}" srcId="{435E0EAF-C8D9-4EA8-BA75-E6227BC64A76}" destId="{D6BB2AC8-D6AB-4F17-91D6-73B46B57B8AC}" srcOrd="7" destOrd="0" parTransId="{04B26705-C14D-49E3-A5D9-C550576B93A1}" sibTransId="{C3B4E574-3DC8-4243-B277-4829317EC681}"/>
    <dgm:cxn modelId="{D52353C3-CD2B-483F-B689-C9596D3BF8BE}" type="presOf" srcId="{87A40218-308D-4A3F-A3A0-CF713ABC4BE8}" destId="{0DB3C14E-245F-4F4B-A0DE-399F2F631D0F}" srcOrd="0" destOrd="0" presId="urn:microsoft.com/office/officeart/2008/layout/PictureAccentList"/>
    <dgm:cxn modelId="{DC342AC5-46A8-4FC1-8390-B0AC399C2F34}" type="presOf" srcId="{DC603C3D-2F0D-4E4A-BECB-D8F7204D360E}" destId="{A6AB8507-F1ED-4615-8612-83685BBED448}" srcOrd="0" destOrd="0" presId="urn:microsoft.com/office/officeart/2008/layout/PictureAccentList"/>
    <dgm:cxn modelId="{169A3ED5-5052-43A0-82D4-8E4B3A319F13}" srcId="{DDBB3C66-D5E4-4FC0-91BC-C61300BC37FA}" destId="{2B657BF5-4A26-4CD9-B902-E0676D265266}" srcOrd="0" destOrd="0" parTransId="{AD2F32A6-90CE-40CD-8475-A244527A9B19}" sibTransId="{DDB011C5-727F-4AA9-8D3F-4766D235E191}"/>
    <dgm:cxn modelId="{B575A5DD-C864-4072-93ED-A77128400134}" srcId="{435E0EAF-C8D9-4EA8-BA75-E6227BC64A76}" destId="{87A40218-308D-4A3F-A3A0-CF713ABC4BE8}" srcOrd="4" destOrd="0" parTransId="{C389F307-C7A2-4520-940A-00B70F6D1095}" sibTransId="{5FBFB786-19B1-4D40-8FF0-29103C6AE401}"/>
    <dgm:cxn modelId="{C27141E0-C987-486B-A822-3936F1CB3395}" type="presOf" srcId="{DDBB3C66-D5E4-4FC0-91BC-C61300BC37FA}" destId="{A724DE05-5801-48B6-B620-AD479B725240}" srcOrd="0" destOrd="0" presId="urn:microsoft.com/office/officeart/2008/layout/PictureAccentList"/>
    <dgm:cxn modelId="{1657EFE0-2A26-4DE8-9B3D-CAD70A5B058F}" srcId="{3ABC285D-7C90-45EC-919F-95B8ED8A0C28}" destId="{DDBB3C66-D5E4-4FC0-91BC-C61300BC37FA}" srcOrd="1" destOrd="0" parTransId="{8048B7FF-CAC6-410A-B397-445FF483B94B}" sibTransId="{D41F61FF-4452-4981-9F84-CF1EDCB01EE5}"/>
    <dgm:cxn modelId="{88CF90E3-940C-4C93-98A8-7A096321893A}" type="presOf" srcId="{435E0EAF-C8D9-4EA8-BA75-E6227BC64A76}" destId="{4D3154D6-B60F-4022-9AFC-B9D0CC58C21F}" srcOrd="0" destOrd="0" presId="urn:microsoft.com/office/officeart/2008/layout/PictureAccentList"/>
    <dgm:cxn modelId="{D28356E7-51DE-434D-9B0A-BE4CBF744C61}" srcId="{DDBB3C66-D5E4-4FC0-91BC-C61300BC37FA}" destId="{39EBDA15-7A47-4D7F-A097-53C6F6520B13}" srcOrd="4" destOrd="0" parTransId="{ED526A3E-13D2-4E98-A1EA-CD84CF223654}" sibTransId="{ADBFF251-E5A0-4A50-A13D-A09C1A8F04A8}"/>
    <dgm:cxn modelId="{1D0D69ED-9C69-4094-A47F-60C8E957D94E}" srcId="{DDBB3C66-D5E4-4FC0-91BC-C61300BC37FA}" destId="{CCB4E9EE-D863-4BEF-96B5-C77840A3901D}" srcOrd="5" destOrd="0" parTransId="{E81EF071-A62B-45B8-A526-9A81C705C004}" sibTransId="{50C2F9F6-6754-4BF6-B967-350B36808AB7}"/>
    <dgm:cxn modelId="{88C3ABF0-3802-4216-9F5C-ECF856786577}" type="presOf" srcId="{3ABC285D-7C90-45EC-919F-95B8ED8A0C28}" destId="{2FE9878E-8CAD-4AB7-89C5-CAE9529326B4}" srcOrd="0" destOrd="0" presId="urn:microsoft.com/office/officeart/2008/layout/PictureAccentList"/>
    <dgm:cxn modelId="{A4DEB4F5-060F-416B-978E-D01D324F86C3}" srcId="{00B67E32-E6BD-4983-9653-5C720FF5C9AC}" destId="{1CC591C8-C948-45EE-867F-895B7CBBB002}" srcOrd="0" destOrd="0" parTransId="{7FE73F14-D9A5-4858-A7DF-D2C46AFBF238}" sibTransId="{EA925A09-6AA5-4185-9E26-54802AAEBCC0}"/>
    <dgm:cxn modelId="{3F96FEF8-EAF1-4DA7-9FCE-3CBFAB435ED3}" srcId="{DDBB3C66-D5E4-4FC0-91BC-C61300BC37FA}" destId="{265774D4-7499-4C9D-9005-739A780AACC3}" srcOrd="6" destOrd="0" parTransId="{28629E04-4ADE-41D8-B8A0-5BFD1F389EDA}" sibTransId="{74356159-1D49-4FA0-AE20-7905C1C0D525}"/>
    <dgm:cxn modelId="{A13013F9-940A-4711-ADCF-75214A23C5D9}" type="presOf" srcId="{2B657BF5-4A26-4CD9-B902-E0676D265266}" destId="{03F550E2-AF53-4F0D-97D6-0CB4FB98BD14}" srcOrd="0" destOrd="0" presId="urn:microsoft.com/office/officeart/2008/layout/PictureAccentList"/>
    <dgm:cxn modelId="{AEFEB5FC-3B8A-4C79-96A8-AC6B735D76E6}" type="presOf" srcId="{D7C1C573-0399-4C46-8690-32E6A99B632E}" destId="{A130DA05-85B9-4111-AE25-F10BEDD17D53}" srcOrd="0" destOrd="0" presId="urn:microsoft.com/office/officeart/2008/layout/PictureAccentList"/>
    <dgm:cxn modelId="{E0C96AFD-A34A-4291-B3EC-404F7A93DC2B}" type="presOf" srcId="{F9DF6F99-84D7-480E-8CB8-F8A20F1E0D1F}" destId="{03DB289B-ED83-47B2-AE0B-9D0FA9B3FB77}" srcOrd="0" destOrd="0" presId="urn:microsoft.com/office/officeart/2008/layout/PictureAccentList"/>
    <dgm:cxn modelId="{E7217C5B-F17D-4BE4-9368-9B14E9EA7F4C}" type="presParOf" srcId="{2FE9878E-8CAD-4AB7-89C5-CAE9529326B4}" destId="{E8055A6C-2FF6-4CC7-9E1B-174EA89B1612}" srcOrd="0" destOrd="0" presId="urn:microsoft.com/office/officeart/2008/layout/PictureAccentList"/>
    <dgm:cxn modelId="{E7034699-19D7-4328-8832-3FD95622E9B2}" type="presParOf" srcId="{E8055A6C-2FF6-4CC7-9E1B-174EA89B1612}" destId="{B7EA0A2C-AB4D-4E0F-8729-15FA33E7412C}" srcOrd="0" destOrd="0" presId="urn:microsoft.com/office/officeart/2008/layout/PictureAccentList"/>
    <dgm:cxn modelId="{4AB86C7B-E2D3-4770-8BE7-15D608CF2D89}" type="presParOf" srcId="{B7EA0A2C-AB4D-4E0F-8729-15FA33E7412C}" destId="{7F9C100C-E150-4380-AA70-7990A8A1A21F}" srcOrd="0" destOrd="0" presId="urn:microsoft.com/office/officeart/2008/layout/PictureAccentList"/>
    <dgm:cxn modelId="{A4FD5B47-0334-4DE9-83D8-2CCBA964C40D}" type="presParOf" srcId="{E8055A6C-2FF6-4CC7-9E1B-174EA89B1612}" destId="{B5E2BECF-3B49-4C1C-B3FE-1DD08699B424}" srcOrd="1" destOrd="0" presId="urn:microsoft.com/office/officeart/2008/layout/PictureAccentList"/>
    <dgm:cxn modelId="{BFB27DEC-A9C7-4FA2-8841-A47EBEE604FA}" type="presParOf" srcId="{B5E2BECF-3B49-4C1C-B3FE-1DD08699B424}" destId="{B6C637CA-AFB6-4412-B11F-8ADB246BF8C6}" srcOrd="0" destOrd="0" presId="urn:microsoft.com/office/officeart/2008/layout/PictureAccentList"/>
    <dgm:cxn modelId="{F9BB74A6-90AB-44F9-BCAB-D87B43F4F8B7}" type="presParOf" srcId="{B6C637CA-AFB6-4412-B11F-8ADB246BF8C6}" destId="{2345C84C-55F9-4323-BCFB-15982D922E90}" srcOrd="0" destOrd="0" presId="urn:microsoft.com/office/officeart/2008/layout/PictureAccentList"/>
    <dgm:cxn modelId="{C05AD0FA-F2BB-4AB3-BD83-615C8A97D7B2}" type="presParOf" srcId="{B6C637CA-AFB6-4412-B11F-8ADB246BF8C6}" destId="{D01F2E92-ECAF-4744-B20C-3B1B8FB0B0E2}" srcOrd="1" destOrd="0" presId="urn:microsoft.com/office/officeart/2008/layout/PictureAccentList"/>
    <dgm:cxn modelId="{660BB6D3-67CB-423A-8E23-E09561BD99F7}" type="presParOf" srcId="{B5E2BECF-3B49-4C1C-B3FE-1DD08699B424}" destId="{165F3019-0E77-4304-B5F4-BD6197DFC814}" srcOrd="1" destOrd="0" presId="urn:microsoft.com/office/officeart/2008/layout/PictureAccentList"/>
    <dgm:cxn modelId="{023C5AAA-E607-4B09-B1CE-DDD0F632978E}" type="presParOf" srcId="{165F3019-0E77-4304-B5F4-BD6197DFC814}" destId="{D0D168E3-1E55-4E4B-8795-EEF0CD8A1856}" srcOrd="0" destOrd="0" presId="urn:microsoft.com/office/officeart/2008/layout/PictureAccentList"/>
    <dgm:cxn modelId="{B59CCEC1-9A3F-4BCE-B772-D23F3418FF9B}" type="presParOf" srcId="{165F3019-0E77-4304-B5F4-BD6197DFC814}" destId="{3A722E23-6447-4473-B5C0-58683C5C0AF1}" srcOrd="1" destOrd="0" presId="urn:microsoft.com/office/officeart/2008/layout/PictureAccentList"/>
    <dgm:cxn modelId="{C94A603C-D828-4C76-8603-EA708AF2B0B9}" type="presParOf" srcId="{B5E2BECF-3B49-4C1C-B3FE-1DD08699B424}" destId="{5A2E885C-2611-4E85-B7FD-69F48E74D5FD}" srcOrd="2" destOrd="0" presId="urn:microsoft.com/office/officeart/2008/layout/PictureAccentList"/>
    <dgm:cxn modelId="{0522F8A3-17C9-4FDA-B736-CA6AC94D2E92}" type="presParOf" srcId="{5A2E885C-2611-4E85-B7FD-69F48E74D5FD}" destId="{F46AB5A2-873D-4B13-B13A-496FE8CDCDCD}" srcOrd="0" destOrd="0" presId="urn:microsoft.com/office/officeart/2008/layout/PictureAccentList"/>
    <dgm:cxn modelId="{C09371CA-7F0A-4F62-A14F-A207A0312578}" type="presParOf" srcId="{5A2E885C-2611-4E85-B7FD-69F48E74D5FD}" destId="{03DB289B-ED83-47B2-AE0B-9D0FA9B3FB77}" srcOrd="1" destOrd="0" presId="urn:microsoft.com/office/officeart/2008/layout/PictureAccentList"/>
    <dgm:cxn modelId="{2E86D810-8C0A-4F8D-959A-3DFDB98A4B57}" type="presParOf" srcId="{B5E2BECF-3B49-4C1C-B3FE-1DD08699B424}" destId="{D2D8DBFF-0F88-4B51-9B7F-D506BB1E600C}" srcOrd="3" destOrd="0" presId="urn:microsoft.com/office/officeart/2008/layout/PictureAccentList"/>
    <dgm:cxn modelId="{CAD9838A-00F8-454C-A73E-95C7BD901EF7}" type="presParOf" srcId="{D2D8DBFF-0F88-4B51-9B7F-D506BB1E600C}" destId="{BF4D439D-DD97-4AF3-81AF-A3C89FA119D4}" srcOrd="0" destOrd="0" presId="urn:microsoft.com/office/officeart/2008/layout/PictureAccentList"/>
    <dgm:cxn modelId="{95B87F20-128E-439C-BA84-2C5FA4CE6E66}" type="presParOf" srcId="{D2D8DBFF-0F88-4B51-9B7F-D506BB1E600C}" destId="{A6AB8507-F1ED-4615-8612-83685BBED448}" srcOrd="1" destOrd="0" presId="urn:microsoft.com/office/officeart/2008/layout/PictureAccentList"/>
    <dgm:cxn modelId="{FF01ACEA-A46C-42B3-83FE-E1C61B0315EE}" type="presParOf" srcId="{B5E2BECF-3B49-4C1C-B3FE-1DD08699B424}" destId="{EB980DFE-903C-4E00-9F2B-A66162A7A334}" srcOrd="4" destOrd="0" presId="urn:microsoft.com/office/officeart/2008/layout/PictureAccentList"/>
    <dgm:cxn modelId="{5976A766-0424-47DA-A04D-20A181E0DFA2}" type="presParOf" srcId="{EB980DFE-903C-4E00-9F2B-A66162A7A334}" destId="{E050190B-98CC-46A6-BF44-5A0777207822}" srcOrd="0" destOrd="0" presId="urn:microsoft.com/office/officeart/2008/layout/PictureAccentList"/>
    <dgm:cxn modelId="{544A86E7-5AB8-4035-94A9-467060C94EB1}" type="presParOf" srcId="{EB980DFE-903C-4E00-9F2B-A66162A7A334}" destId="{8F9F6772-553F-4464-971E-4D6EC3811E40}" srcOrd="1" destOrd="0" presId="urn:microsoft.com/office/officeart/2008/layout/PictureAccentList"/>
    <dgm:cxn modelId="{28E7F425-5932-4B09-8EDB-613DEAB51ACB}" type="presParOf" srcId="{2FE9878E-8CAD-4AB7-89C5-CAE9529326B4}" destId="{DE0C2747-4C6D-4726-94D5-277EBEAEE0BA}" srcOrd="1" destOrd="0" presId="urn:microsoft.com/office/officeart/2008/layout/PictureAccentList"/>
    <dgm:cxn modelId="{2D73CA29-5095-49DC-A1AD-1A3D40A1B614}" type="presParOf" srcId="{DE0C2747-4C6D-4726-94D5-277EBEAEE0BA}" destId="{3139C078-D01C-4E38-9829-DAF6FBC7B06B}" srcOrd="0" destOrd="0" presId="urn:microsoft.com/office/officeart/2008/layout/PictureAccentList"/>
    <dgm:cxn modelId="{A784AD86-149B-4C36-82B5-AF6B99E0D36B}" type="presParOf" srcId="{3139C078-D01C-4E38-9829-DAF6FBC7B06B}" destId="{A724DE05-5801-48B6-B620-AD479B725240}" srcOrd="0" destOrd="0" presId="urn:microsoft.com/office/officeart/2008/layout/PictureAccentList"/>
    <dgm:cxn modelId="{49F4AC2A-BF42-4647-BAF7-D9D340239A70}" type="presParOf" srcId="{DE0C2747-4C6D-4726-94D5-277EBEAEE0BA}" destId="{5711A8AF-7FEE-45AC-BC7F-423D9F2B05E2}" srcOrd="1" destOrd="0" presId="urn:microsoft.com/office/officeart/2008/layout/PictureAccentList"/>
    <dgm:cxn modelId="{14E15D3D-40F1-4C7A-9E0D-9F01F5CE151E}" type="presParOf" srcId="{5711A8AF-7FEE-45AC-BC7F-423D9F2B05E2}" destId="{F6299DF4-01F2-45FB-830B-843E2DB91664}" srcOrd="0" destOrd="0" presId="urn:microsoft.com/office/officeart/2008/layout/PictureAccentList"/>
    <dgm:cxn modelId="{EC79BA45-D466-4C19-A754-867DA59A6F33}" type="presParOf" srcId="{F6299DF4-01F2-45FB-830B-843E2DB91664}" destId="{497DCF19-8D53-422B-922F-049BEE4D63EB}" srcOrd="0" destOrd="0" presId="urn:microsoft.com/office/officeart/2008/layout/PictureAccentList"/>
    <dgm:cxn modelId="{5F50FE83-AB4D-4816-8DAD-9782AAA4617D}" type="presParOf" srcId="{F6299DF4-01F2-45FB-830B-843E2DB91664}" destId="{03F550E2-AF53-4F0D-97D6-0CB4FB98BD14}" srcOrd="1" destOrd="0" presId="urn:microsoft.com/office/officeart/2008/layout/PictureAccentList"/>
    <dgm:cxn modelId="{1D9AB58E-4E9E-433E-B73B-88F52D0A7A17}" type="presParOf" srcId="{5711A8AF-7FEE-45AC-BC7F-423D9F2B05E2}" destId="{849CB70B-3AEA-4887-B796-7846A06D2D46}" srcOrd="1" destOrd="0" presId="urn:microsoft.com/office/officeart/2008/layout/PictureAccentList"/>
    <dgm:cxn modelId="{03DA50E1-A836-4279-86FF-89798A434AF7}" type="presParOf" srcId="{849CB70B-3AEA-4887-B796-7846A06D2D46}" destId="{A913864A-4C21-4370-8497-A818BD170A8C}" srcOrd="0" destOrd="0" presId="urn:microsoft.com/office/officeart/2008/layout/PictureAccentList"/>
    <dgm:cxn modelId="{D1E09C8A-C269-4DB0-9328-8F2E66943731}" type="presParOf" srcId="{849CB70B-3AEA-4887-B796-7846A06D2D46}" destId="{C93C715B-3942-405E-9B40-48EE24955C90}" srcOrd="1" destOrd="0" presId="urn:microsoft.com/office/officeart/2008/layout/PictureAccentList"/>
    <dgm:cxn modelId="{4E7ECC4F-BAE0-494F-9409-63810E297DCD}" type="presParOf" srcId="{5711A8AF-7FEE-45AC-BC7F-423D9F2B05E2}" destId="{A907EC29-A9BF-4C5E-AC10-E5175552A615}" srcOrd="2" destOrd="0" presId="urn:microsoft.com/office/officeart/2008/layout/PictureAccentList"/>
    <dgm:cxn modelId="{DA101FAB-B960-4510-9B2A-C0C9429C50BE}" type="presParOf" srcId="{A907EC29-A9BF-4C5E-AC10-E5175552A615}" destId="{5FBD51F4-9665-4409-BB24-104F93CC76F4}" srcOrd="0" destOrd="0" presId="urn:microsoft.com/office/officeart/2008/layout/PictureAccentList"/>
    <dgm:cxn modelId="{A5CCCEB6-2120-485A-B997-CAA4919C525F}" type="presParOf" srcId="{A907EC29-A9BF-4C5E-AC10-E5175552A615}" destId="{A130DA05-85B9-4111-AE25-F10BEDD17D53}" srcOrd="1" destOrd="0" presId="urn:microsoft.com/office/officeart/2008/layout/PictureAccentList"/>
    <dgm:cxn modelId="{6D18C541-B4E5-4A74-B150-8B4CAC085BE7}" type="presParOf" srcId="{5711A8AF-7FEE-45AC-BC7F-423D9F2B05E2}" destId="{96789FD7-2A79-4D2F-849A-973A80B346E1}" srcOrd="3" destOrd="0" presId="urn:microsoft.com/office/officeart/2008/layout/PictureAccentList"/>
    <dgm:cxn modelId="{84EBBA6A-AD83-48C7-990C-3D040CA8913B}" type="presParOf" srcId="{96789FD7-2A79-4D2F-849A-973A80B346E1}" destId="{CFAB9D68-0FFD-4703-8B03-C95501F159AE}" srcOrd="0" destOrd="0" presId="urn:microsoft.com/office/officeart/2008/layout/PictureAccentList"/>
    <dgm:cxn modelId="{87030B0D-B847-4F97-AC86-BCB17A09F575}" type="presParOf" srcId="{96789FD7-2A79-4D2F-849A-973A80B346E1}" destId="{4CC93FDD-C574-4EE8-B98A-6203A9F1C55C}" srcOrd="1" destOrd="0" presId="urn:microsoft.com/office/officeart/2008/layout/PictureAccentList"/>
    <dgm:cxn modelId="{FBE7E623-8564-4C93-8BBF-B0981F17068C}" type="presParOf" srcId="{5711A8AF-7FEE-45AC-BC7F-423D9F2B05E2}" destId="{EF521CCC-450A-4AB4-8FEC-1C738C732350}" srcOrd="4" destOrd="0" presId="urn:microsoft.com/office/officeart/2008/layout/PictureAccentList"/>
    <dgm:cxn modelId="{3DA328CC-32F4-4D44-B01D-591B97CDF530}" type="presParOf" srcId="{EF521CCC-450A-4AB4-8FEC-1C738C732350}" destId="{50A16B23-398D-42A3-A812-C0B022B6E6FF}" srcOrd="0" destOrd="0" presId="urn:microsoft.com/office/officeart/2008/layout/PictureAccentList"/>
    <dgm:cxn modelId="{D17AEE2C-5333-4917-8EF5-AB5B7A4B1A84}" type="presParOf" srcId="{EF521CCC-450A-4AB4-8FEC-1C738C732350}" destId="{CE4BC17D-3F94-4113-A212-9BF8D6AA416C}" srcOrd="1" destOrd="0" presId="urn:microsoft.com/office/officeart/2008/layout/PictureAccentList"/>
    <dgm:cxn modelId="{8CE412E0-2592-4374-A4BC-C42C1E01F616}" type="presParOf" srcId="{5711A8AF-7FEE-45AC-BC7F-423D9F2B05E2}" destId="{3BF34300-69B6-400C-A248-AECE1F7BB955}" srcOrd="5" destOrd="0" presId="urn:microsoft.com/office/officeart/2008/layout/PictureAccentList"/>
    <dgm:cxn modelId="{47A7D002-669E-4AD7-AE07-426313F89EBD}" type="presParOf" srcId="{3BF34300-69B6-400C-A248-AECE1F7BB955}" destId="{FFC86059-D624-40FC-9764-7169490CE198}" srcOrd="0" destOrd="0" presId="urn:microsoft.com/office/officeart/2008/layout/PictureAccentList"/>
    <dgm:cxn modelId="{672FDB3A-C179-4167-AF02-066B77E99950}" type="presParOf" srcId="{3BF34300-69B6-400C-A248-AECE1F7BB955}" destId="{D355510D-29A6-4A95-A7C6-259A149A787E}" srcOrd="1" destOrd="0" presId="urn:microsoft.com/office/officeart/2008/layout/PictureAccentList"/>
    <dgm:cxn modelId="{9BCD137E-6AE0-4707-AD9C-394D89BAADF8}" type="presParOf" srcId="{5711A8AF-7FEE-45AC-BC7F-423D9F2B05E2}" destId="{96341ECF-DE80-47AD-9DE4-56084ED700E2}" srcOrd="6" destOrd="0" presId="urn:microsoft.com/office/officeart/2008/layout/PictureAccentList"/>
    <dgm:cxn modelId="{0B3FA3B4-A29C-4CF6-8BCA-8833BB4C27C7}" type="presParOf" srcId="{96341ECF-DE80-47AD-9DE4-56084ED700E2}" destId="{D504AA15-27E5-41D8-8629-A6ECB151CDB0}" srcOrd="0" destOrd="0" presId="urn:microsoft.com/office/officeart/2008/layout/PictureAccentList"/>
    <dgm:cxn modelId="{FE459742-7B8C-4F80-BAC1-580F2D79B9AD}" type="presParOf" srcId="{96341ECF-DE80-47AD-9DE4-56084ED700E2}" destId="{90042E1F-45D6-4DE1-BD0B-45E38C20E5C9}" srcOrd="1" destOrd="0" presId="urn:microsoft.com/office/officeart/2008/layout/PictureAccentList"/>
    <dgm:cxn modelId="{40CFDEAA-CAD3-4223-8144-A83F1173A078}" type="presParOf" srcId="{2FE9878E-8CAD-4AB7-89C5-CAE9529326B4}" destId="{5AF9AABC-D353-48D7-9E45-08643319AD10}" srcOrd="2" destOrd="0" presId="urn:microsoft.com/office/officeart/2008/layout/PictureAccentList"/>
    <dgm:cxn modelId="{9943EE98-E2F3-41A6-840C-4B16A31F8200}" type="presParOf" srcId="{5AF9AABC-D353-48D7-9E45-08643319AD10}" destId="{FC8FD02C-327F-447B-97E9-E7115835C1C5}" srcOrd="0" destOrd="0" presId="urn:microsoft.com/office/officeart/2008/layout/PictureAccentList"/>
    <dgm:cxn modelId="{EE7A7271-74D7-43F9-8EA7-B27DE9ECBE79}" type="presParOf" srcId="{FC8FD02C-327F-447B-97E9-E7115835C1C5}" destId="{4D3154D6-B60F-4022-9AFC-B9D0CC58C21F}" srcOrd="0" destOrd="0" presId="urn:microsoft.com/office/officeart/2008/layout/PictureAccentList"/>
    <dgm:cxn modelId="{64D4A692-F6A8-4BC8-9D51-CDF827754DA5}" type="presParOf" srcId="{5AF9AABC-D353-48D7-9E45-08643319AD10}" destId="{122E4907-328A-460C-8691-1E043BEA7461}" srcOrd="1" destOrd="0" presId="urn:microsoft.com/office/officeart/2008/layout/PictureAccentList"/>
    <dgm:cxn modelId="{4AB6C665-966B-4B2B-BE1B-6A8F9A9B590A}" type="presParOf" srcId="{122E4907-328A-460C-8691-1E043BEA7461}" destId="{DD2D93A5-F865-4BB8-A4FB-DD55A81B67D7}" srcOrd="0" destOrd="0" presId="urn:microsoft.com/office/officeart/2008/layout/PictureAccentList"/>
    <dgm:cxn modelId="{78CE78FB-110C-48B3-A140-340253DBA401}" type="presParOf" srcId="{DD2D93A5-F865-4BB8-A4FB-DD55A81B67D7}" destId="{B9B055B9-C3CD-48B7-B982-D475ACFCD0E7}" srcOrd="0" destOrd="0" presId="urn:microsoft.com/office/officeart/2008/layout/PictureAccentList"/>
    <dgm:cxn modelId="{382C2A7D-525C-41DC-A5B7-20E50F37BEF4}" type="presParOf" srcId="{DD2D93A5-F865-4BB8-A4FB-DD55A81B67D7}" destId="{70DF5B22-9739-4875-8F2A-14FA0D289BE9}" srcOrd="1" destOrd="0" presId="urn:microsoft.com/office/officeart/2008/layout/PictureAccentList"/>
    <dgm:cxn modelId="{4BA2C480-A54B-46E6-A47D-14DA57773A31}" type="presParOf" srcId="{122E4907-328A-460C-8691-1E043BEA7461}" destId="{342E0E7B-0EBB-4CBF-9565-45BC6CB0BA48}" srcOrd="1" destOrd="0" presId="urn:microsoft.com/office/officeart/2008/layout/PictureAccentList"/>
    <dgm:cxn modelId="{1D9FA002-6DA0-4EBD-B7D7-B923B8519624}" type="presParOf" srcId="{342E0E7B-0EBB-4CBF-9565-45BC6CB0BA48}" destId="{5D5442EE-7BC0-45BF-BF5D-9AE81721EA0F}" srcOrd="0" destOrd="0" presId="urn:microsoft.com/office/officeart/2008/layout/PictureAccentList"/>
    <dgm:cxn modelId="{A8BB57B2-F49F-4945-8DE0-39E1C4787C08}" type="presParOf" srcId="{342E0E7B-0EBB-4CBF-9565-45BC6CB0BA48}" destId="{FA6FB898-050E-4138-B88D-B75B5CEB2255}" srcOrd="1" destOrd="0" presId="urn:microsoft.com/office/officeart/2008/layout/PictureAccentList"/>
    <dgm:cxn modelId="{1F380E5C-BF96-425E-89B1-304C5DE56341}" type="presParOf" srcId="{122E4907-328A-460C-8691-1E043BEA7461}" destId="{CDDFDCEA-EA74-40B7-9868-D8EAB8D60DD7}" srcOrd="2" destOrd="0" presId="urn:microsoft.com/office/officeart/2008/layout/PictureAccentList"/>
    <dgm:cxn modelId="{3104240A-1320-4AE5-8898-8781E5C04EB4}" type="presParOf" srcId="{CDDFDCEA-EA74-40B7-9868-D8EAB8D60DD7}" destId="{88D5AF92-C238-42D8-8770-67DBBF923132}" srcOrd="0" destOrd="0" presId="urn:microsoft.com/office/officeart/2008/layout/PictureAccentList"/>
    <dgm:cxn modelId="{E6E8134D-3ED3-40F4-8295-F21EDB30CF29}" type="presParOf" srcId="{CDDFDCEA-EA74-40B7-9868-D8EAB8D60DD7}" destId="{1AF425D0-DE52-4B8D-AC4F-9BE04CC87064}" srcOrd="1" destOrd="0" presId="urn:microsoft.com/office/officeart/2008/layout/PictureAccentList"/>
    <dgm:cxn modelId="{DB163AAB-A9A1-4201-9023-D3178BBBDB7C}" type="presParOf" srcId="{122E4907-328A-460C-8691-1E043BEA7461}" destId="{D5A2801D-5768-4E7A-BB04-96225913265D}" srcOrd="3" destOrd="0" presId="urn:microsoft.com/office/officeart/2008/layout/PictureAccentList"/>
    <dgm:cxn modelId="{81684137-D76C-4F86-A57C-51B9F4416C0B}" type="presParOf" srcId="{D5A2801D-5768-4E7A-BB04-96225913265D}" destId="{9C39108E-435B-4162-8581-48791C073AA9}" srcOrd="0" destOrd="0" presId="urn:microsoft.com/office/officeart/2008/layout/PictureAccentList"/>
    <dgm:cxn modelId="{B586E960-6880-4298-9726-48A9D89E3A3B}" type="presParOf" srcId="{D5A2801D-5768-4E7A-BB04-96225913265D}" destId="{BF4CC417-1186-4230-AD5B-6D91D113EF0C}" srcOrd="1" destOrd="0" presId="urn:microsoft.com/office/officeart/2008/layout/PictureAccentList"/>
    <dgm:cxn modelId="{64ACD2D8-7B6A-4B9E-9BC9-C4FEA5873A83}" type="presParOf" srcId="{122E4907-328A-460C-8691-1E043BEA7461}" destId="{CA67950C-6F0F-444C-AB60-7578C338503A}" srcOrd="4" destOrd="0" presId="urn:microsoft.com/office/officeart/2008/layout/PictureAccentList"/>
    <dgm:cxn modelId="{75108826-A99E-4E86-A017-0D9EC9CD234C}" type="presParOf" srcId="{CA67950C-6F0F-444C-AB60-7578C338503A}" destId="{3B215195-5F87-4FEF-BD94-13AA26E875F2}" srcOrd="0" destOrd="0" presId="urn:microsoft.com/office/officeart/2008/layout/PictureAccentList"/>
    <dgm:cxn modelId="{ED9B689B-E119-406A-9511-67A564C79D47}" type="presParOf" srcId="{CA67950C-6F0F-444C-AB60-7578C338503A}" destId="{0DB3C14E-245F-4F4B-A0DE-399F2F631D0F}" srcOrd="1" destOrd="0" presId="urn:microsoft.com/office/officeart/2008/layout/PictureAccentList"/>
    <dgm:cxn modelId="{BCFCF1A8-927F-434D-A29D-A33E502BF71B}" type="presParOf" srcId="{122E4907-328A-460C-8691-1E043BEA7461}" destId="{E36936B9-EB40-4FFB-AA2F-92BAD93DA57A}" srcOrd="5" destOrd="0" presId="urn:microsoft.com/office/officeart/2008/layout/PictureAccentList"/>
    <dgm:cxn modelId="{8C564568-89AE-4A46-8D70-C1E1BBEF7E3B}" type="presParOf" srcId="{E36936B9-EB40-4FFB-AA2F-92BAD93DA57A}" destId="{E100C3B7-2558-4803-9D91-8B820ED963D1}" srcOrd="0" destOrd="0" presId="urn:microsoft.com/office/officeart/2008/layout/PictureAccentList"/>
    <dgm:cxn modelId="{7ADBFC1B-994D-4522-873C-62346BB2C700}" type="presParOf" srcId="{E36936B9-EB40-4FFB-AA2F-92BAD93DA57A}" destId="{457638FC-A3FB-4A3D-88A3-C0CDD0967E72}" srcOrd="1" destOrd="0" presId="urn:microsoft.com/office/officeart/2008/layout/PictureAccentList"/>
    <dgm:cxn modelId="{4043170D-DE87-4456-AE82-FD371DAF6B32}" type="presParOf" srcId="{122E4907-328A-460C-8691-1E043BEA7461}" destId="{58923C34-47A6-42CE-B8BF-D4EB3D5C10AD}" srcOrd="6" destOrd="0" presId="urn:microsoft.com/office/officeart/2008/layout/PictureAccentList"/>
    <dgm:cxn modelId="{442A1B71-BCFA-47DC-B1EF-8D2FE1A72B9F}" type="presParOf" srcId="{58923C34-47A6-42CE-B8BF-D4EB3D5C10AD}" destId="{A34491CD-89CF-497C-82D5-2DD271105377}" srcOrd="0" destOrd="0" presId="urn:microsoft.com/office/officeart/2008/layout/PictureAccentList"/>
    <dgm:cxn modelId="{17C38539-3630-4A84-8E3A-0BE81DCDCCEB}" type="presParOf" srcId="{58923C34-47A6-42CE-B8BF-D4EB3D5C10AD}" destId="{448DA641-69E2-4809-A5D5-A91757C8D4FA}" srcOrd="1" destOrd="0" presId="urn:microsoft.com/office/officeart/2008/layout/PictureAccentList"/>
    <dgm:cxn modelId="{8D4379FA-D3D6-4C54-9F1A-C73CF45EFECE}" type="presParOf" srcId="{122E4907-328A-460C-8691-1E043BEA7461}" destId="{610581AC-44C8-42AF-ABDD-AF56C61A0A20}" srcOrd="7" destOrd="0" presId="urn:microsoft.com/office/officeart/2008/layout/PictureAccentList"/>
    <dgm:cxn modelId="{9E46678F-B1E6-440C-BFB7-BB8E690B79F9}" type="presParOf" srcId="{610581AC-44C8-42AF-ABDD-AF56C61A0A20}" destId="{3F4B38C7-0136-419B-B716-232B61B33FCB}" srcOrd="0" destOrd="0" presId="urn:microsoft.com/office/officeart/2008/layout/PictureAccentList"/>
    <dgm:cxn modelId="{5C292808-D0FA-43FD-8495-3ACE57B6F5AB}" type="presParOf" srcId="{610581AC-44C8-42AF-ABDD-AF56C61A0A20}" destId="{3D2A943A-717C-4943-BB94-BA88234539BB}" srcOrd="1" destOrd="0" presId="urn:microsoft.com/office/officeart/2008/layout/PictureAccentList"/>
    <dgm:cxn modelId="{3D9A6DD1-5C71-4DCF-B4BE-CF0C1C3E054C}" type="presParOf" srcId="{122E4907-328A-460C-8691-1E043BEA7461}" destId="{141930BC-2FB1-44E0-B21E-0378B677A75E}" srcOrd="8" destOrd="0" presId="urn:microsoft.com/office/officeart/2008/layout/PictureAccentList"/>
    <dgm:cxn modelId="{945925A4-BDA6-4228-B857-BACF98D545FC}" type="presParOf" srcId="{141930BC-2FB1-44E0-B21E-0378B677A75E}" destId="{A6ABA017-0D10-44C5-BCEE-CD0DF141B535}" srcOrd="0" destOrd="0" presId="urn:microsoft.com/office/officeart/2008/layout/PictureAccentList"/>
    <dgm:cxn modelId="{F2D24863-3271-47F9-95B5-BB0176256D39}" type="presParOf" srcId="{141930BC-2FB1-44E0-B21E-0378B677A75E}" destId="{54FE1128-ED55-446C-BE19-3C8A7A92491F}" srcOrd="1" destOrd="0" presId="urn:microsoft.com/office/officeart/2008/layout/PictureAccentList"/>
    <dgm:cxn modelId="{0650F511-A6F0-4135-AF39-6824800B9649}" type="presParOf" srcId="{122E4907-328A-460C-8691-1E043BEA7461}" destId="{BD357CA2-B460-4713-96EC-BC9C6BB90150}" srcOrd="9" destOrd="0" presId="urn:microsoft.com/office/officeart/2008/layout/PictureAccentList"/>
    <dgm:cxn modelId="{A6F0D8AF-1DA7-4ABE-BC31-1B93EB88F8DF}" type="presParOf" srcId="{BD357CA2-B460-4713-96EC-BC9C6BB90150}" destId="{6AD8CABF-9F91-442C-87AD-408B65C5EF05}" srcOrd="0" destOrd="0" presId="urn:microsoft.com/office/officeart/2008/layout/PictureAccentList"/>
    <dgm:cxn modelId="{1B514158-862A-46AB-91E9-4D1FC378EAF7}" type="presParOf" srcId="{BD357CA2-B460-4713-96EC-BC9C6BB90150}" destId="{376DA73C-3FD8-486A-9E82-DB3EEDBC6509}" srcOrd="1" destOrd="0" presId="urn:microsoft.com/office/officeart/2008/layout/PictureAccentList"/>
    <dgm:cxn modelId="{C57623FD-2F3E-4851-BC91-4C183D482337}" type="presParOf" srcId="{122E4907-328A-460C-8691-1E043BEA7461}" destId="{8F9B82AB-35AD-418C-B4FA-98DD2645CE60}" srcOrd="10" destOrd="0" presId="urn:microsoft.com/office/officeart/2008/layout/PictureAccentList"/>
    <dgm:cxn modelId="{D4DCA9BA-F3F7-4622-8C41-0184A74EFB16}" type="presParOf" srcId="{8F9B82AB-35AD-418C-B4FA-98DD2645CE60}" destId="{D01E2590-24C4-4460-B40B-73221582E909}" srcOrd="0" destOrd="0" presId="urn:microsoft.com/office/officeart/2008/layout/PictureAccentList"/>
    <dgm:cxn modelId="{897BFAA6-412C-4A84-8DA9-D06157B70620}" type="presParOf" srcId="{8F9B82AB-35AD-418C-B4FA-98DD2645CE60}" destId="{A9AE038C-6B1B-4DF3-9D08-E54B336EF153}" srcOrd="1" destOrd="0" presId="urn:microsoft.com/office/officeart/2008/layout/PictureAccen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3576BE3-C82C-4E04-84B7-A5CB35DCDAE1}" type="doc">
      <dgm:prSet loTypeId="urn:microsoft.com/office/officeart/2005/8/layout/default" loCatId="list" qsTypeId="urn:microsoft.com/office/officeart/2005/8/quickstyle/simple4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BC208AEE-D909-4249-B53E-1F9DFEEF26DC}">
      <dgm:prSet/>
      <dgm:spPr/>
      <dgm:t>
        <a:bodyPr/>
        <a:lstStyle/>
        <a:p>
          <a:r>
            <a:rPr lang="en-US" b="0" i="0"/>
            <a:t>Class</a:t>
          </a:r>
          <a:endParaRPr lang="en-US"/>
        </a:p>
      </dgm:t>
    </dgm:pt>
    <dgm:pt modelId="{67544F14-4343-400E-B581-072F70CA7AEC}" type="parTrans" cxnId="{1E47FB75-FC38-447A-81D3-53CAC5991329}">
      <dgm:prSet/>
      <dgm:spPr/>
      <dgm:t>
        <a:bodyPr/>
        <a:lstStyle/>
        <a:p>
          <a:endParaRPr lang="en-US"/>
        </a:p>
      </dgm:t>
    </dgm:pt>
    <dgm:pt modelId="{578AE998-7AA6-4387-B51B-3FEA74F8A6B2}" type="sibTrans" cxnId="{1E47FB75-FC38-447A-81D3-53CAC5991329}">
      <dgm:prSet/>
      <dgm:spPr/>
      <dgm:t>
        <a:bodyPr/>
        <a:lstStyle/>
        <a:p>
          <a:endParaRPr lang="en-US"/>
        </a:p>
      </dgm:t>
    </dgm:pt>
    <dgm:pt modelId="{8F936286-E319-415F-A664-608CA92BFD1C}">
      <dgm:prSet/>
      <dgm:spPr/>
      <dgm:t>
        <a:bodyPr/>
        <a:lstStyle/>
        <a:p>
          <a:r>
            <a:rPr lang="en-US" b="0" i="0"/>
            <a:t>Object</a:t>
          </a:r>
          <a:endParaRPr lang="en-US"/>
        </a:p>
      </dgm:t>
    </dgm:pt>
    <dgm:pt modelId="{EA565243-0B6C-43D6-BC49-E71C78BF73C0}" type="parTrans" cxnId="{B6E412AB-5553-48F3-B494-231EE75902CE}">
      <dgm:prSet/>
      <dgm:spPr/>
      <dgm:t>
        <a:bodyPr/>
        <a:lstStyle/>
        <a:p>
          <a:endParaRPr lang="en-US"/>
        </a:p>
      </dgm:t>
    </dgm:pt>
    <dgm:pt modelId="{1811F103-2388-46ED-8DB0-44A7234F0B88}" type="sibTrans" cxnId="{B6E412AB-5553-48F3-B494-231EE75902CE}">
      <dgm:prSet/>
      <dgm:spPr/>
      <dgm:t>
        <a:bodyPr/>
        <a:lstStyle/>
        <a:p>
          <a:endParaRPr lang="en-US"/>
        </a:p>
      </dgm:t>
    </dgm:pt>
    <dgm:pt modelId="{B4B71382-58E4-4416-868F-68653052E429}">
      <dgm:prSet/>
      <dgm:spPr/>
      <dgm:t>
        <a:bodyPr/>
        <a:lstStyle/>
        <a:p>
          <a:r>
            <a:rPr lang="en-US" b="0" i="0"/>
            <a:t>Constructors</a:t>
          </a:r>
          <a:endParaRPr lang="en-US"/>
        </a:p>
      </dgm:t>
    </dgm:pt>
    <dgm:pt modelId="{8457F895-1A9F-4F04-BF1F-2DE51C3725C3}" type="parTrans" cxnId="{B48207B0-69E2-4169-9675-9CA629C7C937}">
      <dgm:prSet/>
      <dgm:spPr/>
      <dgm:t>
        <a:bodyPr/>
        <a:lstStyle/>
        <a:p>
          <a:endParaRPr lang="en-US"/>
        </a:p>
      </dgm:t>
    </dgm:pt>
    <dgm:pt modelId="{5E436325-DC4C-4A91-B547-B78DF1245A1C}" type="sibTrans" cxnId="{B48207B0-69E2-4169-9675-9CA629C7C937}">
      <dgm:prSet/>
      <dgm:spPr/>
      <dgm:t>
        <a:bodyPr/>
        <a:lstStyle/>
        <a:p>
          <a:endParaRPr lang="en-US"/>
        </a:p>
      </dgm:t>
    </dgm:pt>
    <dgm:pt modelId="{4D1B438F-6EDF-4059-A944-59E81C74AF7B}">
      <dgm:prSet/>
      <dgm:spPr/>
      <dgm:t>
        <a:bodyPr/>
        <a:lstStyle/>
        <a:p>
          <a:r>
            <a:rPr lang="en-US" b="0" i="0"/>
            <a:t>Inheritance</a:t>
          </a:r>
          <a:endParaRPr lang="en-US"/>
        </a:p>
      </dgm:t>
    </dgm:pt>
    <dgm:pt modelId="{8D100B5A-A65A-4D23-A92E-AF98020741A4}" type="parTrans" cxnId="{0F4B0139-8DDA-48B5-AAD0-3003FADA808B}">
      <dgm:prSet/>
      <dgm:spPr/>
      <dgm:t>
        <a:bodyPr/>
        <a:lstStyle/>
        <a:p>
          <a:endParaRPr lang="en-US"/>
        </a:p>
      </dgm:t>
    </dgm:pt>
    <dgm:pt modelId="{FF2A5D74-1A7E-417E-AC31-18E07AD538EE}" type="sibTrans" cxnId="{0F4B0139-8DDA-48B5-AAD0-3003FADA808B}">
      <dgm:prSet/>
      <dgm:spPr/>
      <dgm:t>
        <a:bodyPr/>
        <a:lstStyle/>
        <a:p>
          <a:endParaRPr lang="en-US"/>
        </a:p>
      </dgm:t>
    </dgm:pt>
    <dgm:pt modelId="{23391F24-BC98-420F-8F8A-DDCD5E5333AF}">
      <dgm:prSet/>
      <dgm:spPr/>
      <dgm:t>
        <a:bodyPr/>
        <a:lstStyle/>
        <a:p>
          <a:r>
            <a:rPr lang="en-US" b="0" i="0"/>
            <a:t>Method Overriding</a:t>
          </a:r>
          <a:endParaRPr lang="en-US"/>
        </a:p>
      </dgm:t>
    </dgm:pt>
    <dgm:pt modelId="{96A43831-CAD8-4563-BE09-12D5BEA024D3}" type="parTrans" cxnId="{EC583614-70CC-4781-897D-FB93AC9AE824}">
      <dgm:prSet/>
      <dgm:spPr/>
      <dgm:t>
        <a:bodyPr/>
        <a:lstStyle/>
        <a:p>
          <a:endParaRPr lang="en-US"/>
        </a:p>
      </dgm:t>
    </dgm:pt>
    <dgm:pt modelId="{AA67026B-14C8-4096-8341-ED3B5C9EA5E1}" type="sibTrans" cxnId="{EC583614-70CC-4781-897D-FB93AC9AE824}">
      <dgm:prSet/>
      <dgm:spPr/>
      <dgm:t>
        <a:bodyPr/>
        <a:lstStyle/>
        <a:p>
          <a:endParaRPr lang="en-US"/>
        </a:p>
      </dgm:t>
    </dgm:pt>
    <dgm:pt modelId="{7242E432-94C3-4B63-B5C3-B8849C74192F}">
      <dgm:prSet custT="1"/>
      <dgm:spPr>
        <a:gradFill rotWithShape="0">
          <a:gsLst>
            <a:gs pos="0">
              <a:srgbClr val="21212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rgbClr>
            </a:gs>
            <a:gs pos="100000">
              <a:srgbClr val="21212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gm:spPr>
      <dgm:t>
        <a:bodyPr spcFirstLastPara="0" vert="horz" wrap="square" lIns="68580" tIns="68580" rIns="68580" bIns="6858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>
              <a:solidFill>
                <a:srgbClr val="FFFFFF"/>
              </a:solidFill>
              <a:latin typeface="Arial"/>
              <a:ea typeface="+mn-ea"/>
              <a:cs typeface="+mn-cs"/>
            </a:rPr>
            <a:t>Encapsulation</a:t>
          </a:r>
        </a:p>
      </dgm:t>
    </dgm:pt>
    <dgm:pt modelId="{103C9E24-5F1C-4A64-B0AD-D5EB288E28D2}" type="parTrans" cxnId="{9F6C373E-58ED-4251-BDE2-D561E3BFA6D4}">
      <dgm:prSet/>
      <dgm:spPr/>
      <dgm:t>
        <a:bodyPr/>
        <a:lstStyle/>
        <a:p>
          <a:endParaRPr lang="en-US"/>
        </a:p>
      </dgm:t>
    </dgm:pt>
    <dgm:pt modelId="{4B66E171-743C-4600-8177-5439A4064CF9}" type="sibTrans" cxnId="{9F6C373E-58ED-4251-BDE2-D561E3BFA6D4}">
      <dgm:prSet/>
      <dgm:spPr/>
      <dgm:t>
        <a:bodyPr/>
        <a:lstStyle/>
        <a:p>
          <a:endParaRPr lang="en-US"/>
        </a:p>
      </dgm:t>
    </dgm:pt>
    <dgm:pt modelId="{E21AC82F-1B08-4630-9571-E3809975274B}">
      <dgm:prSet custT="1"/>
      <dgm:spPr>
        <a:gradFill rotWithShape="0">
          <a:gsLst>
            <a:gs pos="0">
              <a:srgbClr val="21212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rgbClr>
            </a:gs>
            <a:gs pos="100000">
              <a:srgbClr val="21212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gm:spPr>
      <dgm:t>
        <a:bodyPr spcFirstLastPara="0" vert="horz" wrap="square" lIns="68580" tIns="68580" rIns="68580" bIns="6858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>
              <a:solidFill>
                <a:srgbClr val="FFFFFF"/>
              </a:solidFill>
              <a:latin typeface="Arial"/>
              <a:ea typeface="+mn-ea"/>
              <a:cs typeface="+mn-cs"/>
            </a:rPr>
            <a:t>Interfaces</a:t>
          </a:r>
        </a:p>
      </dgm:t>
    </dgm:pt>
    <dgm:pt modelId="{0D883B75-5F86-45A8-BE35-1CAFB1500B1E}" type="parTrans" cxnId="{0F5B3026-CC8F-42F2-B272-32572566BF3C}">
      <dgm:prSet/>
      <dgm:spPr/>
      <dgm:t>
        <a:bodyPr/>
        <a:lstStyle/>
        <a:p>
          <a:endParaRPr lang="en-US"/>
        </a:p>
      </dgm:t>
    </dgm:pt>
    <dgm:pt modelId="{4E5D38AD-412B-4B3C-A83E-D2A603DE3120}" type="sibTrans" cxnId="{0F5B3026-CC8F-42F2-B272-32572566BF3C}">
      <dgm:prSet/>
      <dgm:spPr/>
      <dgm:t>
        <a:bodyPr/>
        <a:lstStyle/>
        <a:p>
          <a:endParaRPr lang="en-US"/>
        </a:p>
      </dgm:t>
    </dgm:pt>
    <dgm:pt modelId="{0FED0885-C780-4906-A0EE-5FA487FE8329}">
      <dgm:prSet/>
      <dgm:spPr/>
      <dgm:t>
        <a:bodyPr/>
        <a:lstStyle/>
        <a:p>
          <a:r>
            <a:rPr lang="en-US" b="0" i="0"/>
            <a:t>Abstractions</a:t>
          </a:r>
          <a:endParaRPr lang="en-US"/>
        </a:p>
      </dgm:t>
    </dgm:pt>
    <dgm:pt modelId="{BE30C400-6413-4CB7-AD3F-4B945FEDE0F8}" type="parTrans" cxnId="{31CD879F-C27D-4861-801F-9D044E992E46}">
      <dgm:prSet/>
      <dgm:spPr/>
      <dgm:t>
        <a:bodyPr/>
        <a:lstStyle/>
        <a:p>
          <a:endParaRPr lang="en-US"/>
        </a:p>
      </dgm:t>
    </dgm:pt>
    <dgm:pt modelId="{1483EC2B-C23F-4EE1-B9E2-C61F7C683C73}" type="sibTrans" cxnId="{31CD879F-C27D-4861-801F-9D044E992E46}">
      <dgm:prSet/>
      <dgm:spPr/>
      <dgm:t>
        <a:bodyPr/>
        <a:lstStyle/>
        <a:p>
          <a:endParaRPr lang="en-US"/>
        </a:p>
      </dgm:t>
    </dgm:pt>
    <dgm:pt modelId="{2F65EA6F-79CE-416A-A066-ECD3526E85BA}">
      <dgm:prSet/>
      <dgm:spPr/>
      <dgm:t>
        <a:bodyPr/>
        <a:lstStyle/>
        <a:p>
          <a:r>
            <a:rPr lang="en-US" b="0" i="0"/>
            <a:t>Polymorphism</a:t>
          </a:r>
          <a:endParaRPr lang="en-US"/>
        </a:p>
      </dgm:t>
    </dgm:pt>
    <dgm:pt modelId="{51576630-CD5A-42E8-81FE-5234F60925EB}" type="parTrans" cxnId="{1CFBF95E-FC64-4861-8836-64A6782782E4}">
      <dgm:prSet/>
      <dgm:spPr/>
      <dgm:t>
        <a:bodyPr/>
        <a:lstStyle/>
        <a:p>
          <a:endParaRPr lang="en-US"/>
        </a:p>
      </dgm:t>
    </dgm:pt>
    <dgm:pt modelId="{818C2637-AF75-4429-8E9C-4F95BE423E38}" type="sibTrans" cxnId="{1CFBF95E-FC64-4861-8836-64A6782782E4}">
      <dgm:prSet/>
      <dgm:spPr/>
      <dgm:t>
        <a:bodyPr/>
        <a:lstStyle/>
        <a:p>
          <a:endParaRPr lang="en-US"/>
        </a:p>
      </dgm:t>
    </dgm:pt>
    <dgm:pt modelId="{68989405-8449-4C74-BE9A-572BC16C06A1}" type="pres">
      <dgm:prSet presAssocID="{03576BE3-C82C-4E04-84B7-A5CB35DCDAE1}" presName="diagram" presStyleCnt="0">
        <dgm:presLayoutVars>
          <dgm:dir/>
          <dgm:resizeHandles val="exact"/>
        </dgm:presLayoutVars>
      </dgm:prSet>
      <dgm:spPr/>
    </dgm:pt>
    <dgm:pt modelId="{70785BD3-16D9-4705-BE35-EF98976227DB}" type="pres">
      <dgm:prSet presAssocID="{BC208AEE-D909-4249-B53E-1F9DFEEF26DC}" presName="node" presStyleLbl="node1" presStyleIdx="0" presStyleCnt="9">
        <dgm:presLayoutVars>
          <dgm:bulletEnabled val="1"/>
        </dgm:presLayoutVars>
      </dgm:prSet>
      <dgm:spPr/>
    </dgm:pt>
    <dgm:pt modelId="{28727574-39A2-4384-A2F9-407DEF952BFC}" type="pres">
      <dgm:prSet presAssocID="{578AE998-7AA6-4387-B51B-3FEA74F8A6B2}" presName="sibTrans" presStyleCnt="0"/>
      <dgm:spPr/>
    </dgm:pt>
    <dgm:pt modelId="{FD48D3B7-C1BE-401E-9B6A-55506963CB1E}" type="pres">
      <dgm:prSet presAssocID="{8F936286-E319-415F-A664-608CA92BFD1C}" presName="node" presStyleLbl="node1" presStyleIdx="1" presStyleCnt="9">
        <dgm:presLayoutVars>
          <dgm:bulletEnabled val="1"/>
        </dgm:presLayoutVars>
      </dgm:prSet>
      <dgm:spPr/>
    </dgm:pt>
    <dgm:pt modelId="{32D7D9AD-0519-4131-8FDE-273BE53ABDB2}" type="pres">
      <dgm:prSet presAssocID="{1811F103-2388-46ED-8DB0-44A7234F0B88}" presName="sibTrans" presStyleCnt="0"/>
      <dgm:spPr/>
    </dgm:pt>
    <dgm:pt modelId="{9A3FD822-16A8-4D54-A470-B2F6C7194E1D}" type="pres">
      <dgm:prSet presAssocID="{B4B71382-58E4-4416-868F-68653052E429}" presName="node" presStyleLbl="node1" presStyleIdx="2" presStyleCnt="9">
        <dgm:presLayoutVars>
          <dgm:bulletEnabled val="1"/>
        </dgm:presLayoutVars>
      </dgm:prSet>
      <dgm:spPr/>
    </dgm:pt>
    <dgm:pt modelId="{DE362C53-8435-496A-BC97-D8EAD0180513}" type="pres">
      <dgm:prSet presAssocID="{5E436325-DC4C-4A91-B547-B78DF1245A1C}" presName="sibTrans" presStyleCnt="0"/>
      <dgm:spPr/>
    </dgm:pt>
    <dgm:pt modelId="{BB92803F-D4C8-4239-9612-D29362550511}" type="pres">
      <dgm:prSet presAssocID="{4D1B438F-6EDF-4059-A944-59E81C74AF7B}" presName="node" presStyleLbl="node1" presStyleIdx="3" presStyleCnt="9">
        <dgm:presLayoutVars>
          <dgm:bulletEnabled val="1"/>
        </dgm:presLayoutVars>
      </dgm:prSet>
      <dgm:spPr/>
    </dgm:pt>
    <dgm:pt modelId="{9B7C1D43-0A8B-4686-87FF-D00840EEB816}" type="pres">
      <dgm:prSet presAssocID="{FF2A5D74-1A7E-417E-AC31-18E07AD538EE}" presName="sibTrans" presStyleCnt="0"/>
      <dgm:spPr/>
    </dgm:pt>
    <dgm:pt modelId="{202CC41C-21A3-4FFE-BE8A-2D77421EB60F}" type="pres">
      <dgm:prSet presAssocID="{23391F24-BC98-420F-8F8A-DDCD5E5333AF}" presName="node" presStyleLbl="node1" presStyleIdx="4" presStyleCnt="9">
        <dgm:presLayoutVars>
          <dgm:bulletEnabled val="1"/>
        </dgm:presLayoutVars>
      </dgm:prSet>
      <dgm:spPr/>
    </dgm:pt>
    <dgm:pt modelId="{EA00E885-B734-4C8C-A95D-31ADBBA76C6F}" type="pres">
      <dgm:prSet presAssocID="{AA67026B-14C8-4096-8341-ED3B5C9EA5E1}" presName="sibTrans" presStyleCnt="0"/>
      <dgm:spPr/>
    </dgm:pt>
    <dgm:pt modelId="{B3D61577-38EF-4E44-86DB-9A83F71150E5}" type="pres">
      <dgm:prSet presAssocID="{7242E432-94C3-4B63-B5C3-B8849C74192F}" presName="node" presStyleLbl="node1" presStyleIdx="5" presStyleCnt="9">
        <dgm:presLayoutVars>
          <dgm:bulletEnabled val="1"/>
        </dgm:presLayoutVars>
      </dgm:prSet>
      <dgm:spPr>
        <a:xfrm>
          <a:off x="2547859" y="1142935"/>
          <a:ext cx="1630896" cy="978537"/>
        </a:xfrm>
        <a:prstGeom prst="rect">
          <a:avLst/>
        </a:prstGeom>
      </dgm:spPr>
    </dgm:pt>
    <dgm:pt modelId="{8753299F-CA97-4723-9A7D-2C71E3D53ECD}" type="pres">
      <dgm:prSet presAssocID="{4B66E171-743C-4600-8177-5439A4064CF9}" presName="sibTrans" presStyleCnt="0"/>
      <dgm:spPr/>
    </dgm:pt>
    <dgm:pt modelId="{60E6A43E-F43B-4AF3-86AB-B40B39BB0DAB}" type="pres">
      <dgm:prSet presAssocID="{E21AC82F-1B08-4630-9571-E3809975274B}" presName="node" presStyleLbl="node1" presStyleIdx="6" presStyleCnt="9">
        <dgm:presLayoutVars>
          <dgm:bulletEnabled val="1"/>
        </dgm:presLayoutVars>
      </dgm:prSet>
      <dgm:spPr>
        <a:xfrm>
          <a:off x="4341844" y="1142935"/>
          <a:ext cx="1630896" cy="978537"/>
        </a:xfrm>
        <a:prstGeom prst="rect">
          <a:avLst/>
        </a:prstGeom>
      </dgm:spPr>
    </dgm:pt>
    <dgm:pt modelId="{11837523-631A-48DA-9B1A-C23FBAD2207B}" type="pres">
      <dgm:prSet presAssocID="{4E5D38AD-412B-4B3C-A83E-D2A603DE3120}" presName="sibTrans" presStyleCnt="0"/>
      <dgm:spPr/>
    </dgm:pt>
    <dgm:pt modelId="{9A806A5F-63C3-4492-84AB-11E3F7441EB8}" type="pres">
      <dgm:prSet presAssocID="{0FED0885-C780-4906-A0EE-5FA487FE8329}" presName="node" presStyleLbl="node1" presStyleIdx="7" presStyleCnt="9">
        <dgm:presLayoutVars>
          <dgm:bulletEnabled val="1"/>
        </dgm:presLayoutVars>
      </dgm:prSet>
      <dgm:spPr/>
    </dgm:pt>
    <dgm:pt modelId="{E97DCEA7-160F-4E5B-AC75-3C790FFD4A4C}" type="pres">
      <dgm:prSet presAssocID="{1483EC2B-C23F-4EE1-B9E2-C61F7C683C73}" presName="sibTrans" presStyleCnt="0"/>
      <dgm:spPr/>
    </dgm:pt>
    <dgm:pt modelId="{2066F880-56B1-45B8-9A49-E93FEA75B8AF}" type="pres">
      <dgm:prSet presAssocID="{2F65EA6F-79CE-416A-A066-ECD3526E85BA}" presName="node" presStyleLbl="node1" presStyleIdx="8" presStyleCnt="9">
        <dgm:presLayoutVars>
          <dgm:bulletEnabled val="1"/>
        </dgm:presLayoutVars>
      </dgm:prSet>
      <dgm:spPr/>
    </dgm:pt>
  </dgm:ptLst>
  <dgm:cxnLst>
    <dgm:cxn modelId="{EC583614-70CC-4781-897D-FB93AC9AE824}" srcId="{03576BE3-C82C-4E04-84B7-A5CB35DCDAE1}" destId="{23391F24-BC98-420F-8F8A-DDCD5E5333AF}" srcOrd="4" destOrd="0" parTransId="{96A43831-CAD8-4563-BE09-12D5BEA024D3}" sibTransId="{AA67026B-14C8-4096-8341-ED3B5C9EA5E1}"/>
    <dgm:cxn modelId="{5CEC2F1A-2AC5-42D3-8D23-CCD810542C1D}" type="presOf" srcId="{4D1B438F-6EDF-4059-A944-59E81C74AF7B}" destId="{BB92803F-D4C8-4239-9612-D29362550511}" srcOrd="0" destOrd="0" presId="urn:microsoft.com/office/officeart/2005/8/layout/default"/>
    <dgm:cxn modelId="{0F5B3026-CC8F-42F2-B272-32572566BF3C}" srcId="{03576BE3-C82C-4E04-84B7-A5CB35DCDAE1}" destId="{E21AC82F-1B08-4630-9571-E3809975274B}" srcOrd="6" destOrd="0" parTransId="{0D883B75-5F86-45A8-BE35-1CAFB1500B1E}" sibTransId="{4E5D38AD-412B-4B3C-A83E-D2A603DE3120}"/>
    <dgm:cxn modelId="{F8C5BC2C-A596-4012-A855-DEE383992404}" type="presOf" srcId="{7242E432-94C3-4B63-B5C3-B8849C74192F}" destId="{B3D61577-38EF-4E44-86DB-9A83F71150E5}" srcOrd="0" destOrd="0" presId="urn:microsoft.com/office/officeart/2005/8/layout/default"/>
    <dgm:cxn modelId="{0F4B0139-8DDA-48B5-AAD0-3003FADA808B}" srcId="{03576BE3-C82C-4E04-84B7-A5CB35DCDAE1}" destId="{4D1B438F-6EDF-4059-A944-59E81C74AF7B}" srcOrd="3" destOrd="0" parTransId="{8D100B5A-A65A-4D23-A92E-AF98020741A4}" sibTransId="{FF2A5D74-1A7E-417E-AC31-18E07AD538EE}"/>
    <dgm:cxn modelId="{9F6C373E-58ED-4251-BDE2-D561E3BFA6D4}" srcId="{03576BE3-C82C-4E04-84B7-A5CB35DCDAE1}" destId="{7242E432-94C3-4B63-B5C3-B8849C74192F}" srcOrd="5" destOrd="0" parTransId="{103C9E24-5F1C-4A64-B0AD-D5EB288E28D2}" sibTransId="{4B66E171-743C-4600-8177-5439A4064CF9}"/>
    <dgm:cxn modelId="{2E94655B-5AF0-453B-AA61-C7DDE48D67AE}" type="presOf" srcId="{2F65EA6F-79CE-416A-A066-ECD3526E85BA}" destId="{2066F880-56B1-45B8-9A49-E93FEA75B8AF}" srcOrd="0" destOrd="0" presId="urn:microsoft.com/office/officeart/2005/8/layout/default"/>
    <dgm:cxn modelId="{1159845B-1DAD-4E40-B432-5E003701C614}" type="presOf" srcId="{23391F24-BC98-420F-8F8A-DDCD5E5333AF}" destId="{202CC41C-21A3-4FFE-BE8A-2D77421EB60F}" srcOrd="0" destOrd="0" presId="urn:microsoft.com/office/officeart/2005/8/layout/default"/>
    <dgm:cxn modelId="{1CFBF95E-FC64-4861-8836-64A6782782E4}" srcId="{03576BE3-C82C-4E04-84B7-A5CB35DCDAE1}" destId="{2F65EA6F-79CE-416A-A066-ECD3526E85BA}" srcOrd="8" destOrd="0" parTransId="{51576630-CD5A-42E8-81FE-5234F60925EB}" sibTransId="{818C2637-AF75-4429-8E9C-4F95BE423E38}"/>
    <dgm:cxn modelId="{C91A0D42-4CF4-4055-B505-131223B64A3D}" type="presOf" srcId="{8F936286-E319-415F-A664-608CA92BFD1C}" destId="{FD48D3B7-C1BE-401E-9B6A-55506963CB1E}" srcOrd="0" destOrd="0" presId="urn:microsoft.com/office/officeart/2005/8/layout/default"/>
    <dgm:cxn modelId="{C723F443-C13F-4AB4-8C6D-05F93DE57147}" type="presOf" srcId="{BC208AEE-D909-4249-B53E-1F9DFEEF26DC}" destId="{70785BD3-16D9-4705-BE35-EF98976227DB}" srcOrd="0" destOrd="0" presId="urn:microsoft.com/office/officeart/2005/8/layout/default"/>
    <dgm:cxn modelId="{2979356F-A537-45EC-8F1F-34C7044F5B82}" type="presOf" srcId="{B4B71382-58E4-4416-868F-68653052E429}" destId="{9A3FD822-16A8-4D54-A470-B2F6C7194E1D}" srcOrd="0" destOrd="0" presId="urn:microsoft.com/office/officeart/2005/8/layout/default"/>
    <dgm:cxn modelId="{1E47FB75-FC38-447A-81D3-53CAC5991329}" srcId="{03576BE3-C82C-4E04-84B7-A5CB35DCDAE1}" destId="{BC208AEE-D909-4249-B53E-1F9DFEEF26DC}" srcOrd="0" destOrd="0" parTransId="{67544F14-4343-400E-B581-072F70CA7AEC}" sibTransId="{578AE998-7AA6-4387-B51B-3FEA74F8A6B2}"/>
    <dgm:cxn modelId="{E562548F-2219-44CE-BC4E-B700004FC0A6}" type="presOf" srcId="{0FED0885-C780-4906-A0EE-5FA487FE8329}" destId="{9A806A5F-63C3-4492-84AB-11E3F7441EB8}" srcOrd="0" destOrd="0" presId="urn:microsoft.com/office/officeart/2005/8/layout/default"/>
    <dgm:cxn modelId="{31CD879F-C27D-4861-801F-9D044E992E46}" srcId="{03576BE3-C82C-4E04-84B7-A5CB35DCDAE1}" destId="{0FED0885-C780-4906-A0EE-5FA487FE8329}" srcOrd="7" destOrd="0" parTransId="{BE30C400-6413-4CB7-AD3F-4B945FEDE0F8}" sibTransId="{1483EC2B-C23F-4EE1-B9E2-C61F7C683C73}"/>
    <dgm:cxn modelId="{B6E412AB-5553-48F3-B494-231EE75902CE}" srcId="{03576BE3-C82C-4E04-84B7-A5CB35DCDAE1}" destId="{8F936286-E319-415F-A664-608CA92BFD1C}" srcOrd="1" destOrd="0" parTransId="{EA565243-0B6C-43D6-BC49-E71C78BF73C0}" sibTransId="{1811F103-2388-46ED-8DB0-44A7234F0B88}"/>
    <dgm:cxn modelId="{B48207B0-69E2-4169-9675-9CA629C7C937}" srcId="{03576BE3-C82C-4E04-84B7-A5CB35DCDAE1}" destId="{B4B71382-58E4-4416-868F-68653052E429}" srcOrd="2" destOrd="0" parTransId="{8457F895-1A9F-4F04-BF1F-2DE51C3725C3}" sibTransId="{5E436325-DC4C-4A91-B547-B78DF1245A1C}"/>
    <dgm:cxn modelId="{00CA43B6-79EA-45F3-97D4-2AE724E87504}" type="presOf" srcId="{03576BE3-C82C-4E04-84B7-A5CB35DCDAE1}" destId="{68989405-8449-4C74-BE9A-572BC16C06A1}" srcOrd="0" destOrd="0" presId="urn:microsoft.com/office/officeart/2005/8/layout/default"/>
    <dgm:cxn modelId="{785092F2-05B8-47AD-A660-5DBB07C9B459}" type="presOf" srcId="{E21AC82F-1B08-4630-9571-E3809975274B}" destId="{60E6A43E-F43B-4AF3-86AB-B40B39BB0DAB}" srcOrd="0" destOrd="0" presId="urn:microsoft.com/office/officeart/2005/8/layout/default"/>
    <dgm:cxn modelId="{71C06328-1CB5-410E-9E3D-BC2A83D9A48C}" type="presParOf" srcId="{68989405-8449-4C74-BE9A-572BC16C06A1}" destId="{70785BD3-16D9-4705-BE35-EF98976227DB}" srcOrd="0" destOrd="0" presId="urn:microsoft.com/office/officeart/2005/8/layout/default"/>
    <dgm:cxn modelId="{7404F8DE-B09C-45CF-AB6B-9A6F0919848F}" type="presParOf" srcId="{68989405-8449-4C74-BE9A-572BC16C06A1}" destId="{28727574-39A2-4384-A2F9-407DEF952BFC}" srcOrd="1" destOrd="0" presId="urn:microsoft.com/office/officeart/2005/8/layout/default"/>
    <dgm:cxn modelId="{BE147BDE-0FCA-4827-BCC5-E212104989D7}" type="presParOf" srcId="{68989405-8449-4C74-BE9A-572BC16C06A1}" destId="{FD48D3B7-C1BE-401E-9B6A-55506963CB1E}" srcOrd="2" destOrd="0" presId="urn:microsoft.com/office/officeart/2005/8/layout/default"/>
    <dgm:cxn modelId="{7A8EED20-07FC-4FA7-AF84-7855F15AC4D6}" type="presParOf" srcId="{68989405-8449-4C74-BE9A-572BC16C06A1}" destId="{32D7D9AD-0519-4131-8FDE-273BE53ABDB2}" srcOrd="3" destOrd="0" presId="urn:microsoft.com/office/officeart/2005/8/layout/default"/>
    <dgm:cxn modelId="{E7D947CC-F104-47FB-938E-B137E0F7227D}" type="presParOf" srcId="{68989405-8449-4C74-BE9A-572BC16C06A1}" destId="{9A3FD822-16A8-4D54-A470-B2F6C7194E1D}" srcOrd="4" destOrd="0" presId="urn:microsoft.com/office/officeart/2005/8/layout/default"/>
    <dgm:cxn modelId="{C43D30C4-684C-4488-89FC-60EE1846C0A1}" type="presParOf" srcId="{68989405-8449-4C74-BE9A-572BC16C06A1}" destId="{DE362C53-8435-496A-BC97-D8EAD0180513}" srcOrd="5" destOrd="0" presId="urn:microsoft.com/office/officeart/2005/8/layout/default"/>
    <dgm:cxn modelId="{96CFE52D-D752-49F1-B331-1E4DF10AF191}" type="presParOf" srcId="{68989405-8449-4C74-BE9A-572BC16C06A1}" destId="{BB92803F-D4C8-4239-9612-D29362550511}" srcOrd="6" destOrd="0" presId="urn:microsoft.com/office/officeart/2005/8/layout/default"/>
    <dgm:cxn modelId="{1775FCBC-1F7B-45BE-B8CF-B2FDF74A724B}" type="presParOf" srcId="{68989405-8449-4C74-BE9A-572BC16C06A1}" destId="{9B7C1D43-0A8B-4686-87FF-D00840EEB816}" srcOrd="7" destOrd="0" presId="urn:microsoft.com/office/officeart/2005/8/layout/default"/>
    <dgm:cxn modelId="{F1662400-D324-4BE6-9E9B-3B15876D6CE7}" type="presParOf" srcId="{68989405-8449-4C74-BE9A-572BC16C06A1}" destId="{202CC41C-21A3-4FFE-BE8A-2D77421EB60F}" srcOrd="8" destOrd="0" presId="urn:microsoft.com/office/officeart/2005/8/layout/default"/>
    <dgm:cxn modelId="{1316C8D7-51A0-44D8-9358-014AE839A90E}" type="presParOf" srcId="{68989405-8449-4C74-BE9A-572BC16C06A1}" destId="{EA00E885-B734-4C8C-A95D-31ADBBA76C6F}" srcOrd="9" destOrd="0" presId="urn:microsoft.com/office/officeart/2005/8/layout/default"/>
    <dgm:cxn modelId="{21474E82-AAD2-44F8-AE79-AF9C9DC6CE9F}" type="presParOf" srcId="{68989405-8449-4C74-BE9A-572BC16C06A1}" destId="{B3D61577-38EF-4E44-86DB-9A83F71150E5}" srcOrd="10" destOrd="0" presId="urn:microsoft.com/office/officeart/2005/8/layout/default"/>
    <dgm:cxn modelId="{3E6868FC-E0FD-42F3-BAFB-38AA9ECB5610}" type="presParOf" srcId="{68989405-8449-4C74-BE9A-572BC16C06A1}" destId="{8753299F-CA97-4723-9A7D-2C71E3D53ECD}" srcOrd="11" destOrd="0" presId="urn:microsoft.com/office/officeart/2005/8/layout/default"/>
    <dgm:cxn modelId="{AD2DA5E4-630D-4194-8BF1-D5B792FBAEBF}" type="presParOf" srcId="{68989405-8449-4C74-BE9A-572BC16C06A1}" destId="{60E6A43E-F43B-4AF3-86AB-B40B39BB0DAB}" srcOrd="12" destOrd="0" presId="urn:microsoft.com/office/officeart/2005/8/layout/default"/>
    <dgm:cxn modelId="{DB3AAD95-D98C-42E5-8C0D-4269199A275B}" type="presParOf" srcId="{68989405-8449-4C74-BE9A-572BC16C06A1}" destId="{11837523-631A-48DA-9B1A-C23FBAD2207B}" srcOrd="13" destOrd="0" presId="urn:microsoft.com/office/officeart/2005/8/layout/default"/>
    <dgm:cxn modelId="{36A4F84D-45EA-4EA5-8A64-D52709F66C3C}" type="presParOf" srcId="{68989405-8449-4C74-BE9A-572BC16C06A1}" destId="{9A806A5F-63C3-4492-84AB-11E3F7441EB8}" srcOrd="14" destOrd="0" presId="urn:microsoft.com/office/officeart/2005/8/layout/default"/>
    <dgm:cxn modelId="{3D6CFF5B-FE9F-471F-87E3-181F61089173}" type="presParOf" srcId="{68989405-8449-4C74-BE9A-572BC16C06A1}" destId="{E97DCEA7-160F-4E5B-AC75-3C790FFD4A4C}" srcOrd="15" destOrd="0" presId="urn:microsoft.com/office/officeart/2005/8/layout/default"/>
    <dgm:cxn modelId="{1D2CD6AD-6B54-4475-99C2-8FAE5102CD2E}" type="presParOf" srcId="{68989405-8449-4C74-BE9A-572BC16C06A1}" destId="{2066F880-56B1-45B8-9A49-E93FEA75B8AF}" srcOrd="1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F0B700B-5B83-4E87-AE1E-AFC992A2B5B3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9AFABCB-E3D1-459D-A587-B0A65D2C6079}">
      <dgm:prSet/>
      <dgm:spPr/>
      <dgm:t>
        <a:bodyPr/>
        <a:lstStyle/>
        <a:p>
          <a:pPr>
            <a:defRPr cap="all"/>
          </a:pPr>
          <a:r>
            <a:rPr lang="en-US" b="1" i="0"/>
            <a:t>If the interfaces are incompatible, why we can't change them. </a:t>
          </a:r>
          <a:endParaRPr lang="en-US"/>
        </a:p>
      </dgm:t>
    </dgm:pt>
    <dgm:pt modelId="{793B80A6-46E9-4647-B7CD-9A0290DC1B25}" type="parTrans" cxnId="{5AA9B4BA-8FDF-4F71-8EDE-4086A6847DF1}">
      <dgm:prSet/>
      <dgm:spPr/>
      <dgm:t>
        <a:bodyPr/>
        <a:lstStyle/>
        <a:p>
          <a:endParaRPr lang="en-US"/>
        </a:p>
      </dgm:t>
    </dgm:pt>
    <dgm:pt modelId="{8721DA19-756E-43C1-AE95-FF610CDAE09D}" type="sibTrans" cxnId="{5AA9B4BA-8FDF-4F71-8EDE-4086A6847DF1}">
      <dgm:prSet/>
      <dgm:spPr/>
      <dgm:t>
        <a:bodyPr/>
        <a:lstStyle/>
        <a:p>
          <a:endParaRPr lang="en-US"/>
        </a:p>
      </dgm:t>
    </dgm:pt>
    <dgm:pt modelId="{12074995-56F9-4F30-B7D4-29BDCD4DCECF}">
      <dgm:prSet/>
      <dgm:spPr/>
      <dgm:t>
        <a:bodyPr/>
        <a:lstStyle/>
        <a:p>
          <a:pPr>
            <a:defRPr cap="all"/>
          </a:pPr>
          <a:r>
            <a:rPr lang="en-US" b="1" i="0"/>
            <a:t>Why we can’t change the client so that is compatible with the web service.</a:t>
          </a:r>
          <a:endParaRPr lang="en-US"/>
        </a:p>
      </dgm:t>
    </dgm:pt>
    <dgm:pt modelId="{CA4020C6-2C93-41C4-BE40-434C4A5FBA5B}" type="parTrans" cxnId="{5AA1EA60-7CC3-4A59-A073-54A79E00CE6D}">
      <dgm:prSet/>
      <dgm:spPr/>
      <dgm:t>
        <a:bodyPr/>
        <a:lstStyle/>
        <a:p>
          <a:endParaRPr lang="en-US"/>
        </a:p>
      </dgm:t>
    </dgm:pt>
    <dgm:pt modelId="{0BF304C6-1C2E-46EB-85FC-A214B8DA73F7}" type="sibTrans" cxnId="{5AA1EA60-7CC3-4A59-A073-54A79E00CE6D}">
      <dgm:prSet/>
      <dgm:spPr/>
      <dgm:t>
        <a:bodyPr/>
        <a:lstStyle/>
        <a:p>
          <a:endParaRPr lang="en-US"/>
        </a:p>
      </dgm:t>
    </dgm:pt>
    <dgm:pt modelId="{A0CA999D-3060-45A1-8645-C843AA528C20}" type="pres">
      <dgm:prSet presAssocID="{1F0B700B-5B83-4E87-AE1E-AFC992A2B5B3}" presName="root" presStyleCnt="0">
        <dgm:presLayoutVars>
          <dgm:dir/>
          <dgm:resizeHandles val="exact"/>
        </dgm:presLayoutVars>
      </dgm:prSet>
      <dgm:spPr/>
    </dgm:pt>
    <dgm:pt modelId="{30DA34EF-C8D2-49F4-89A3-1F30DEB85800}" type="pres">
      <dgm:prSet presAssocID="{59AFABCB-E3D1-459D-A587-B0A65D2C6079}" presName="compNode" presStyleCnt="0"/>
      <dgm:spPr/>
    </dgm:pt>
    <dgm:pt modelId="{AA81C6B7-F499-463A-9C55-A8E09F08598F}" type="pres">
      <dgm:prSet presAssocID="{59AFABCB-E3D1-459D-A587-B0A65D2C6079}" presName="iconBgRect" presStyleLbl="bgShp" presStyleIdx="0" presStyleCnt="2"/>
      <dgm:spPr/>
    </dgm:pt>
    <dgm:pt modelId="{8F04B92C-9E02-4F36-B1A4-06F392726770}" type="pres">
      <dgm:prSet presAssocID="{59AFABCB-E3D1-459D-A587-B0A65D2C6079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rritant"/>
        </a:ext>
      </dgm:extLst>
    </dgm:pt>
    <dgm:pt modelId="{905460E3-9455-412F-88DF-5F91BBC6ECF4}" type="pres">
      <dgm:prSet presAssocID="{59AFABCB-E3D1-459D-A587-B0A65D2C6079}" presName="spaceRect" presStyleCnt="0"/>
      <dgm:spPr/>
    </dgm:pt>
    <dgm:pt modelId="{1FD5B9DF-3050-4C18-9D1B-43C09054178A}" type="pres">
      <dgm:prSet presAssocID="{59AFABCB-E3D1-459D-A587-B0A65D2C6079}" presName="textRect" presStyleLbl="revTx" presStyleIdx="0" presStyleCnt="2">
        <dgm:presLayoutVars>
          <dgm:chMax val="1"/>
          <dgm:chPref val="1"/>
        </dgm:presLayoutVars>
      </dgm:prSet>
      <dgm:spPr/>
    </dgm:pt>
    <dgm:pt modelId="{80F45A70-58DF-4C23-A100-708D48E86129}" type="pres">
      <dgm:prSet presAssocID="{8721DA19-756E-43C1-AE95-FF610CDAE09D}" presName="sibTrans" presStyleCnt="0"/>
      <dgm:spPr/>
    </dgm:pt>
    <dgm:pt modelId="{DE651028-BDE4-436D-BDFC-7C25996ADAAA}" type="pres">
      <dgm:prSet presAssocID="{12074995-56F9-4F30-B7D4-29BDCD4DCECF}" presName="compNode" presStyleCnt="0"/>
      <dgm:spPr/>
    </dgm:pt>
    <dgm:pt modelId="{8E94743A-105C-4810-8D83-9772AAC82EC0}" type="pres">
      <dgm:prSet presAssocID="{12074995-56F9-4F30-B7D4-29BDCD4DCECF}" presName="iconBgRect" presStyleLbl="bgShp" presStyleIdx="1" presStyleCnt="2"/>
      <dgm:spPr/>
    </dgm:pt>
    <dgm:pt modelId="{40DF5280-09A2-453E-A2C1-2C8A5E71161A}" type="pres">
      <dgm:prSet presAssocID="{12074995-56F9-4F30-B7D4-29BDCD4DCECF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F3DBF6D1-33A8-447C-9B76-6AAC3DAFAE1E}" type="pres">
      <dgm:prSet presAssocID="{12074995-56F9-4F30-B7D4-29BDCD4DCECF}" presName="spaceRect" presStyleCnt="0"/>
      <dgm:spPr/>
    </dgm:pt>
    <dgm:pt modelId="{469AC871-6310-4586-9F8F-C09DFC698C2D}" type="pres">
      <dgm:prSet presAssocID="{12074995-56F9-4F30-B7D4-29BDCD4DCECF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9B70CC1F-2274-46DC-99F1-794DA4FF11EA}" type="presOf" srcId="{1F0B700B-5B83-4E87-AE1E-AFC992A2B5B3}" destId="{A0CA999D-3060-45A1-8645-C843AA528C20}" srcOrd="0" destOrd="0" presId="urn:microsoft.com/office/officeart/2018/5/layout/IconCircleLabelList"/>
    <dgm:cxn modelId="{B190753D-159F-4F65-B8AE-516A10E25DB2}" type="presOf" srcId="{59AFABCB-E3D1-459D-A587-B0A65D2C6079}" destId="{1FD5B9DF-3050-4C18-9D1B-43C09054178A}" srcOrd="0" destOrd="0" presId="urn:microsoft.com/office/officeart/2018/5/layout/IconCircleLabelList"/>
    <dgm:cxn modelId="{5AA1EA60-7CC3-4A59-A073-54A79E00CE6D}" srcId="{1F0B700B-5B83-4E87-AE1E-AFC992A2B5B3}" destId="{12074995-56F9-4F30-B7D4-29BDCD4DCECF}" srcOrd="1" destOrd="0" parTransId="{CA4020C6-2C93-41C4-BE40-434C4A5FBA5B}" sibTransId="{0BF304C6-1C2E-46EB-85FC-A214B8DA73F7}"/>
    <dgm:cxn modelId="{94A3F757-8979-437C-969B-62C89A3454B7}" type="presOf" srcId="{12074995-56F9-4F30-B7D4-29BDCD4DCECF}" destId="{469AC871-6310-4586-9F8F-C09DFC698C2D}" srcOrd="0" destOrd="0" presId="urn:microsoft.com/office/officeart/2018/5/layout/IconCircleLabelList"/>
    <dgm:cxn modelId="{5AA9B4BA-8FDF-4F71-8EDE-4086A6847DF1}" srcId="{1F0B700B-5B83-4E87-AE1E-AFC992A2B5B3}" destId="{59AFABCB-E3D1-459D-A587-B0A65D2C6079}" srcOrd="0" destOrd="0" parTransId="{793B80A6-46E9-4647-B7CD-9A0290DC1B25}" sibTransId="{8721DA19-756E-43C1-AE95-FF610CDAE09D}"/>
    <dgm:cxn modelId="{ABEE3234-FC57-4ABD-A08F-CB581E479041}" type="presParOf" srcId="{A0CA999D-3060-45A1-8645-C843AA528C20}" destId="{30DA34EF-C8D2-49F4-89A3-1F30DEB85800}" srcOrd="0" destOrd="0" presId="urn:microsoft.com/office/officeart/2018/5/layout/IconCircleLabelList"/>
    <dgm:cxn modelId="{1385A9EB-A443-4CDC-8E1C-018BB485276E}" type="presParOf" srcId="{30DA34EF-C8D2-49F4-89A3-1F30DEB85800}" destId="{AA81C6B7-F499-463A-9C55-A8E09F08598F}" srcOrd="0" destOrd="0" presId="urn:microsoft.com/office/officeart/2018/5/layout/IconCircleLabelList"/>
    <dgm:cxn modelId="{2B990E3A-BDD0-4E8A-BFA3-B26A97F6C5D6}" type="presParOf" srcId="{30DA34EF-C8D2-49F4-89A3-1F30DEB85800}" destId="{8F04B92C-9E02-4F36-B1A4-06F392726770}" srcOrd="1" destOrd="0" presId="urn:microsoft.com/office/officeart/2018/5/layout/IconCircleLabelList"/>
    <dgm:cxn modelId="{D05CF91E-12E1-4ADD-BA34-D76AA7A1C87F}" type="presParOf" srcId="{30DA34EF-C8D2-49F4-89A3-1F30DEB85800}" destId="{905460E3-9455-412F-88DF-5F91BBC6ECF4}" srcOrd="2" destOrd="0" presId="urn:microsoft.com/office/officeart/2018/5/layout/IconCircleLabelList"/>
    <dgm:cxn modelId="{13A1D0BE-EF56-467F-BB75-2EC43DDCF180}" type="presParOf" srcId="{30DA34EF-C8D2-49F4-89A3-1F30DEB85800}" destId="{1FD5B9DF-3050-4C18-9D1B-43C09054178A}" srcOrd="3" destOrd="0" presId="urn:microsoft.com/office/officeart/2018/5/layout/IconCircleLabelList"/>
    <dgm:cxn modelId="{68F30675-6B89-4E0B-902E-6741951404F5}" type="presParOf" srcId="{A0CA999D-3060-45A1-8645-C843AA528C20}" destId="{80F45A70-58DF-4C23-A100-708D48E86129}" srcOrd="1" destOrd="0" presId="urn:microsoft.com/office/officeart/2018/5/layout/IconCircleLabelList"/>
    <dgm:cxn modelId="{E96EC6D0-1E0F-426E-9723-DBD09E11012E}" type="presParOf" srcId="{A0CA999D-3060-45A1-8645-C843AA528C20}" destId="{DE651028-BDE4-436D-BDFC-7C25996ADAAA}" srcOrd="2" destOrd="0" presId="urn:microsoft.com/office/officeart/2018/5/layout/IconCircleLabelList"/>
    <dgm:cxn modelId="{18B061F2-5BB1-4C03-9E11-9CB9EFF80A70}" type="presParOf" srcId="{DE651028-BDE4-436D-BDFC-7C25996ADAAA}" destId="{8E94743A-105C-4810-8D83-9772AAC82EC0}" srcOrd="0" destOrd="0" presId="urn:microsoft.com/office/officeart/2018/5/layout/IconCircleLabelList"/>
    <dgm:cxn modelId="{0803376D-03A0-42F5-8F82-A3F857556254}" type="presParOf" srcId="{DE651028-BDE4-436D-BDFC-7C25996ADAAA}" destId="{40DF5280-09A2-453E-A2C1-2C8A5E71161A}" srcOrd="1" destOrd="0" presId="urn:microsoft.com/office/officeart/2018/5/layout/IconCircleLabelList"/>
    <dgm:cxn modelId="{7E5684B5-384F-46FF-8857-017D95C2B94D}" type="presParOf" srcId="{DE651028-BDE4-436D-BDFC-7C25996ADAAA}" destId="{F3DBF6D1-33A8-447C-9B76-6AAC3DAFAE1E}" srcOrd="2" destOrd="0" presId="urn:microsoft.com/office/officeart/2018/5/layout/IconCircleLabelList"/>
    <dgm:cxn modelId="{A24236CA-6DBC-4A6E-8C32-0C4F756868FC}" type="presParOf" srcId="{DE651028-BDE4-436D-BDFC-7C25996ADAAA}" destId="{469AC871-6310-4586-9F8F-C09DFC698C2D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A813958-8557-4AFC-AD35-EACF77C0EA3A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514798F7-5183-48AE-859B-3242C6A5C5C4}">
      <dgm:prSet/>
      <dgm:spPr/>
      <dgm:t>
        <a:bodyPr/>
        <a:lstStyle/>
        <a:p>
          <a:r>
            <a:rPr lang="en-US" b="0" i="0"/>
            <a:t>Third party libraries</a:t>
          </a:r>
          <a:endParaRPr lang="en-US"/>
        </a:p>
      </dgm:t>
    </dgm:pt>
    <dgm:pt modelId="{B7335567-4F26-49AC-9E11-F2F342B4831A}" type="parTrans" cxnId="{9D73BCB8-C5A7-4446-84B5-F42D7836FC88}">
      <dgm:prSet/>
      <dgm:spPr/>
      <dgm:t>
        <a:bodyPr/>
        <a:lstStyle/>
        <a:p>
          <a:endParaRPr lang="en-US"/>
        </a:p>
      </dgm:t>
    </dgm:pt>
    <dgm:pt modelId="{EFF82CC6-D697-4B36-A535-DCD9F02A77FD}" type="sibTrans" cxnId="{9D73BCB8-C5A7-4446-84B5-F42D7836FC88}">
      <dgm:prSet/>
      <dgm:spPr/>
      <dgm:t>
        <a:bodyPr/>
        <a:lstStyle/>
        <a:p>
          <a:endParaRPr lang="en-US"/>
        </a:p>
      </dgm:t>
    </dgm:pt>
    <dgm:pt modelId="{EF08B550-33E9-42E7-9D07-6D07499D3FEC}">
      <dgm:prSet/>
      <dgm:spPr/>
      <dgm:t>
        <a:bodyPr/>
        <a:lstStyle/>
        <a:p>
          <a:r>
            <a:rPr lang="en-US" b="0" i="0"/>
            <a:t>System Integration</a:t>
          </a:r>
          <a:endParaRPr lang="en-US"/>
        </a:p>
      </dgm:t>
    </dgm:pt>
    <dgm:pt modelId="{16312B6E-D7BF-4E6F-8BA5-7A6F6454F3E3}" type="parTrans" cxnId="{0519BA17-FBF3-4910-8BF8-10D49A27CB0E}">
      <dgm:prSet/>
      <dgm:spPr/>
      <dgm:t>
        <a:bodyPr/>
        <a:lstStyle/>
        <a:p>
          <a:endParaRPr lang="en-US"/>
        </a:p>
      </dgm:t>
    </dgm:pt>
    <dgm:pt modelId="{07B5D987-9FB2-4D7D-BE77-63C26183F758}" type="sibTrans" cxnId="{0519BA17-FBF3-4910-8BF8-10D49A27CB0E}">
      <dgm:prSet/>
      <dgm:spPr/>
      <dgm:t>
        <a:bodyPr/>
        <a:lstStyle/>
        <a:p>
          <a:endParaRPr lang="en-US"/>
        </a:p>
      </dgm:t>
    </dgm:pt>
    <dgm:pt modelId="{A9C499AF-063E-4542-AEEB-DFA0096450D7}">
      <dgm:prSet/>
      <dgm:spPr/>
      <dgm:t>
        <a:bodyPr/>
        <a:lstStyle/>
        <a:p>
          <a:r>
            <a:rPr lang="en-US" b="0" i="0"/>
            <a:t>Web Services</a:t>
          </a:r>
          <a:endParaRPr lang="en-US"/>
        </a:p>
      </dgm:t>
    </dgm:pt>
    <dgm:pt modelId="{FFB0B8D8-45FF-4EAA-AD3E-707CFDC56D59}" type="parTrans" cxnId="{F24372DE-5FD1-47A2-8A43-1553B909A2AA}">
      <dgm:prSet/>
      <dgm:spPr/>
      <dgm:t>
        <a:bodyPr/>
        <a:lstStyle/>
        <a:p>
          <a:endParaRPr lang="en-US"/>
        </a:p>
      </dgm:t>
    </dgm:pt>
    <dgm:pt modelId="{2CD465DC-3222-4D77-8D79-6121F4E05CF9}" type="sibTrans" cxnId="{F24372DE-5FD1-47A2-8A43-1553B909A2AA}">
      <dgm:prSet/>
      <dgm:spPr/>
      <dgm:t>
        <a:bodyPr/>
        <a:lstStyle/>
        <a:p>
          <a:endParaRPr lang="en-US"/>
        </a:p>
      </dgm:t>
    </dgm:pt>
    <dgm:pt modelId="{9AFC1D2F-F593-4FCC-8D6A-BFDC5AB1DBAA}">
      <dgm:prSet/>
      <dgm:spPr/>
      <dgm:t>
        <a:bodyPr/>
        <a:lstStyle/>
        <a:p>
          <a:r>
            <a:rPr lang="en-US" b="0" i="0"/>
            <a:t>System Upgrades</a:t>
          </a:r>
          <a:endParaRPr lang="en-US"/>
        </a:p>
      </dgm:t>
    </dgm:pt>
    <dgm:pt modelId="{2DC28A1C-29EE-4ABC-8B2A-0562F00FE1EE}" type="parTrans" cxnId="{66AD7F5D-6B3D-48F6-BBB0-E5D7FBA59258}">
      <dgm:prSet/>
      <dgm:spPr/>
      <dgm:t>
        <a:bodyPr/>
        <a:lstStyle/>
        <a:p>
          <a:endParaRPr lang="en-US"/>
        </a:p>
      </dgm:t>
    </dgm:pt>
    <dgm:pt modelId="{7C47FD38-51BD-44B4-9955-5D195EEC2F15}" type="sibTrans" cxnId="{66AD7F5D-6B3D-48F6-BBB0-E5D7FBA59258}">
      <dgm:prSet/>
      <dgm:spPr/>
      <dgm:t>
        <a:bodyPr/>
        <a:lstStyle/>
        <a:p>
          <a:endParaRPr lang="en-US"/>
        </a:p>
      </dgm:t>
    </dgm:pt>
    <dgm:pt modelId="{52C4AFCE-FC46-479D-98B5-86466A62911F}" type="pres">
      <dgm:prSet presAssocID="{4A813958-8557-4AFC-AD35-EACF77C0EA3A}" presName="root" presStyleCnt="0">
        <dgm:presLayoutVars>
          <dgm:dir/>
          <dgm:resizeHandles val="exact"/>
        </dgm:presLayoutVars>
      </dgm:prSet>
      <dgm:spPr/>
    </dgm:pt>
    <dgm:pt modelId="{A40008EB-4B78-4ADD-AFEC-13EB0FF10E15}" type="pres">
      <dgm:prSet presAssocID="{514798F7-5183-48AE-859B-3242C6A5C5C4}" presName="compNode" presStyleCnt="0"/>
      <dgm:spPr/>
    </dgm:pt>
    <dgm:pt modelId="{F3E732F4-8FFC-4C68-8EFF-F40A6881CDF4}" type="pres">
      <dgm:prSet presAssocID="{514798F7-5183-48AE-859B-3242C6A5C5C4}" presName="bgRect" presStyleLbl="bgShp" presStyleIdx="0" presStyleCnt="4"/>
      <dgm:spPr/>
    </dgm:pt>
    <dgm:pt modelId="{794E478C-F63A-4063-B944-D830B3F90C09}" type="pres">
      <dgm:prSet presAssocID="{514798F7-5183-48AE-859B-3242C6A5C5C4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09910A7C-6199-4A28-80E2-20BCE0C41D90}" type="pres">
      <dgm:prSet presAssocID="{514798F7-5183-48AE-859B-3242C6A5C5C4}" presName="spaceRect" presStyleCnt="0"/>
      <dgm:spPr/>
    </dgm:pt>
    <dgm:pt modelId="{E43E92DD-A8F7-4FC6-A7ED-3000421A8B77}" type="pres">
      <dgm:prSet presAssocID="{514798F7-5183-48AE-859B-3242C6A5C5C4}" presName="parTx" presStyleLbl="revTx" presStyleIdx="0" presStyleCnt="4">
        <dgm:presLayoutVars>
          <dgm:chMax val="0"/>
          <dgm:chPref val="0"/>
        </dgm:presLayoutVars>
      </dgm:prSet>
      <dgm:spPr/>
    </dgm:pt>
    <dgm:pt modelId="{AC148B53-D72D-4191-B42C-77683F603B7C}" type="pres">
      <dgm:prSet presAssocID="{EFF82CC6-D697-4B36-A535-DCD9F02A77FD}" presName="sibTrans" presStyleCnt="0"/>
      <dgm:spPr/>
    </dgm:pt>
    <dgm:pt modelId="{F975DE4B-FB3C-44F1-9989-D5EE6F804427}" type="pres">
      <dgm:prSet presAssocID="{EF08B550-33E9-42E7-9D07-6D07499D3FEC}" presName="compNode" presStyleCnt="0"/>
      <dgm:spPr/>
    </dgm:pt>
    <dgm:pt modelId="{E6B50F5D-5BA9-44BD-865D-1332057FE497}" type="pres">
      <dgm:prSet presAssocID="{EF08B550-33E9-42E7-9D07-6D07499D3FEC}" presName="bgRect" presStyleLbl="bgShp" presStyleIdx="1" presStyleCnt="4"/>
      <dgm:spPr/>
    </dgm:pt>
    <dgm:pt modelId="{532C31E3-EE52-4A71-9914-0CBE08688A84}" type="pres">
      <dgm:prSet presAssocID="{EF08B550-33E9-42E7-9D07-6D07499D3FEC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3A809DF7-4423-4AC4-B13C-844D18FF7568}" type="pres">
      <dgm:prSet presAssocID="{EF08B550-33E9-42E7-9D07-6D07499D3FEC}" presName="spaceRect" presStyleCnt="0"/>
      <dgm:spPr/>
    </dgm:pt>
    <dgm:pt modelId="{383744F1-D898-4752-B181-D1CBFBB69390}" type="pres">
      <dgm:prSet presAssocID="{EF08B550-33E9-42E7-9D07-6D07499D3FEC}" presName="parTx" presStyleLbl="revTx" presStyleIdx="1" presStyleCnt="4">
        <dgm:presLayoutVars>
          <dgm:chMax val="0"/>
          <dgm:chPref val="0"/>
        </dgm:presLayoutVars>
      </dgm:prSet>
      <dgm:spPr/>
    </dgm:pt>
    <dgm:pt modelId="{244230B0-8B3E-4422-9677-DDDD42D79EC5}" type="pres">
      <dgm:prSet presAssocID="{07B5D987-9FB2-4D7D-BE77-63C26183F758}" presName="sibTrans" presStyleCnt="0"/>
      <dgm:spPr/>
    </dgm:pt>
    <dgm:pt modelId="{8CB60D78-695D-4FA4-BEC4-D2451F8C5669}" type="pres">
      <dgm:prSet presAssocID="{A9C499AF-063E-4542-AEEB-DFA0096450D7}" presName="compNode" presStyleCnt="0"/>
      <dgm:spPr/>
    </dgm:pt>
    <dgm:pt modelId="{E6B9A08F-9876-4D90-850D-1D9E85438A63}" type="pres">
      <dgm:prSet presAssocID="{A9C499AF-063E-4542-AEEB-DFA0096450D7}" presName="bgRect" presStyleLbl="bgShp" presStyleIdx="2" presStyleCnt="4"/>
      <dgm:spPr/>
    </dgm:pt>
    <dgm:pt modelId="{8A288882-B385-4C75-8ECC-6C3589069F42}" type="pres">
      <dgm:prSet presAssocID="{A9C499AF-063E-4542-AEEB-DFA0096450D7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58685E2C-F2B3-4506-8705-5511F7C2DE71}" type="pres">
      <dgm:prSet presAssocID="{A9C499AF-063E-4542-AEEB-DFA0096450D7}" presName="spaceRect" presStyleCnt="0"/>
      <dgm:spPr/>
    </dgm:pt>
    <dgm:pt modelId="{523AF11E-5921-4346-A58D-A60399AB4267}" type="pres">
      <dgm:prSet presAssocID="{A9C499AF-063E-4542-AEEB-DFA0096450D7}" presName="parTx" presStyleLbl="revTx" presStyleIdx="2" presStyleCnt="4">
        <dgm:presLayoutVars>
          <dgm:chMax val="0"/>
          <dgm:chPref val="0"/>
        </dgm:presLayoutVars>
      </dgm:prSet>
      <dgm:spPr/>
    </dgm:pt>
    <dgm:pt modelId="{0903A8A8-A92C-446D-ACEB-432D4265AEE2}" type="pres">
      <dgm:prSet presAssocID="{2CD465DC-3222-4D77-8D79-6121F4E05CF9}" presName="sibTrans" presStyleCnt="0"/>
      <dgm:spPr/>
    </dgm:pt>
    <dgm:pt modelId="{3AD7AFC9-66EC-43D2-A9C7-38F19E9E140B}" type="pres">
      <dgm:prSet presAssocID="{9AFC1D2F-F593-4FCC-8D6A-BFDC5AB1DBAA}" presName="compNode" presStyleCnt="0"/>
      <dgm:spPr/>
    </dgm:pt>
    <dgm:pt modelId="{C5AB128A-EE9D-4D9E-935F-ED64C258F055}" type="pres">
      <dgm:prSet presAssocID="{9AFC1D2F-F593-4FCC-8D6A-BFDC5AB1DBAA}" presName="bgRect" presStyleLbl="bgShp" presStyleIdx="3" presStyleCnt="4"/>
      <dgm:spPr/>
    </dgm:pt>
    <dgm:pt modelId="{2769337D-7FF0-49B9-986F-DB10AA7E850B}" type="pres">
      <dgm:prSet presAssocID="{9AFC1D2F-F593-4FCC-8D6A-BFDC5AB1DBAA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B25C704F-C979-4A1B-9ED1-7FCDF2171A09}" type="pres">
      <dgm:prSet presAssocID="{9AFC1D2F-F593-4FCC-8D6A-BFDC5AB1DBAA}" presName="spaceRect" presStyleCnt="0"/>
      <dgm:spPr/>
    </dgm:pt>
    <dgm:pt modelId="{91B1CDD1-8954-4CAE-9460-62A847CB2F4B}" type="pres">
      <dgm:prSet presAssocID="{9AFC1D2F-F593-4FCC-8D6A-BFDC5AB1DBAA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F277AF0C-16F6-4EB0-94AB-6BBD134816A7}" type="presOf" srcId="{EF08B550-33E9-42E7-9D07-6D07499D3FEC}" destId="{383744F1-D898-4752-B181-D1CBFBB69390}" srcOrd="0" destOrd="0" presId="urn:microsoft.com/office/officeart/2018/2/layout/IconVerticalSolidList"/>
    <dgm:cxn modelId="{FED71014-7D37-4C10-8443-4B46D7A73788}" type="presOf" srcId="{9AFC1D2F-F593-4FCC-8D6A-BFDC5AB1DBAA}" destId="{91B1CDD1-8954-4CAE-9460-62A847CB2F4B}" srcOrd="0" destOrd="0" presId="urn:microsoft.com/office/officeart/2018/2/layout/IconVerticalSolidList"/>
    <dgm:cxn modelId="{0519BA17-FBF3-4910-8BF8-10D49A27CB0E}" srcId="{4A813958-8557-4AFC-AD35-EACF77C0EA3A}" destId="{EF08B550-33E9-42E7-9D07-6D07499D3FEC}" srcOrd="1" destOrd="0" parTransId="{16312B6E-D7BF-4E6F-8BA5-7A6F6454F3E3}" sibTransId="{07B5D987-9FB2-4D7D-BE77-63C26183F758}"/>
    <dgm:cxn modelId="{DE757234-534C-4E27-B4EA-660A7F718851}" type="presOf" srcId="{4A813958-8557-4AFC-AD35-EACF77C0EA3A}" destId="{52C4AFCE-FC46-479D-98B5-86466A62911F}" srcOrd="0" destOrd="0" presId="urn:microsoft.com/office/officeart/2018/2/layout/IconVerticalSolidList"/>
    <dgm:cxn modelId="{66AD7F5D-6B3D-48F6-BBB0-E5D7FBA59258}" srcId="{4A813958-8557-4AFC-AD35-EACF77C0EA3A}" destId="{9AFC1D2F-F593-4FCC-8D6A-BFDC5AB1DBAA}" srcOrd="3" destOrd="0" parTransId="{2DC28A1C-29EE-4ABC-8B2A-0562F00FE1EE}" sibTransId="{7C47FD38-51BD-44B4-9955-5D195EEC2F15}"/>
    <dgm:cxn modelId="{2BD0CB4A-BD57-42EB-B5B5-902587B0D4F5}" type="presOf" srcId="{A9C499AF-063E-4542-AEEB-DFA0096450D7}" destId="{523AF11E-5921-4346-A58D-A60399AB4267}" srcOrd="0" destOrd="0" presId="urn:microsoft.com/office/officeart/2018/2/layout/IconVerticalSolidList"/>
    <dgm:cxn modelId="{0ED5CB88-AF0D-4039-85E1-4F448225DC08}" type="presOf" srcId="{514798F7-5183-48AE-859B-3242C6A5C5C4}" destId="{E43E92DD-A8F7-4FC6-A7ED-3000421A8B77}" srcOrd="0" destOrd="0" presId="urn:microsoft.com/office/officeart/2018/2/layout/IconVerticalSolidList"/>
    <dgm:cxn modelId="{9D73BCB8-C5A7-4446-84B5-F42D7836FC88}" srcId="{4A813958-8557-4AFC-AD35-EACF77C0EA3A}" destId="{514798F7-5183-48AE-859B-3242C6A5C5C4}" srcOrd="0" destOrd="0" parTransId="{B7335567-4F26-49AC-9E11-F2F342B4831A}" sibTransId="{EFF82CC6-D697-4B36-A535-DCD9F02A77FD}"/>
    <dgm:cxn modelId="{F24372DE-5FD1-47A2-8A43-1553B909A2AA}" srcId="{4A813958-8557-4AFC-AD35-EACF77C0EA3A}" destId="{A9C499AF-063E-4542-AEEB-DFA0096450D7}" srcOrd="2" destOrd="0" parTransId="{FFB0B8D8-45FF-4EAA-AD3E-707CFDC56D59}" sibTransId="{2CD465DC-3222-4D77-8D79-6121F4E05CF9}"/>
    <dgm:cxn modelId="{6B785D00-0C25-4ACC-9F6C-BDB5DCAE790A}" type="presParOf" srcId="{52C4AFCE-FC46-479D-98B5-86466A62911F}" destId="{A40008EB-4B78-4ADD-AFEC-13EB0FF10E15}" srcOrd="0" destOrd="0" presId="urn:microsoft.com/office/officeart/2018/2/layout/IconVerticalSolidList"/>
    <dgm:cxn modelId="{A361BCAA-A6BC-417B-9F59-F91E071CAD47}" type="presParOf" srcId="{A40008EB-4B78-4ADD-AFEC-13EB0FF10E15}" destId="{F3E732F4-8FFC-4C68-8EFF-F40A6881CDF4}" srcOrd="0" destOrd="0" presId="urn:microsoft.com/office/officeart/2018/2/layout/IconVerticalSolidList"/>
    <dgm:cxn modelId="{F23C4816-DFD6-428B-AB7F-062B3B454E6F}" type="presParOf" srcId="{A40008EB-4B78-4ADD-AFEC-13EB0FF10E15}" destId="{794E478C-F63A-4063-B944-D830B3F90C09}" srcOrd="1" destOrd="0" presId="urn:microsoft.com/office/officeart/2018/2/layout/IconVerticalSolidList"/>
    <dgm:cxn modelId="{B6A0E0C5-C6B1-48BB-8153-C4E326FBB6DD}" type="presParOf" srcId="{A40008EB-4B78-4ADD-AFEC-13EB0FF10E15}" destId="{09910A7C-6199-4A28-80E2-20BCE0C41D90}" srcOrd="2" destOrd="0" presId="urn:microsoft.com/office/officeart/2018/2/layout/IconVerticalSolidList"/>
    <dgm:cxn modelId="{B62532C4-55F7-48D1-A8C9-98343816BB40}" type="presParOf" srcId="{A40008EB-4B78-4ADD-AFEC-13EB0FF10E15}" destId="{E43E92DD-A8F7-4FC6-A7ED-3000421A8B77}" srcOrd="3" destOrd="0" presId="urn:microsoft.com/office/officeart/2018/2/layout/IconVerticalSolidList"/>
    <dgm:cxn modelId="{378B3DA6-889B-4ED3-9963-C098CFBBAE57}" type="presParOf" srcId="{52C4AFCE-FC46-479D-98B5-86466A62911F}" destId="{AC148B53-D72D-4191-B42C-77683F603B7C}" srcOrd="1" destOrd="0" presId="urn:microsoft.com/office/officeart/2018/2/layout/IconVerticalSolidList"/>
    <dgm:cxn modelId="{3CFD9736-7D83-4504-A9A3-9037EFDF6C9F}" type="presParOf" srcId="{52C4AFCE-FC46-479D-98B5-86466A62911F}" destId="{F975DE4B-FB3C-44F1-9989-D5EE6F804427}" srcOrd="2" destOrd="0" presId="urn:microsoft.com/office/officeart/2018/2/layout/IconVerticalSolidList"/>
    <dgm:cxn modelId="{808EB44B-A0CC-4EC2-AFE1-0FCD0A63B744}" type="presParOf" srcId="{F975DE4B-FB3C-44F1-9989-D5EE6F804427}" destId="{E6B50F5D-5BA9-44BD-865D-1332057FE497}" srcOrd="0" destOrd="0" presId="urn:microsoft.com/office/officeart/2018/2/layout/IconVerticalSolidList"/>
    <dgm:cxn modelId="{B2AEE023-53EB-45BE-9412-1BA1876E8A11}" type="presParOf" srcId="{F975DE4B-FB3C-44F1-9989-D5EE6F804427}" destId="{532C31E3-EE52-4A71-9914-0CBE08688A84}" srcOrd="1" destOrd="0" presId="urn:microsoft.com/office/officeart/2018/2/layout/IconVerticalSolidList"/>
    <dgm:cxn modelId="{B03C7706-FB87-4E2A-9EE3-EF8FEC5D29FF}" type="presParOf" srcId="{F975DE4B-FB3C-44F1-9989-D5EE6F804427}" destId="{3A809DF7-4423-4AC4-B13C-844D18FF7568}" srcOrd="2" destOrd="0" presId="urn:microsoft.com/office/officeart/2018/2/layout/IconVerticalSolidList"/>
    <dgm:cxn modelId="{A7768EAF-E8B3-48A7-9DAF-146A31229D31}" type="presParOf" srcId="{F975DE4B-FB3C-44F1-9989-D5EE6F804427}" destId="{383744F1-D898-4752-B181-D1CBFBB69390}" srcOrd="3" destOrd="0" presId="urn:microsoft.com/office/officeart/2018/2/layout/IconVerticalSolidList"/>
    <dgm:cxn modelId="{088AB0A7-ED8B-4E95-BFD5-443BE23A5C58}" type="presParOf" srcId="{52C4AFCE-FC46-479D-98B5-86466A62911F}" destId="{244230B0-8B3E-4422-9677-DDDD42D79EC5}" srcOrd="3" destOrd="0" presId="urn:microsoft.com/office/officeart/2018/2/layout/IconVerticalSolidList"/>
    <dgm:cxn modelId="{90442544-81BB-439C-B04D-FC5B8DA0EFFF}" type="presParOf" srcId="{52C4AFCE-FC46-479D-98B5-86466A62911F}" destId="{8CB60D78-695D-4FA4-BEC4-D2451F8C5669}" srcOrd="4" destOrd="0" presId="urn:microsoft.com/office/officeart/2018/2/layout/IconVerticalSolidList"/>
    <dgm:cxn modelId="{3960AEC8-D0AC-4E54-ABA4-D73165393BEB}" type="presParOf" srcId="{8CB60D78-695D-4FA4-BEC4-D2451F8C5669}" destId="{E6B9A08F-9876-4D90-850D-1D9E85438A63}" srcOrd="0" destOrd="0" presId="urn:microsoft.com/office/officeart/2018/2/layout/IconVerticalSolidList"/>
    <dgm:cxn modelId="{23E3C29D-A688-4283-B3FF-F5A43C1D8D4F}" type="presParOf" srcId="{8CB60D78-695D-4FA4-BEC4-D2451F8C5669}" destId="{8A288882-B385-4C75-8ECC-6C3589069F42}" srcOrd="1" destOrd="0" presId="urn:microsoft.com/office/officeart/2018/2/layout/IconVerticalSolidList"/>
    <dgm:cxn modelId="{355AF681-EE29-4260-A880-63B96FBBBD8E}" type="presParOf" srcId="{8CB60D78-695D-4FA4-BEC4-D2451F8C5669}" destId="{58685E2C-F2B3-4506-8705-5511F7C2DE71}" srcOrd="2" destOrd="0" presId="urn:microsoft.com/office/officeart/2018/2/layout/IconVerticalSolidList"/>
    <dgm:cxn modelId="{F1EA05C5-6337-44BE-8CFD-7A2CE7760B0A}" type="presParOf" srcId="{8CB60D78-695D-4FA4-BEC4-D2451F8C5669}" destId="{523AF11E-5921-4346-A58D-A60399AB4267}" srcOrd="3" destOrd="0" presId="urn:microsoft.com/office/officeart/2018/2/layout/IconVerticalSolidList"/>
    <dgm:cxn modelId="{A9FBC5B9-28F9-4CE2-B287-E97FEC6AE9B4}" type="presParOf" srcId="{52C4AFCE-FC46-479D-98B5-86466A62911F}" destId="{0903A8A8-A92C-446D-ACEB-432D4265AEE2}" srcOrd="5" destOrd="0" presId="urn:microsoft.com/office/officeart/2018/2/layout/IconVerticalSolidList"/>
    <dgm:cxn modelId="{6722280B-8D28-4204-8E3A-2D234E9F5EDC}" type="presParOf" srcId="{52C4AFCE-FC46-479D-98B5-86466A62911F}" destId="{3AD7AFC9-66EC-43D2-A9C7-38F19E9E140B}" srcOrd="6" destOrd="0" presId="urn:microsoft.com/office/officeart/2018/2/layout/IconVerticalSolidList"/>
    <dgm:cxn modelId="{A4C1ADF2-81D7-4ADB-B06A-27A09192CE89}" type="presParOf" srcId="{3AD7AFC9-66EC-43D2-A9C7-38F19E9E140B}" destId="{C5AB128A-EE9D-4D9E-935F-ED64C258F055}" srcOrd="0" destOrd="0" presId="urn:microsoft.com/office/officeart/2018/2/layout/IconVerticalSolidList"/>
    <dgm:cxn modelId="{60118753-B319-4E1B-8995-FF6368B25990}" type="presParOf" srcId="{3AD7AFC9-66EC-43D2-A9C7-38F19E9E140B}" destId="{2769337D-7FF0-49B9-986F-DB10AA7E850B}" srcOrd="1" destOrd="0" presId="urn:microsoft.com/office/officeart/2018/2/layout/IconVerticalSolidList"/>
    <dgm:cxn modelId="{E6245E00-ED47-478D-8E30-D0109A6135F9}" type="presParOf" srcId="{3AD7AFC9-66EC-43D2-A9C7-38F19E9E140B}" destId="{B25C704F-C979-4A1B-9ED1-7FCDF2171A09}" srcOrd="2" destOrd="0" presId="urn:microsoft.com/office/officeart/2018/2/layout/IconVerticalSolidList"/>
    <dgm:cxn modelId="{A85EC6BA-096B-45A3-BC3C-3ED9110CF647}" type="presParOf" srcId="{3AD7AFC9-66EC-43D2-A9C7-38F19E9E140B}" destId="{91B1CDD1-8954-4CAE-9460-62A847CB2F4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F56D32B-29F3-463C-86E8-2543E7611F80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63A202DE-EB03-41C0-B7BA-DA13A6B5CF46}">
      <dgm:prSet/>
      <dgm:spPr/>
      <dgm:t>
        <a:bodyPr/>
        <a:lstStyle/>
        <a:p>
          <a:r>
            <a:rPr lang="en-US" b="0" i="0"/>
            <a:t>The client and adaptee classes have incompatible interfaces.</a:t>
          </a:r>
          <a:endParaRPr lang="en-US"/>
        </a:p>
      </dgm:t>
    </dgm:pt>
    <dgm:pt modelId="{E2889191-6165-4A45-9433-8E68E1838C4F}" type="parTrans" cxnId="{F5FDCF2F-773C-449E-A274-775A87DC72E1}">
      <dgm:prSet/>
      <dgm:spPr/>
      <dgm:t>
        <a:bodyPr/>
        <a:lstStyle/>
        <a:p>
          <a:endParaRPr lang="en-US"/>
        </a:p>
      </dgm:t>
    </dgm:pt>
    <dgm:pt modelId="{2ED556F2-23BB-4DB3-B1A6-1B0AE8AF657E}" type="sibTrans" cxnId="{F5FDCF2F-773C-449E-A274-775A87DC72E1}">
      <dgm:prSet/>
      <dgm:spPr/>
      <dgm:t>
        <a:bodyPr/>
        <a:lstStyle/>
        <a:p>
          <a:endParaRPr lang="en-US"/>
        </a:p>
      </dgm:t>
    </dgm:pt>
    <dgm:pt modelId="{C7273A55-6B90-47D3-9E17-2048ADE7748B}">
      <dgm:prSet/>
      <dgm:spPr/>
      <dgm:t>
        <a:bodyPr/>
        <a:lstStyle/>
        <a:p>
          <a:r>
            <a:rPr lang="en-US" b="0" i="0"/>
            <a:t>An adapter is a wrapper class that wraps the adaptee, hiding it from the client.</a:t>
          </a:r>
          <a:endParaRPr lang="en-US"/>
        </a:p>
      </dgm:t>
    </dgm:pt>
    <dgm:pt modelId="{3FEBDBBE-B4D3-4660-85EE-420D1771909A}" type="parTrans" cxnId="{4C504548-D801-4A55-B433-34AC49BF8B69}">
      <dgm:prSet/>
      <dgm:spPr/>
      <dgm:t>
        <a:bodyPr/>
        <a:lstStyle/>
        <a:p>
          <a:endParaRPr lang="en-US"/>
        </a:p>
      </dgm:t>
    </dgm:pt>
    <dgm:pt modelId="{C0CD24A1-5206-41E4-BCDC-6D0A56C1B251}" type="sibTrans" cxnId="{4C504548-D801-4A55-B433-34AC49BF8B69}">
      <dgm:prSet/>
      <dgm:spPr/>
      <dgm:t>
        <a:bodyPr/>
        <a:lstStyle/>
        <a:p>
          <a:endParaRPr lang="en-US"/>
        </a:p>
      </dgm:t>
    </dgm:pt>
    <dgm:pt modelId="{D2777C4D-7498-4A77-8C79-99257AA0D3A9}">
      <dgm:prSet/>
      <dgm:spPr/>
      <dgm:t>
        <a:bodyPr/>
        <a:lstStyle/>
        <a:p>
          <a:r>
            <a:rPr lang="en-US" b="0" i="0"/>
            <a:t>The client sends requests indirectly to the adaptee by using the adapter’s target interface.</a:t>
          </a:r>
          <a:endParaRPr lang="en-US"/>
        </a:p>
      </dgm:t>
    </dgm:pt>
    <dgm:pt modelId="{AF1D8B02-85C1-45B2-8C50-2A181BD18A84}" type="parTrans" cxnId="{0F5F1D7C-1FA7-4B1F-9C2A-2BEA19B424F5}">
      <dgm:prSet/>
      <dgm:spPr/>
      <dgm:t>
        <a:bodyPr/>
        <a:lstStyle/>
        <a:p>
          <a:endParaRPr lang="en-US"/>
        </a:p>
      </dgm:t>
    </dgm:pt>
    <dgm:pt modelId="{67FAC2F8-2060-4B88-837D-2A382B004AA9}" type="sibTrans" cxnId="{0F5F1D7C-1FA7-4B1F-9C2A-2BEA19B424F5}">
      <dgm:prSet/>
      <dgm:spPr/>
      <dgm:t>
        <a:bodyPr/>
        <a:lstStyle/>
        <a:p>
          <a:endParaRPr lang="en-US"/>
        </a:p>
      </dgm:t>
    </dgm:pt>
    <dgm:pt modelId="{B0BC6C89-EA79-4440-8FDD-3A98B3508A6A}">
      <dgm:prSet/>
      <dgm:spPr/>
      <dgm:t>
        <a:bodyPr/>
        <a:lstStyle/>
        <a:p>
          <a:r>
            <a:rPr lang="en-US" b="0" i="0"/>
            <a:t>The adapter translates the request sent by the client class into a request that the adaptee class is expecting.</a:t>
          </a:r>
          <a:endParaRPr lang="en-US"/>
        </a:p>
      </dgm:t>
    </dgm:pt>
    <dgm:pt modelId="{C613B210-3883-451A-B2B5-ECEF961B3DA7}" type="parTrans" cxnId="{E55F2C98-FD84-4892-A1A4-0938BBECB0AF}">
      <dgm:prSet/>
      <dgm:spPr/>
      <dgm:t>
        <a:bodyPr/>
        <a:lstStyle/>
        <a:p>
          <a:endParaRPr lang="en-US"/>
        </a:p>
      </dgm:t>
    </dgm:pt>
    <dgm:pt modelId="{3178993C-50F4-4AA1-88A5-04971E330FFD}" type="sibTrans" cxnId="{E55F2C98-FD84-4892-A1A4-0938BBECB0AF}">
      <dgm:prSet/>
      <dgm:spPr/>
      <dgm:t>
        <a:bodyPr/>
        <a:lstStyle/>
        <a:p>
          <a:endParaRPr lang="en-US"/>
        </a:p>
      </dgm:t>
    </dgm:pt>
    <dgm:pt modelId="{740C30DC-7347-49BE-B3D5-64A93A226132}" type="pres">
      <dgm:prSet presAssocID="{DF56D32B-29F3-463C-86E8-2543E7611F80}" presName="root" presStyleCnt="0">
        <dgm:presLayoutVars>
          <dgm:dir/>
          <dgm:resizeHandles val="exact"/>
        </dgm:presLayoutVars>
      </dgm:prSet>
      <dgm:spPr/>
    </dgm:pt>
    <dgm:pt modelId="{87C36357-B491-4E90-826D-36FFD2A3E989}" type="pres">
      <dgm:prSet presAssocID="{63A202DE-EB03-41C0-B7BA-DA13A6B5CF46}" presName="compNode" presStyleCnt="0"/>
      <dgm:spPr/>
    </dgm:pt>
    <dgm:pt modelId="{2684B780-F650-4B39-81CC-2153CB53043A}" type="pres">
      <dgm:prSet presAssocID="{63A202DE-EB03-41C0-B7BA-DA13A6B5CF46}" presName="bgRect" presStyleLbl="bgShp" presStyleIdx="0" presStyleCnt="4"/>
      <dgm:spPr/>
    </dgm:pt>
    <dgm:pt modelId="{CAE95D46-95CC-48C9-8D9E-407665EAF63F}" type="pres">
      <dgm:prSet presAssocID="{63A202DE-EB03-41C0-B7BA-DA13A6B5CF46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FA7DCC3B-FAEA-49EF-BC2C-EA88075CB158}" type="pres">
      <dgm:prSet presAssocID="{63A202DE-EB03-41C0-B7BA-DA13A6B5CF46}" presName="spaceRect" presStyleCnt="0"/>
      <dgm:spPr/>
    </dgm:pt>
    <dgm:pt modelId="{ECD199A5-42E1-492C-8972-B1151CADE2A1}" type="pres">
      <dgm:prSet presAssocID="{63A202DE-EB03-41C0-B7BA-DA13A6B5CF46}" presName="parTx" presStyleLbl="revTx" presStyleIdx="0" presStyleCnt="4">
        <dgm:presLayoutVars>
          <dgm:chMax val="0"/>
          <dgm:chPref val="0"/>
        </dgm:presLayoutVars>
      </dgm:prSet>
      <dgm:spPr/>
    </dgm:pt>
    <dgm:pt modelId="{D62D316F-68E2-4620-921B-574BA4186F88}" type="pres">
      <dgm:prSet presAssocID="{2ED556F2-23BB-4DB3-B1A6-1B0AE8AF657E}" presName="sibTrans" presStyleCnt="0"/>
      <dgm:spPr/>
    </dgm:pt>
    <dgm:pt modelId="{CBEE4F6D-5EAA-40AE-826B-E18237B3D42B}" type="pres">
      <dgm:prSet presAssocID="{C7273A55-6B90-47D3-9E17-2048ADE7748B}" presName="compNode" presStyleCnt="0"/>
      <dgm:spPr/>
    </dgm:pt>
    <dgm:pt modelId="{3A9FB05D-A4CE-4CD5-91AE-ECE1675D530A}" type="pres">
      <dgm:prSet presAssocID="{C7273A55-6B90-47D3-9E17-2048ADE7748B}" presName="bgRect" presStyleLbl="bgShp" presStyleIdx="1" presStyleCnt="4"/>
      <dgm:spPr/>
    </dgm:pt>
    <dgm:pt modelId="{1D5787E1-21F6-4AD9-A3F7-7FC0AB4B0143}" type="pres">
      <dgm:prSet presAssocID="{C7273A55-6B90-47D3-9E17-2048ADE7748B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9F2397A8-D629-4A5E-BB57-7C1D1DF4ACF4}" type="pres">
      <dgm:prSet presAssocID="{C7273A55-6B90-47D3-9E17-2048ADE7748B}" presName="spaceRect" presStyleCnt="0"/>
      <dgm:spPr/>
    </dgm:pt>
    <dgm:pt modelId="{CDC695F7-104D-4249-B15A-F1D0293A9753}" type="pres">
      <dgm:prSet presAssocID="{C7273A55-6B90-47D3-9E17-2048ADE7748B}" presName="parTx" presStyleLbl="revTx" presStyleIdx="1" presStyleCnt="4">
        <dgm:presLayoutVars>
          <dgm:chMax val="0"/>
          <dgm:chPref val="0"/>
        </dgm:presLayoutVars>
      </dgm:prSet>
      <dgm:spPr/>
    </dgm:pt>
    <dgm:pt modelId="{C40D8850-FA53-4E51-A7B5-D7A0C9BACA7F}" type="pres">
      <dgm:prSet presAssocID="{C0CD24A1-5206-41E4-BCDC-6D0A56C1B251}" presName="sibTrans" presStyleCnt="0"/>
      <dgm:spPr/>
    </dgm:pt>
    <dgm:pt modelId="{8BA7BEA0-4328-49CB-9D07-FE9BF38160F1}" type="pres">
      <dgm:prSet presAssocID="{D2777C4D-7498-4A77-8C79-99257AA0D3A9}" presName="compNode" presStyleCnt="0"/>
      <dgm:spPr/>
    </dgm:pt>
    <dgm:pt modelId="{8B53467A-F8CC-4345-A17B-492CCD8F72BD}" type="pres">
      <dgm:prSet presAssocID="{D2777C4D-7498-4A77-8C79-99257AA0D3A9}" presName="bgRect" presStyleLbl="bgShp" presStyleIdx="2" presStyleCnt="4"/>
      <dgm:spPr/>
    </dgm:pt>
    <dgm:pt modelId="{A435DA59-FCB3-4915-9EFF-B77EEF207FEA}" type="pres">
      <dgm:prSet presAssocID="{D2777C4D-7498-4A77-8C79-99257AA0D3A9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ream"/>
        </a:ext>
      </dgm:extLst>
    </dgm:pt>
    <dgm:pt modelId="{76B80E4B-74E7-4323-AD0A-BB799BFF87C0}" type="pres">
      <dgm:prSet presAssocID="{D2777C4D-7498-4A77-8C79-99257AA0D3A9}" presName="spaceRect" presStyleCnt="0"/>
      <dgm:spPr/>
    </dgm:pt>
    <dgm:pt modelId="{1B2FD727-AE1E-49F4-835D-4720AFBC155D}" type="pres">
      <dgm:prSet presAssocID="{D2777C4D-7498-4A77-8C79-99257AA0D3A9}" presName="parTx" presStyleLbl="revTx" presStyleIdx="2" presStyleCnt="4">
        <dgm:presLayoutVars>
          <dgm:chMax val="0"/>
          <dgm:chPref val="0"/>
        </dgm:presLayoutVars>
      </dgm:prSet>
      <dgm:spPr/>
    </dgm:pt>
    <dgm:pt modelId="{293E5C42-9472-456E-9F32-2926FFF18A91}" type="pres">
      <dgm:prSet presAssocID="{67FAC2F8-2060-4B88-837D-2A382B004AA9}" presName="sibTrans" presStyleCnt="0"/>
      <dgm:spPr/>
    </dgm:pt>
    <dgm:pt modelId="{A7AC12F0-044B-472B-8255-CD324D760AE1}" type="pres">
      <dgm:prSet presAssocID="{B0BC6C89-EA79-4440-8FDD-3A98B3508A6A}" presName="compNode" presStyleCnt="0"/>
      <dgm:spPr/>
    </dgm:pt>
    <dgm:pt modelId="{F2536757-040F-44CD-A3F8-93750E5A3973}" type="pres">
      <dgm:prSet presAssocID="{B0BC6C89-EA79-4440-8FDD-3A98B3508A6A}" presName="bgRect" presStyleLbl="bgShp" presStyleIdx="3" presStyleCnt="4"/>
      <dgm:spPr/>
    </dgm:pt>
    <dgm:pt modelId="{A7A289A5-EA58-482B-8D79-D5B37B4DACD7}" type="pres">
      <dgm:prSet presAssocID="{B0BC6C89-EA79-4440-8FDD-3A98B3508A6A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0E22BFF9-A9E5-46F9-96D4-62CA24D193EF}" type="pres">
      <dgm:prSet presAssocID="{B0BC6C89-EA79-4440-8FDD-3A98B3508A6A}" presName="spaceRect" presStyleCnt="0"/>
      <dgm:spPr/>
    </dgm:pt>
    <dgm:pt modelId="{8EB0F05D-2293-4161-9AC9-7A09530D02DA}" type="pres">
      <dgm:prSet presAssocID="{B0BC6C89-EA79-4440-8FDD-3A98B3508A6A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F5FDCF2F-773C-449E-A274-775A87DC72E1}" srcId="{DF56D32B-29F3-463C-86E8-2543E7611F80}" destId="{63A202DE-EB03-41C0-B7BA-DA13A6B5CF46}" srcOrd="0" destOrd="0" parTransId="{E2889191-6165-4A45-9433-8E68E1838C4F}" sibTransId="{2ED556F2-23BB-4DB3-B1A6-1B0AE8AF657E}"/>
    <dgm:cxn modelId="{4C504548-D801-4A55-B433-34AC49BF8B69}" srcId="{DF56D32B-29F3-463C-86E8-2543E7611F80}" destId="{C7273A55-6B90-47D3-9E17-2048ADE7748B}" srcOrd="1" destOrd="0" parTransId="{3FEBDBBE-B4D3-4660-85EE-420D1771909A}" sibTransId="{C0CD24A1-5206-41E4-BCDC-6D0A56C1B251}"/>
    <dgm:cxn modelId="{A9E1BE70-0E1D-423B-9067-6F2CD647D4EE}" type="presOf" srcId="{DF56D32B-29F3-463C-86E8-2543E7611F80}" destId="{740C30DC-7347-49BE-B3D5-64A93A226132}" srcOrd="0" destOrd="0" presId="urn:microsoft.com/office/officeart/2018/2/layout/IconVerticalSolidList"/>
    <dgm:cxn modelId="{0F5F1D7C-1FA7-4B1F-9C2A-2BEA19B424F5}" srcId="{DF56D32B-29F3-463C-86E8-2543E7611F80}" destId="{D2777C4D-7498-4A77-8C79-99257AA0D3A9}" srcOrd="2" destOrd="0" parTransId="{AF1D8B02-85C1-45B2-8C50-2A181BD18A84}" sibTransId="{67FAC2F8-2060-4B88-837D-2A382B004AA9}"/>
    <dgm:cxn modelId="{E55F2C98-FD84-4892-A1A4-0938BBECB0AF}" srcId="{DF56D32B-29F3-463C-86E8-2543E7611F80}" destId="{B0BC6C89-EA79-4440-8FDD-3A98B3508A6A}" srcOrd="3" destOrd="0" parTransId="{C613B210-3883-451A-B2B5-ECEF961B3DA7}" sibTransId="{3178993C-50F4-4AA1-88A5-04971E330FFD}"/>
    <dgm:cxn modelId="{BB78299C-DFC9-46EF-84D8-3255ACFB7435}" type="presOf" srcId="{D2777C4D-7498-4A77-8C79-99257AA0D3A9}" destId="{1B2FD727-AE1E-49F4-835D-4720AFBC155D}" srcOrd="0" destOrd="0" presId="urn:microsoft.com/office/officeart/2018/2/layout/IconVerticalSolidList"/>
    <dgm:cxn modelId="{7BC3DBE8-B245-4CF1-8779-0C357616CA8A}" type="presOf" srcId="{C7273A55-6B90-47D3-9E17-2048ADE7748B}" destId="{CDC695F7-104D-4249-B15A-F1D0293A9753}" srcOrd="0" destOrd="0" presId="urn:microsoft.com/office/officeart/2018/2/layout/IconVerticalSolidList"/>
    <dgm:cxn modelId="{8D7D81EE-A002-450A-904F-98E731A09858}" type="presOf" srcId="{B0BC6C89-EA79-4440-8FDD-3A98B3508A6A}" destId="{8EB0F05D-2293-4161-9AC9-7A09530D02DA}" srcOrd="0" destOrd="0" presId="urn:microsoft.com/office/officeart/2018/2/layout/IconVerticalSolidList"/>
    <dgm:cxn modelId="{838892F8-378B-497B-BA1B-E2C33AF45629}" type="presOf" srcId="{63A202DE-EB03-41C0-B7BA-DA13A6B5CF46}" destId="{ECD199A5-42E1-492C-8972-B1151CADE2A1}" srcOrd="0" destOrd="0" presId="urn:microsoft.com/office/officeart/2018/2/layout/IconVerticalSolidList"/>
    <dgm:cxn modelId="{1531E63C-DDCE-49B7-BEA2-FC44CFBC5BF1}" type="presParOf" srcId="{740C30DC-7347-49BE-B3D5-64A93A226132}" destId="{87C36357-B491-4E90-826D-36FFD2A3E989}" srcOrd="0" destOrd="0" presId="urn:microsoft.com/office/officeart/2018/2/layout/IconVerticalSolidList"/>
    <dgm:cxn modelId="{7A919261-31F2-4598-8C18-C38C6C55610A}" type="presParOf" srcId="{87C36357-B491-4E90-826D-36FFD2A3E989}" destId="{2684B780-F650-4B39-81CC-2153CB53043A}" srcOrd="0" destOrd="0" presId="urn:microsoft.com/office/officeart/2018/2/layout/IconVerticalSolidList"/>
    <dgm:cxn modelId="{32A9EF2A-B817-4951-830C-8253F830B513}" type="presParOf" srcId="{87C36357-B491-4E90-826D-36FFD2A3E989}" destId="{CAE95D46-95CC-48C9-8D9E-407665EAF63F}" srcOrd="1" destOrd="0" presId="urn:microsoft.com/office/officeart/2018/2/layout/IconVerticalSolidList"/>
    <dgm:cxn modelId="{2425E141-7FFF-4265-B7FD-9BF9EF7E1E87}" type="presParOf" srcId="{87C36357-B491-4E90-826D-36FFD2A3E989}" destId="{FA7DCC3B-FAEA-49EF-BC2C-EA88075CB158}" srcOrd="2" destOrd="0" presId="urn:microsoft.com/office/officeart/2018/2/layout/IconVerticalSolidList"/>
    <dgm:cxn modelId="{B5AA5870-DDE4-413D-A4C6-EACC10659EEF}" type="presParOf" srcId="{87C36357-B491-4E90-826D-36FFD2A3E989}" destId="{ECD199A5-42E1-492C-8972-B1151CADE2A1}" srcOrd="3" destOrd="0" presId="urn:microsoft.com/office/officeart/2018/2/layout/IconVerticalSolidList"/>
    <dgm:cxn modelId="{E4FBF71A-D581-4B07-9FE6-FDB0161AE050}" type="presParOf" srcId="{740C30DC-7347-49BE-B3D5-64A93A226132}" destId="{D62D316F-68E2-4620-921B-574BA4186F88}" srcOrd="1" destOrd="0" presId="urn:microsoft.com/office/officeart/2018/2/layout/IconVerticalSolidList"/>
    <dgm:cxn modelId="{898EFAC8-6D03-4482-BF0E-4744094BE511}" type="presParOf" srcId="{740C30DC-7347-49BE-B3D5-64A93A226132}" destId="{CBEE4F6D-5EAA-40AE-826B-E18237B3D42B}" srcOrd="2" destOrd="0" presId="urn:microsoft.com/office/officeart/2018/2/layout/IconVerticalSolidList"/>
    <dgm:cxn modelId="{E61A65A9-76C1-45BE-9140-2A8BBA5B6285}" type="presParOf" srcId="{CBEE4F6D-5EAA-40AE-826B-E18237B3D42B}" destId="{3A9FB05D-A4CE-4CD5-91AE-ECE1675D530A}" srcOrd="0" destOrd="0" presId="urn:microsoft.com/office/officeart/2018/2/layout/IconVerticalSolidList"/>
    <dgm:cxn modelId="{62BED89F-DF70-4C14-A0EA-B7F453901ECB}" type="presParOf" srcId="{CBEE4F6D-5EAA-40AE-826B-E18237B3D42B}" destId="{1D5787E1-21F6-4AD9-A3F7-7FC0AB4B0143}" srcOrd="1" destOrd="0" presId="urn:microsoft.com/office/officeart/2018/2/layout/IconVerticalSolidList"/>
    <dgm:cxn modelId="{1563E36E-2532-4B1F-B36C-709167690910}" type="presParOf" srcId="{CBEE4F6D-5EAA-40AE-826B-E18237B3D42B}" destId="{9F2397A8-D629-4A5E-BB57-7C1D1DF4ACF4}" srcOrd="2" destOrd="0" presId="urn:microsoft.com/office/officeart/2018/2/layout/IconVerticalSolidList"/>
    <dgm:cxn modelId="{2BEF29B6-90E3-4EA5-B667-D1CAC8D19FE3}" type="presParOf" srcId="{CBEE4F6D-5EAA-40AE-826B-E18237B3D42B}" destId="{CDC695F7-104D-4249-B15A-F1D0293A9753}" srcOrd="3" destOrd="0" presId="urn:microsoft.com/office/officeart/2018/2/layout/IconVerticalSolidList"/>
    <dgm:cxn modelId="{D89C74E9-AFE9-4D40-8C11-160DC69A8C3B}" type="presParOf" srcId="{740C30DC-7347-49BE-B3D5-64A93A226132}" destId="{C40D8850-FA53-4E51-A7B5-D7A0C9BACA7F}" srcOrd="3" destOrd="0" presId="urn:microsoft.com/office/officeart/2018/2/layout/IconVerticalSolidList"/>
    <dgm:cxn modelId="{8C89A297-9B16-4433-99CA-597B521A3762}" type="presParOf" srcId="{740C30DC-7347-49BE-B3D5-64A93A226132}" destId="{8BA7BEA0-4328-49CB-9D07-FE9BF38160F1}" srcOrd="4" destOrd="0" presId="urn:microsoft.com/office/officeart/2018/2/layout/IconVerticalSolidList"/>
    <dgm:cxn modelId="{4C9D3E0E-8044-44B2-81B2-767D8180AACC}" type="presParOf" srcId="{8BA7BEA0-4328-49CB-9D07-FE9BF38160F1}" destId="{8B53467A-F8CC-4345-A17B-492CCD8F72BD}" srcOrd="0" destOrd="0" presId="urn:microsoft.com/office/officeart/2018/2/layout/IconVerticalSolidList"/>
    <dgm:cxn modelId="{C3AAD315-47F8-40FB-98CB-F16DF2EBE9F4}" type="presParOf" srcId="{8BA7BEA0-4328-49CB-9D07-FE9BF38160F1}" destId="{A435DA59-FCB3-4915-9EFF-B77EEF207FEA}" srcOrd="1" destOrd="0" presId="urn:microsoft.com/office/officeart/2018/2/layout/IconVerticalSolidList"/>
    <dgm:cxn modelId="{2CE77903-1B66-4DCF-808B-EE818B07B9CC}" type="presParOf" srcId="{8BA7BEA0-4328-49CB-9D07-FE9BF38160F1}" destId="{76B80E4B-74E7-4323-AD0A-BB799BFF87C0}" srcOrd="2" destOrd="0" presId="urn:microsoft.com/office/officeart/2018/2/layout/IconVerticalSolidList"/>
    <dgm:cxn modelId="{75ADE925-A5FB-4281-A2DC-CA5A9C730566}" type="presParOf" srcId="{8BA7BEA0-4328-49CB-9D07-FE9BF38160F1}" destId="{1B2FD727-AE1E-49F4-835D-4720AFBC155D}" srcOrd="3" destOrd="0" presId="urn:microsoft.com/office/officeart/2018/2/layout/IconVerticalSolidList"/>
    <dgm:cxn modelId="{37074DED-3BF1-4988-804F-6173286A4708}" type="presParOf" srcId="{740C30DC-7347-49BE-B3D5-64A93A226132}" destId="{293E5C42-9472-456E-9F32-2926FFF18A91}" srcOrd="5" destOrd="0" presId="urn:microsoft.com/office/officeart/2018/2/layout/IconVerticalSolidList"/>
    <dgm:cxn modelId="{99A116BA-AC96-4BFC-AE14-0E8F72FA0DF8}" type="presParOf" srcId="{740C30DC-7347-49BE-B3D5-64A93A226132}" destId="{A7AC12F0-044B-472B-8255-CD324D760AE1}" srcOrd="6" destOrd="0" presId="urn:microsoft.com/office/officeart/2018/2/layout/IconVerticalSolidList"/>
    <dgm:cxn modelId="{D7D87566-BB01-4673-841B-1D5E8B0024F6}" type="presParOf" srcId="{A7AC12F0-044B-472B-8255-CD324D760AE1}" destId="{F2536757-040F-44CD-A3F8-93750E5A3973}" srcOrd="0" destOrd="0" presId="urn:microsoft.com/office/officeart/2018/2/layout/IconVerticalSolidList"/>
    <dgm:cxn modelId="{2D618FB1-4379-4D4B-B16F-C58B5CCDE9B6}" type="presParOf" srcId="{A7AC12F0-044B-472B-8255-CD324D760AE1}" destId="{A7A289A5-EA58-482B-8D79-D5B37B4DACD7}" srcOrd="1" destOrd="0" presId="urn:microsoft.com/office/officeart/2018/2/layout/IconVerticalSolidList"/>
    <dgm:cxn modelId="{390096DB-7459-42C9-8F25-91A6C20A3318}" type="presParOf" srcId="{A7AC12F0-044B-472B-8255-CD324D760AE1}" destId="{0E22BFF9-A9E5-46F9-96D4-62CA24D193EF}" srcOrd="2" destOrd="0" presId="urn:microsoft.com/office/officeart/2018/2/layout/IconVerticalSolidList"/>
    <dgm:cxn modelId="{BCBF4EE0-E4C2-40E1-BC46-94D023B51BFF}" type="presParOf" srcId="{A7AC12F0-044B-472B-8255-CD324D760AE1}" destId="{8EB0F05D-2293-4161-9AC9-7A09530D02D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AB80F02-FB11-481C-9617-3D8F52B6FEF0}" type="doc">
      <dgm:prSet loTypeId="urn:microsoft.com/office/officeart/2005/8/layout/vList2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C5789D3D-7A1A-4A21-BBE0-69FA8CBF6832}">
      <dgm:prSet/>
      <dgm:spPr/>
      <dgm:t>
        <a:bodyPr/>
        <a:lstStyle/>
        <a:p>
          <a:r>
            <a:rPr lang="en-US" b="0" i="0"/>
            <a:t>In the Adapter pattern, you are trying to alter an interface so that your clients do not see any difference between the interfaces. </a:t>
          </a:r>
          <a:endParaRPr lang="en-US"/>
        </a:p>
      </dgm:t>
    </dgm:pt>
    <dgm:pt modelId="{16F254C2-E808-41D9-BD15-D81B51C8AA3E}" type="parTrans" cxnId="{17E5EE9D-E4BB-41D6-8FDD-F981EAB9FFF2}">
      <dgm:prSet/>
      <dgm:spPr/>
      <dgm:t>
        <a:bodyPr/>
        <a:lstStyle/>
        <a:p>
          <a:endParaRPr lang="en-US"/>
        </a:p>
      </dgm:t>
    </dgm:pt>
    <dgm:pt modelId="{C41C6D89-D6F3-4C70-BDBD-FFE25653B9BA}" type="sibTrans" cxnId="{17E5EE9D-E4BB-41D6-8FDD-F981EAB9FFF2}">
      <dgm:prSet/>
      <dgm:spPr/>
      <dgm:t>
        <a:bodyPr/>
        <a:lstStyle/>
        <a:p>
          <a:endParaRPr lang="en-US"/>
        </a:p>
      </dgm:t>
    </dgm:pt>
    <dgm:pt modelId="{9172230B-520D-44F1-A624-251CE6ADB555}">
      <dgm:prSet/>
      <dgm:spPr/>
      <dgm:t>
        <a:bodyPr/>
        <a:lstStyle/>
        <a:p>
          <a:r>
            <a:rPr lang="en-US" b="0" i="0"/>
            <a:t>By contrast, the Facade pattern simplifies the interface.</a:t>
          </a:r>
          <a:endParaRPr lang="en-US"/>
        </a:p>
      </dgm:t>
    </dgm:pt>
    <dgm:pt modelId="{8DEB4A7B-88D0-4CF0-A5B8-285E0242CFF3}" type="parTrans" cxnId="{C90664B4-51E4-4584-91F9-7375784C8AD0}">
      <dgm:prSet/>
      <dgm:spPr/>
      <dgm:t>
        <a:bodyPr/>
        <a:lstStyle/>
        <a:p>
          <a:endParaRPr lang="en-US"/>
        </a:p>
      </dgm:t>
    </dgm:pt>
    <dgm:pt modelId="{66C33445-3E3F-4E84-B543-21C9CAFDA7E2}" type="sibTrans" cxnId="{C90664B4-51E4-4584-91F9-7375784C8AD0}">
      <dgm:prSet/>
      <dgm:spPr/>
      <dgm:t>
        <a:bodyPr/>
        <a:lstStyle/>
        <a:p>
          <a:endParaRPr lang="en-US"/>
        </a:p>
      </dgm:t>
    </dgm:pt>
    <dgm:pt modelId="{89F7D3F7-E1C4-44EC-93A6-4C86E097ED6B}">
      <dgm:prSet/>
      <dgm:spPr/>
      <dgm:t>
        <a:bodyPr/>
        <a:lstStyle/>
        <a:p>
          <a:r>
            <a:rPr lang="en-US" b="0" i="0"/>
            <a:t>It presents the client with a simple interface to interact with (instead of a complex subsystem).</a:t>
          </a:r>
          <a:endParaRPr lang="en-US"/>
        </a:p>
      </dgm:t>
    </dgm:pt>
    <dgm:pt modelId="{E4087695-B66E-4725-B3F3-D8C7551F834E}" type="parTrans" cxnId="{91114FA0-B98D-4615-BB8C-F7C5AF8A764F}">
      <dgm:prSet/>
      <dgm:spPr/>
      <dgm:t>
        <a:bodyPr/>
        <a:lstStyle/>
        <a:p>
          <a:endParaRPr lang="en-US"/>
        </a:p>
      </dgm:t>
    </dgm:pt>
    <dgm:pt modelId="{6D8484EF-F5F4-4E0B-8EF5-928A78023D57}" type="sibTrans" cxnId="{91114FA0-B98D-4615-BB8C-F7C5AF8A764F}">
      <dgm:prSet/>
      <dgm:spPr/>
      <dgm:t>
        <a:bodyPr/>
        <a:lstStyle/>
        <a:p>
          <a:endParaRPr lang="en-US"/>
        </a:p>
      </dgm:t>
    </dgm:pt>
    <dgm:pt modelId="{710AB779-56AD-461F-8ECD-8738788B246D}" type="pres">
      <dgm:prSet presAssocID="{0AB80F02-FB11-481C-9617-3D8F52B6FEF0}" presName="linear" presStyleCnt="0">
        <dgm:presLayoutVars>
          <dgm:animLvl val="lvl"/>
          <dgm:resizeHandles val="exact"/>
        </dgm:presLayoutVars>
      </dgm:prSet>
      <dgm:spPr/>
    </dgm:pt>
    <dgm:pt modelId="{A0233441-3117-4946-816D-44B93847565B}" type="pres">
      <dgm:prSet presAssocID="{C5789D3D-7A1A-4A21-BBE0-69FA8CBF683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78D5134-C90E-4798-9FBD-2A1258030A0A}" type="pres">
      <dgm:prSet presAssocID="{C41C6D89-D6F3-4C70-BDBD-FFE25653B9BA}" presName="spacer" presStyleCnt="0"/>
      <dgm:spPr/>
    </dgm:pt>
    <dgm:pt modelId="{CDEC4265-3448-41C1-94CA-D0CAE1819FE1}" type="pres">
      <dgm:prSet presAssocID="{9172230B-520D-44F1-A624-251CE6ADB55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69436F9-A025-41FC-8C47-997AD2F4DE8D}" type="pres">
      <dgm:prSet presAssocID="{66C33445-3E3F-4E84-B543-21C9CAFDA7E2}" presName="spacer" presStyleCnt="0"/>
      <dgm:spPr/>
    </dgm:pt>
    <dgm:pt modelId="{27FB63DD-E5A3-4505-B94E-B14333FC35AD}" type="pres">
      <dgm:prSet presAssocID="{89F7D3F7-E1C4-44EC-93A6-4C86E097ED6B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7C403519-57D3-4707-856F-73DC8A86BA34}" type="presOf" srcId="{C5789D3D-7A1A-4A21-BBE0-69FA8CBF6832}" destId="{A0233441-3117-4946-816D-44B93847565B}" srcOrd="0" destOrd="0" presId="urn:microsoft.com/office/officeart/2005/8/layout/vList2"/>
    <dgm:cxn modelId="{D1609F32-7FD1-4A82-9813-5C291D8BAC16}" type="presOf" srcId="{9172230B-520D-44F1-A624-251CE6ADB555}" destId="{CDEC4265-3448-41C1-94CA-D0CAE1819FE1}" srcOrd="0" destOrd="0" presId="urn:microsoft.com/office/officeart/2005/8/layout/vList2"/>
    <dgm:cxn modelId="{17E5EE9D-E4BB-41D6-8FDD-F981EAB9FFF2}" srcId="{0AB80F02-FB11-481C-9617-3D8F52B6FEF0}" destId="{C5789D3D-7A1A-4A21-BBE0-69FA8CBF6832}" srcOrd="0" destOrd="0" parTransId="{16F254C2-E808-41D9-BD15-D81B51C8AA3E}" sibTransId="{C41C6D89-D6F3-4C70-BDBD-FFE25653B9BA}"/>
    <dgm:cxn modelId="{91114FA0-B98D-4615-BB8C-F7C5AF8A764F}" srcId="{0AB80F02-FB11-481C-9617-3D8F52B6FEF0}" destId="{89F7D3F7-E1C4-44EC-93A6-4C86E097ED6B}" srcOrd="2" destOrd="0" parTransId="{E4087695-B66E-4725-B3F3-D8C7551F834E}" sibTransId="{6D8484EF-F5F4-4E0B-8EF5-928A78023D57}"/>
    <dgm:cxn modelId="{C90664B4-51E4-4584-91F9-7375784C8AD0}" srcId="{0AB80F02-FB11-481C-9617-3D8F52B6FEF0}" destId="{9172230B-520D-44F1-A624-251CE6ADB555}" srcOrd="1" destOrd="0" parTransId="{8DEB4A7B-88D0-4CF0-A5B8-285E0242CFF3}" sibTransId="{66C33445-3E3F-4E84-B543-21C9CAFDA7E2}"/>
    <dgm:cxn modelId="{CA8AD4D7-F9F2-4445-B397-655072882251}" type="presOf" srcId="{0AB80F02-FB11-481C-9617-3D8F52B6FEF0}" destId="{710AB779-56AD-461F-8ECD-8738788B246D}" srcOrd="0" destOrd="0" presId="urn:microsoft.com/office/officeart/2005/8/layout/vList2"/>
    <dgm:cxn modelId="{3CE01CDF-6F0A-4B17-9CEE-83556ACBBB20}" type="presOf" srcId="{89F7D3F7-E1C4-44EC-93A6-4C86E097ED6B}" destId="{27FB63DD-E5A3-4505-B94E-B14333FC35AD}" srcOrd="0" destOrd="0" presId="urn:microsoft.com/office/officeart/2005/8/layout/vList2"/>
    <dgm:cxn modelId="{4EF1753C-0B3D-47C1-8179-01D34E985F54}" type="presParOf" srcId="{710AB779-56AD-461F-8ECD-8738788B246D}" destId="{A0233441-3117-4946-816D-44B93847565B}" srcOrd="0" destOrd="0" presId="urn:microsoft.com/office/officeart/2005/8/layout/vList2"/>
    <dgm:cxn modelId="{5BE04C5D-875E-4783-AED5-496F0FF47AE5}" type="presParOf" srcId="{710AB779-56AD-461F-8ECD-8738788B246D}" destId="{C78D5134-C90E-4798-9FBD-2A1258030A0A}" srcOrd="1" destOrd="0" presId="urn:microsoft.com/office/officeart/2005/8/layout/vList2"/>
    <dgm:cxn modelId="{B1D7BB35-DAAC-4294-9E86-2149DA985651}" type="presParOf" srcId="{710AB779-56AD-461F-8ECD-8738788B246D}" destId="{CDEC4265-3448-41C1-94CA-D0CAE1819FE1}" srcOrd="2" destOrd="0" presId="urn:microsoft.com/office/officeart/2005/8/layout/vList2"/>
    <dgm:cxn modelId="{D5A75A0E-263B-4B52-9DAA-F842FED806A5}" type="presParOf" srcId="{710AB779-56AD-461F-8ECD-8738788B246D}" destId="{969436F9-A025-41FC-8C47-997AD2F4DE8D}" srcOrd="3" destOrd="0" presId="urn:microsoft.com/office/officeart/2005/8/layout/vList2"/>
    <dgm:cxn modelId="{9390DE9B-4942-43A1-A6E6-E1A696D2D558}" type="presParOf" srcId="{710AB779-56AD-461F-8ECD-8738788B246D}" destId="{27FB63DD-E5A3-4505-B94E-B14333FC35AD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9C100C-E150-4380-AA70-7990A8A1A21F}">
      <dsp:nvSpPr>
        <dsp:cNvPr id="0" name=""/>
        <dsp:cNvSpPr/>
      </dsp:nvSpPr>
      <dsp:spPr>
        <a:xfrm>
          <a:off x="242540" y="0"/>
          <a:ext cx="2585922" cy="3631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>
              <a:latin typeface="Arial"/>
              <a:ea typeface="+mn-ea"/>
              <a:cs typeface="+mn-cs"/>
            </a:rPr>
            <a:t>Creational</a:t>
          </a:r>
          <a:r>
            <a:rPr lang="en-US" sz="2000" b="1" kern="1200"/>
            <a:t> (5)</a:t>
          </a:r>
        </a:p>
      </dsp:txBody>
      <dsp:txXfrm>
        <a:off x="253176" y="10636"/>
        <a:ext cx="2564650" cy="341860"/>
      </dsp:txXfrm>
    </dsp:sp>
    <dsp:sp modelId="{2345C84C-55F9-4323-BCFB-15982D922E90}">
      <dsp:nvSpPr>
        <dsp:cNvPr id="0" name=""/>
        <dsp:cNvSpPr/>
      </dsp:nvSpPr>
      <dsp:spPr>
        <a:xfrm>
          <a:off x="189296" y="429517"/>
          <a:ext cx="363132" cy="363132"/>
        </a:xfrm>
        <a:prstGeom prst="roundRect">
          <a:avLst>
            <a:gd name="adj" fmla="val 16670"/>
          </a:avLst>
        </a:prstGeom>
        <a:blipFill>
          <a:blip xmlns:r="http://schemas.openxmlformats.org/officeDocument/2006/relationships" r:embed="rId1">
            <a:extLs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1F2E92-ECAF-4744-B20C-3B1B8FB0B0E2}">
      <dsp:nvSpPr>
        <dsp:cNvPr id="0" name=""/>
        <dsp:cNvSpPr/>
      </dsp:nvSpPr>
      <dsp:spPr>
        <a:xfrm>
          <a:off x="574216" y="429517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Factory</a:t>
          </a:r>
        </a:p>
      </dsp:txBody>
      <dsp:txXfrm>
        <a:off x="591946" y="447247"/>
        <a:ext cx="2165541" cy="327672"/>
      </dsp:txXfrm>
    </dsp:sp>
    <dsp:sp modelId="{D0D168E3-1E55-4E4B-8795-EEF0CD8A1856}">
      <dsp:nvSpPr>
        <dsp:cNvPr id="0" name=""/>
        <dsp:cNvSpPr/>
      </dsp:nvSpPr>
      <dsp:spPr>
        <a:xfrm>
          <a:off x="189296" y="836225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545458"/>
            <a:satOff val="699"/>
            <a:lumOff val="187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722E23-6447-4473-B5C0-58683C5C0AF1}">
      <dsp:nvSpPr>
        <dsp:cNvPr id="0" name=""/>
        <dsp:cNvSpPr/>
      </dsp:nvSpPr>
      <dsp:spPr>
        <a:xfrm>
          <a:off x="574216" y="836225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545458"/>
            <a:satOff val="699"/>
            <a:lumOff val="187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Abstract Factory</a:t>
          </a:r>
        </a:p>
      </dsp:txBody>
      <dsp:txXfrm>
        <a:off x="591946" y="853955"/>
        <a:ext cx="2165541" cy="327672"/>
      </dsp:txXfrm>
    </dsp:sp>
    <dsp:sp modelId="{F46AB5A2-873D-4B13-B13A-496FE8CDCDCD}">
      <dsp:nvSpPr>
        <dsp:cNvPr id="0" name=""/>
        <dsp:cNvSpPr/>
      </dsp:nvSpPr>
      <dsp:spPr>
        <a:xfrm>
          <a:off x="189296" y="1242934"/>
          <a:ext cx="363132" cy="363132"/>
        </a:xfrm>
        <a:prstGeom prst="roundRect">
          <a:avLst>
            <a:gd name="adj" fmla="val 16670"/>
          </a:avLst>
        </a:prstGeom>
        <a:blipFill>
          <a:blip xmlns:r="http://schemas.openxmlformats.org/officeDocument/2006/relationships" r:embed="rId1">
            <a:extLs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DB289B-ED83-47B2-AE0B-9D0FA9B3FB77}">
      <dsp:nvSpPr>
        <dsp:cNvPr id="0" name=""/>
        <dsp:cNvSpPr/>
      </dsp:nvSpPr>
      <dsp:spPr>
        <a:xfrm>
          <a:off x="574216" y="1242934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1090915"/>
            <a:satOff val="1399"/>
            <a:lumOff val="37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Singleton</a:t>
          </a:r>
        </a:p>
      </dsp:txBody>
      <dsp:txXfrm>
        <a:off x="591946" y="1260664"/>
        <a:ext cx="2165541" cy="327672"/>
      </dsp:txXfrm>
    </dsp:sp>
    <dsp:sp modelId="{BF4D439D-DD97-4AF3-81AF-A3C89FA119D4}">
      <dsp:nvSpPr>
        <dsp:cNvPr id="0" name=""/>
        <dsp:cNvSpPr/>
      </dsp:nvSpPr>
      <dsp:spPr>
        <a:xfrm>
          <a:off x="189296" y="1649643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1636373"/>
            <a:satOff val="2098"/>
            <a:lumOff val="56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AB8507-F1ED-4615-8612-83685BBED448}">
      <dsp:nvSpPr>
        <dsp:cNvPr id="0" name=""/>
        <dsp:cNvSpPr/>
      </dsp:nvSpPr>
      <dsp:spPr>
        <a:xfrm>
          <a:off x="574216" y="1649643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1636373"/>
            <a:satOff val="2098"/>
            <a:lumOff val="56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Prototype</a:t>
          </a:r>
        </a:p>
      </dsp:txBody>
      <dsp:txXfrm>
        <a:off x="591946" y="1667373"/>
        <a:ext cx="2165541" cy="327672"/>
      </dsp:txXfrm>
    </dsp:sp>
    <dsp:sp modelId="{E050190B-98CC-46A6-BF44-5A0777207822}">
      <dsp:nvSpPr>
        <dsp:cNvPr id="0" name=""/>
        <dsp:cNvSpPr/>
      </dsp:nvSpPr>
      <dsp:spPr>
        <a:xfrm>
          <a:off x="189296" y="2056351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2181831"/>
            <a:satOff val="2797"/>
            <a:lumOff val="748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9F6772-553F-4464-971E-4D6EC3811E40}">
      <dsp:nvSpPr>
        <dsp:cNvPr id="0" name=""/>
        <dsp:cNvSpPr/>
      </dsp:nvSpPr>
      <dsp:spPr>
        <a:xfrm>
          <a:off x="574216" y="2056351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2181831"/>
            <a:satOff val="2797"/>
            <a:lumOff val="748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Builder</a:t>
          </a:r>
        </a:p>
      </dsp:txBody>
      <dsp:txXfrm>
        <a:off x="591946" y="2074081"/>
        <a:ext cx="2165541" cy="327672"/>
      </dsp:txXfrm>
    </dsp:sp>
    <dsp:sp modelId="{A724DE05-5801-48B6-B620-AD479B725240}">
      <dsp:nvSpPr>
        <dsp:cNvPr id="0" name=""/>
        <dsp:cNvSpPr/>
      </dsp:nvSpPr>
      <dsp:spPr>
        <a:xfrm>
          <a:off x="3033811" y="1020"/>
          <a:ext cx="2585922" cy="3631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Structural (7)</a:t>
          </a:r>
          <a:endParaRPr lang="en-US" sz="2100" kern="1200"/>
        </a:p>
      </dsp:txBody>
      <dsp:txXfrm>
        <a:off x="3044447" y="11656"/>
        <a:ext cx="2564650" cy="341860"/>
      </dsp:txXfrm>
    </dsp:sp>
    <dsp:sp modelId="{497DCF19-8D53-422B-922F-049BEE4D63EB}">
      <dsp:nvSpPr>
        <dsp:cNvPr id="0" name=""/>
        <dsp:cNvSpPr/>
      </dsp:nvSpPr>
      <dsp:spPr>
        <a:xfrm>
          <a:off x="3033811" y="429517"/>
          <a:ext cx="363132" cy="363132"/>
        </a:xfrm>
        <a:prstGeom prst="roundRect">
          <a:avLst>
            <a:gd name="adj" fmla="val 16670"/>
          </a:avLst>
        </a:prstGeom>
        <a:blipFill>
          <a:blip xmlns:r="http://schemas.openxmlformats.org/officeDocument/2006/relationships" r:embed="rId3"/>
          <a:srcRect/>
          <a:stretch>
            <a:fillRect l="-25000" r="-25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F550E2-AF53-4F0D-97D6-0CB4FB98BD14}">
      <dsp:nvSpPr>
        <dsp:cNvPr id="0" name=""/>
        <dsp:cNvSpPr/>
      </dsp:nvSpPr>
      <dsp:spPr>
        <a:xfrm>
          <a:off x="3418731" y="429517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2727289"/>
            <a:satOff val="3497"/>
            <a:lumOff val="93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Adapter</a:t>
          </a:r>
        </a:p>
      </dsp:txBody>
      <dsp:txXfrm>
        <a:off x="3436461" y="447247"/>
        <a:ext cx="2165541" cy="327672"/>
      </dsp:txXfrm>
    </dsp:sp>
    <dsp:sp modelId="{A913864A-4C21-4370-8497-A818BD170A8C}">
      <dsp:nvSpPr>
        <dsp:cNvPr id="0" name=""/>
        <dsp:cNvSpPr/>
      </dsp:nvSpPr>
      <dsp:spPr>
        <a:xfrm>
          <a:off x="3033811" y="836225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3272746"/>
            <a:satOff val="4196"/>
            <a:lumOff val="112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3C715B-3942-405E-9B40-48EE24955C90}">
      <dsp:nvSpPr>
        <dsp:cNvPr id="0" name=""/>
        <dsp:cNvSpPr/>
      </dsp:nvSpPr>
      <dsp:spPr>
        <a:xfrm>
          <a:off x="3418731" y="836225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3272746"/>
            <a:satOff val="4196"/>
            <a:lumOff val="112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Bridge</a:t>
          </a:r>
        </a:p>
      </dsp:txBody>
      <dsp:txXfrm>
        <a:off x="3436461" y="853955"/>
        <a:ext cx="2165541" cy="327672"/>
      </dsp:txXfrm>
    </dsp:sp>
    <dsp:sp modelId="{5FBD51F4-9665-4409-BB24-104F93CC76F4}">
      <dsp:nvSpPr>
        <dsp:cNvPr id="0" name=""/>
        <dsp:cNvSpPr/>
      </dsp:nvSpPr>
      <dsp:spPr>
        <a:xfrm>
          <a:off x="3033811" y="1242934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3818204"/>
            <a:satOff val="4895"/>
            <a:lumOff val="1310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30DA05-85B9-4111-AE25-F10BEDD17D53}">
      <dsp:nvSpPr>
        <dsp:cNvPr id="0" name=""/>
        <dsp:cNvSpPr/>
      </dsp:nvSpPr>
      <dsp:spPr>
        <a:xfrm>
          <a:off x="3418731" y="1242934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3818204"/>
            <a:satOff val="4895"/>
            <a:lumOff val="1310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Composite</a:t>
          </a:r>
        </a:p>
      </dsp:txBody>
      <dsp:txXfrm>
        <a:off x="3436461" y="1260664"/>
        <a:ext cx="2165541" cy="327672"/>
      </dsp:txXfrm>
    </dsp:sp>
    <dsp:sp modelId="{CFAB9D68-0FFD-4703-8B03-C95501F159AE}">
      <dsp:nvSpPr>
        <dsp:cNvPr id="0" name=""/>
        <dsp:cNvSpPr/>
      </dsp:nvSpPr>
      <dsp:spPr>
        <a:xfrm>
          <a:off x="3033811" y="1649643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4363662"/>
            <a:satOff val="5595"/>
            <a:lumOff val="149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C93FDD-C574-4EE8-B98A-6203A9F1C55C}">
      <dsp:nvSpPr>
        <dsp:cNvPr id="0" name=""/>
        <dsp:cNvSpPr/>
      </dsp:nvSpPr>
      <dsp:spPr>
        <a:xfrm>
          <a:off x="3418731" y="1649643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4363662"/>
            <a:satOff val="5595"/>
            <a:lumOff val="149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Decorator</a:t>
          </a:r>
        </a:p>
      </dsp:txBody>
      <dsp:txXfrm>
        <a:off x="3436461" y="1667373"/>
        <a:ext cx="2165541" cy="327672"/>
      </dsp:txXfrm>
    </dsp:sp>
    <dsp:sp modelId="{50A16B23-398D-42A3-A812-C0B022B6E6FF}">
      <dsp:nvSpPr>
        <dsp:cNvPr id="0" name=""/>
        <dsp:cNvSpPr/>
      </dsp:nvSpPr>
      <dsp:spPr>
        <a:xfrm>
          <a:off x="3033811" y="2056351"/>
          <a:ext cx="363132" cy="363132"/>
        </a:xfrm>
        <a:prstGeom prst="roundRect">
          <a:avLst>
            <a:gd name="adj" fmla="val 16670"/>
          </a:avLst>
        </a:prstGeom>
        <a:blipFill>
          <a:blip xmlns:r="http://schemas.openxmlformats.org/officeDocument/2006/relationships" r:embed="rId1">
            <a:extLs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4BC17D-3F94-4113-A212-9BF8D6AA416C}">
      <dsp:nvSpPr>
        <dsp:cNvPr id="0" name=""/>
        <dsp:cNvSpPr/>
      </dsp:nvSpPr>
      <dsp:spPr>
        <a:xfrm>
          <a:off x="3418731" y="2056351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4909119"/>
            <a:satOff val="6294"/>
            <a:lumOff val="1684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Facade</a:t>
          </a:r>
        </a:p>
      </dsp:txBody>
      <dsp:txXfrm>
        <a:off x="3436461" y="2074081"/>
        <a:ext cx="2165541" cy="327672"/>
      </dsp:txXfrm>
    </dsp:sp>
    <dsp:sp modelId="{FFC86059-D624-40FC-9764-7169490CE198}">
      <dsp:nvSpPr>
        <dsp:cNvPr id="0" name=""/>
        <dsp:cNvSpPr/>
      </dsp:nvSpPr>
      <dsp:spPr>
        <a:xfrm>
          <a:off x="3033811" y="2463060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5454577"/>
            <a:satOff val="6993"/>
            <a:lumOff val="1871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55510D-29A6-4A95-A7C6-259A149A787E}">
      <dsp:nvSpPr>
        <dsp:cNvPr id="0" name=""/>
        <dsp:cNvSpPr/>
      </dsp:nvSpPr>
      <dsp:spPr>
        <a:xfrm>
          <a:off x="3418731" y="2463060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5454577"/>
            <a:satOff val="6993"/>
            <a:lumOff val="1871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Flyweight</a:t>
          </a:r>
        </a:p>
      </dsp:txBody>
      <dsp:txXfrm>
        <a:off x="3436461" y="2480790"/>
        <a:ext cx="2165541" cy="327672"/>
      </dsp:txXfrm>
    </dsp:sp>
    <dsp:sp modelId="{D504AA15-27E5-41D8-8629-A6ECB151CDB0}">
      <dsp:nvSpPr>
        <dsp:cNvPr id="0" name=""/>
        <dsp:cNvSpPr/>
      </dsp:nvSpPr>
      <dsp:spPr>
        <a:xfrm>
          <a:off x="3033811" y="2869769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6000035"/>
            <a:satOff val="7693"/>
            <a:lumOff val="2058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042E1F-45D6-4DE1-BD0B-45E38C20E5C9}">
      <dsp:nvSpPr>
        <dsp:cNvPr id="0" name=""/>
        <dsp:cNvSpPr/>
      </dsp:nvSpPr>
      <dsp:spPr>
        <a:xfrm>
          <a:off x="3418731" y="2869769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6000035"/>
            <a:satOff val="7693"/>
            <a:lumOff val="2058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Proxy</a:t>
          </a:r>
        </a:p>
      </dsp:txBody>
      <dsp:txXfrm>
        <a:off x="3436461" y="2887499"/>
        <a:ext cx="2165541" cy="327672"/>
      </dsp:txXfrm>
    </dsp:sp>
    <dsp:sp modelId="{4D3154D6-B60F-4022-9AFC-B9D0CC58C21F}">
      <dsp:nvSpPr>
        <dsp:cNvPr id="0" name=""/>
        <dsp:cNvSpPr/>
      </dsp:nvSpPr>
      <dsp:spPr>
        <a:xfrm>
          <a:off x="5878326" y="1020"/>
          <a:ext cx="2585922" cy="3631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Behavioral (11)</a:t>
          </a:r>
          <a:endParaRPr lang="en-US" sz="2100" kern="1200"/>
        </a:p>
      </dsp:txBody>
      <dsp:txXfrm>
        <a:off x="5888962" y="11656"/>
        <a:ext cx="2564650" cy="341860"/>
      </dsp:txXfrm>
    </dsp:sp>
    <dsp:sp modelId="{B9B055B9-C3CD-48B7-B982-D475ACFCD0E7}">
      <dsp:nvSpPr>
        <dsp:cNvPr id="0" name=""/>
        <dsp:cNvSpPr/>
      </dsp:nvSpPr>
      <dsp:spPr>
        <a:xfrm>
          <a:off x="5878326" y="429517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6545493"/>
            <a:satOff val="8392"/>
            <a:lumOff val="2246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DF5B22-9739-4875-8F2A-14FA0D289BE9}">
      <dsp:nvSpPr>
        <dsp:cNvPr id="0" name=""/>
        <dsp:cNvSpPr/>
      </dsp:nvSpPr>
      <dsp:spPr>
        <a:xfrm>
          <a:off x="6263246" y="429517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6545493"/>
            <a:satOff val="8392"/>
            <a:lumOff val="2246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Chain Of Responsibility</a:t>
          </a:r>
        </a:p>
      </dsp:txBody>
      <dsp:txXfrm>
        <a:off x="6280976" y="447247"/>
        <a:ext cx="2165541" cy="327672"/>
      </dsp:txXfrm>
    </dsp:sp>
    <dsp:sp modelId="{5D5442EE-7BC0-45BF-BF5D-9AE81721EA0F}">
      <dsp:nvSpPr>
        <dsp:cNvPr id="0" name=""/>
        <dsp:cNvSpPr/>
      </dsp:nvSpPr>
      <dsp:spPr>
        <a:xfrm>
          <a:off x="5878326" y="836225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7090950"/>
            <a:satOff val="9091"/>
            <a:lumOff val="2433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6FB898-050E-4138-B88D-B75B5CEB2255}">
      <dsp:nvSpPr>
        <dsp:cNvPr id="0" name=""/>
        <dsp:cNvSpPr/>
      </dsp:nvSpPr>
      <dsp:spPr>
        <a:xfrm>
          <a:off x="6263246" y="836225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7090950"/>
            <a:satOff val="9091"/>
            <a:lumOff val="2433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Command</a:t>
          </a:r>
        </a:p>
      </dsp:txBody>
      <dsp:txXfrm>
        <a:off x="6280976" y="853955"/>
        <a:ext cx="2165541" cy="327672"/>
      </dsp:txXfrm>
    </dsp:sp>
    <dsp:sp modelId="{88D5AF92-C238-42D8-8770-67DBBF923132}">
      <dsp:nvSpPr>
        <dsp:cNvPr id="0" name=""/>
        <dsp:cNvSpPr/>
      </dsp:nvSpPr>
      <dsp:spPr>
        <a:xfrm>
          <a:off x="5878326" y="1242934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7636408"/>
            <a:satOff val="9790"/>
            <a:lumOff val="2620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F425D0-DE52-4B8D-AC4F-9BE04CC87064}">
      <dsp:nvSpPr>
        <dsp:cNvPr id="0" name=""/>
        <dsp:cNvSpPr/>
      </dsp:nvSpPr>
      <dsp:spPr>
        <a:xfrm>
          <a:off x="6263246" y="1242934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7636408"/>
            <a:satOff val="9790"/>
            <a:lumOff val="2620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Interpreter</a:t>
          </a:r>
        </a:p>
      </dsp:txBody>
      <dsp:txXfrm>
        <a:off x="6280976" y="1260664"/>
        <a:ext cx="2165541" cy="327672"/>
      </dsp:txXfrm>
    </dsp:sp>
    <dsp:sp modelId="{9C39108E-435B-4162-8581-48791C073AA9}">
      <dsp:nvSpPr>
        <dsp:cNvPr id="0" name=""/>
        <dsp:cNvSpPr/>
      </dsp:nvSpPr>
      <dsp:spPr>
        <a:xfrm>
          <a:off x="5878326" y="1649643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8181866"/>
            <a:satOff val="10490"/>
            <a:lumOff val="2807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4CC417-1186-4230-AD5B-6D91D113EF0C}">
      <dsp:nvSpPr>
        <dsp:cNvPr id="0" name=""/>
        <dsp:cNvSpPr/>
      </dsp:nvSpPr>
      <dsp:spPr>
        <a:xfrm>
          <a:off x="6263246" y="1649643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8181866"/>
            <a:satOff val="10490"/>
            <a:lumOff val="2807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Iterator</a:t>
          </a:r>
        </a:p>
      </dsp:txBody>
      <dsp:txXfrm>
        <a:off x="6280976" y="1667373"/>
        <a:ext cx="2165541" cy="327672"/>
      </dsp:txXfrm>
    </dsp:sp>
    <dsp:sp modelId="{3B215195-5F87-4FEF-BD94-13AA26E875F2}">
      <dsp:nvSpPr>
        <dsp:cNvPr id="0" name=""/>
        <dsp:cNvSpPr/>
      </dsp:nvSpPr>
      <dsp:spPr>
        <a:xfrm>
          <a:off x="5878326" y="2056351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8727324"/>
            <a:satOff val="11189"/>
            <a:lumOff val="2994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B3C14E-245F-4F4B-A0DE-399F2F631D0F}">
      <dsp:nvSpPr>
        <dsp:cNvPr id="0" name=""/>
        <dsp:cNvSpPr/>
      </dsp:nvSpPr>
      <dsp:spPr>
        <a:xfrm>
          <a:off x="6263246" y="2056351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8727324"/>
            <a:satOff val="11189"/>
            <a:lumOff val="2994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Mediator</a:t>
          </a:r>
        </a:p>
      </dsp:txBody>
      <dsp:txXfrm>
        <a:off x="6280976" y="2074081"/>
        <a:ext cx="2165541" cy="327672"/>
      </dsp:txXfrm>
    </dsp:sp>
    <dsp:sp modelId="{E100C3B7-2558-4803-9D91-8B820ED963D1}">
      <dsp:nvSpPr>
        <dsp:cNvPr id="0" name=""/>
        <dsp:cNvSpPr/>
      </dsp:nvSpPr>
      <dsp:spPr>
        <a:xfrm>
          <a:off x="5878326" y="2463060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9272780"/>
            <a:satOff val="11888"/>
            <a:lumOff val="3181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7638FC-A3FB-4A3D-88A3-C0CDD0967E72}">
      <dsp:nvSpPr>
        <dsp:cNvPr id="0" name=""/>
        <dsp:cNvSpPr/>
      </dsp:nvSpPr>
      <dsp:spPr>
        <a:xfrm>
          <a:off x="6263246" y="2463060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9272780"/>
            <a:satOff val="11888"/>
            <a:lumOff val="3181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Memento</a:t>
          </a:r>
        </a:p>
      </dsp:txBody>
      <dsp:txXfrm>
        <a:off x="6280976" y="2480790"/>
        <a:ext cx="2165541" cy="327672"/>
      </dsp:txXfrm>
    </dsp:sp>
    <dsp:sp modelId="{A34491CD-89CF-497C-82D5-2DD271105377}">
      <dsp:nvSpPr>
        <dsp:cNvPr id="0" name=""/>
        <dsp:cNvSpPr/>
      </dsp:nvSpPr>
      <dsp:spPr>
        <a:xfrm>
          <a:off x="5878326" y="2869769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9818239"/>
            <a:satOff val="12588"/>
            <a:lumOff val="3368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8DA641-69E2-4809-A5D5-A91757C8D4FA}">
      <dsp:nvSpPr>
        <dsp:cNvPr id="0" name=""/>
        <dsp:cNvSpPr/>
      </dsp:nvSpPr>
      <dsp:spPr>
        <a:xfrm>
          <a:off x="6263246" y="2869769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9818239"/>
            <a:satOff val="12588"/>
            <a:lumOff val="3368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Observer</a:t>
          </a:r>
        </a:p>
      </dsp:txBody>
      <dsp:txXfrm>
        <a:off x="6280976" y="2887499"/>
        <a:ext cx="2165541" cy="327672"/>
      </dsp:txXfrm>
    </dsp:sp>
    <dsp:sp modelId="{3F4B38C7-0136-419B-B716-232B61B33FCB}">
      <dsp:nvSpPr>
        <dsp:cNvPr id="0" name=""/>
        <dsp:cNvSpPr/>
      </dsp:nvSpPr>
      <dsp:spPr>
        <a:xfrm>
          <a:off x="5878326" y="3276477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10363696"/>
            <a:satOff val="13287"/>
            <a:lumOff val="3556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2A943A-717C-4943-BB94-BA88234539BB}">
      <dsp:nvSpPr>
        <dsp:cNvPr id="0" name=""/>
        <dsp:cNvSpPr/>
      </dsp:nvSpPr>
      <dsp:spPr>
        <a:xfrm>
          <a:off x="6263246" y="3276477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10363696"/>
            <a:satOff val="13287"/>
            <a:lumOff val="3556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State</a:t>
          </a:r>
        </a:p>
      </dsp:txBody>
      <dsp:txXfrm>
        <a:off x="6280976" y="3294207"/>
        <a:ext cx="2165541" cy="327672"/>
      </dsp:txXfrm>
    </dsp:sp>
    <dsp:sp modelId="{A6ABA017-0D10-44C5-BCEE-CD0DF141B535}">
      <dsp:nvSpPr>
        <dsp:cNvPr id="0" name=""/>
        <dsp:cNvSpPr/>
      </dsp:nvSpPr>
      <dsp:spPr>
        <a:xfrm>
          <a:off x="5878326" y="3683186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10909155"/>
            <a:satOff val="13986"/>
            <a:lumOff val="3743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FE1128-ED55-446C-BE19-3C8A7A92491F}">
      <dsp:nvSpPr>
        <dsp:cNvPr id="0" name=""/>
        <dsp:cNvSpPr/>
      </dsp:nvSpPr>
      <dsp:spPr>
        <a:xfrm>
          <a:off x="6263246" y="3683186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10909155"/>
            <a:satOff val="13986"/>
            <a:lumOff val="3743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Strategy</a:t>
          </a:r>
        </a:p>
      </dsp:txBody>
      <dsp:txXfrm>
        <a:off x="6280976" y="3700916"/>
        <a:ext cx="2165541" cy="327672"/>
      </dsp:txXfrm>
    </dsp:sp>
    <dsp:sp modelId="{6AD8CABF-9F91-442C-87AD-408B65C5EF05}">
      <dsp:nvSpPr>
        <dsp:cNvPr id="0" name=""/>
        <dsp:cNvSpPr/>
      </dsp:nvSpPr>
      <dsp:spPr>
        <a:xfrm>
          <a:off x="5878326" y="4089895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11454612"/>
            <a:satOff val="14686"/>
            <a:lumOff val="3930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6DA73C-3FD8-486A-9E82-DB3EEDBC6509}">
      <dsp:nvSpPr>
        <dsp:cNvPr id="0" name=""/>
        <dsp:cNvSpPr/>
      </dsp:nvSpPr>
      <dsp:spPr>
        <a:xfrm>
          <a:off x="6263246" y="4089895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11454612"/>
            <a:satOff val="14686"/>
            <a:lumOff val="3930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Template</a:t>
          </a:r>
        </a:p>
      </dsp:txBody>
      <dsp:txXfrm>
        <a:off x="6280976" y="4107625"/>
        <a:ext cx="2165541" cy="327672"/>
      </dsp:txXfrm>
    </dsp:sp>
    <dsp:sp modelId="{D01E2590-24C4-4460-B40B-73221582E909}">
      <dsp:nvSpPr>
        <dsp:cNvPr id="0" name=""/>
        <dsp:cNvSpPr/>
      </dsp:nvSpPr>
      <dsp:spPr>
        <a:xfrm>
          <a:off x="5878326" y="4496603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12000070"/>
            <a:satOff val="15385"/>
            <a:lumOff val="4117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AE038C-6B1B-4DF3-9D08-E54B336EF153}">
      <dsp:nvSpPr>
        <dsp:cNvPr id="0" name=""/>
        <dsp:cNvSpPr/>
      </dsp:nvSpPr>
      <dsp:spPr>
        <a:xfrm>
          <a:off x="6263246" y="4496603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12000070"/>
            <a:satOff val="15385"/>
            <a:lumOff val="4117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Visitor</a:t>
          </a:r>
        </a:p>
      </dsp:txBody>
      <dsp:txXfrm>
        <a:off x="6280976" y="4514333"/>
        <a:ext cx="2165541" cy="32767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785BD3-16D9-4705-BE35-EF98976227DB}">
      <dsp:nvSpPr>
        <dsp:cNvPr id="0" name=""/>
        <dsp:cNvSpPr/>
      </dsp:nvSpPr>
      <dsp:spPr>
        <a:xfrm>
          <a:off x="753873" y="1307"/>
          <a:ext cx="1630896" cy="97853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Class</a:t>
          </a:r>
          <a:endParaRPr lang="en-US" sz="1800" kern="1200"/>
        </a:p>
      </dsp:txBody>
      <dsp:txXfrm>
        <a:off x="753873" y="1307"/>
        <a:ext cx="1630896" cy="978537"/>
      </dsp:txXfrm>
    </dsp:sp>
    <dsp:sp modelId="{FD48D3B7-C1BE-401E-9B6A-55506963CB1E}">
      <dsp:nvSpPr>
        <dsp:cNvPr id="0" name=""/>
        <dsp:cNvSpPr/>
      </dsp:nvSpPr>
      <dsp:spPr>
        <a:xfrm>
          <a:off x="2547859" y="1307"/>
          <a:ext cx="1630896" cy="97853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Object</a:t>
          </a:r>
          <a:endParaRPr lang="en-US" sz="1800" kern="1200"/>
        </a:p>
      </dsp:txBody>
      <dsp:txXfrm>
        <a:off x="2547859" y="1307"/>
        <a:ext cx="1630896" cy="978537"/>
      </dsp:txXfrm>
    </dsp:sp>
    <dsp:sp modelId="{9A3FD822-16A8-4D54-A470-B2F6C7194E1D}">
      <dsp:nvSpPr>
        <dsp:cNvPr id="0" name=""/>
        <dsp:cNvSpPr/>
      </dsp:nvSpPr>
      <dsp:spPr>
        <a:xfrm>
          <a:off x="4341844" y="1307"/>
          <a:ext cx="1630896" cy="97853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Constructors</a:t>
          </a:r>
          <a:endParaRPr lang="en-US" sz="1800" kern="1200"/>
        </a:p>
      </dsp:txBody>
      <dsp:txXfrm>
        <a:off x="4341844" y="1307"/>
        <a:ext cx="1630896" cy="978537"/>
      </dsp:txXfrm>
    </dsp:sp>
    <dsp:sp modelId="{BB92803F-D4C8-4239-9612-D29362550511}">
      <dsp:nvSpPr>
        <dsp:cNvPr id="0" name=""/>
        <dsp:cNvSpPr/>
      </dsp:nvSpPr>
      <dsp:spPr>
        <a:xfrm>
          <a:off x="6135830" y="1307"/>
          <a:ext cx="1630896" cy="97853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Inheritance</a:t>
          </a:r>
          <a:endParaRPr lang="en-US" sz="1800" kern="1200"/>
        </a:p>
      </dsp:txBody>
      <dsp:txXfrm>
        <a:off x="6135830" y="1307"/>
        <a:ext cx="1630896" cy="978537"/>
      </dsp:txXfrm>
    </dsp:sp>
    <dsp:sp modelId="{202CC41C-21A3-4FFE-BE8A-2D77421EB60F}">
      <dsp:nvSpPr>
        <dsp:cNvPr id="0" name=""/>
        <dsp:cNvSpPr/>
      </dsp:nvSpPr>
      <dsp:spPr>
        <a:xfrm>
          <a:off x="753873" y="1142935"/>
          <a:ext cx="1630896" cy="97853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Method Overriding</a:t>
          </a:r>
          <a:endParaRPr lang="en-US" sz="1800" kern="1200"/>
        </a:p>
      </dsp:txBody>
      <dsp:txXfrm>
        <a:off x="753873" y="1142935"/>
        <a:ext cx="1630896" cy="978537"/>
      </dsp:txXfrm>
    </dsp:sp>
    <dsp:sp modelId="{B3D61577-38EF-4E44-86DB-9A83F71150E5}">
      <dsp:nvSpPr>
        <dsp:cNvPr id="0" name=""/>
        <dsp:cNvSpPr/>
      </dsp:nvSpPr>
      <dsp:spPr>
        <a:xfrm>
          <a:off x="2547859" y="1142935"/>
          <a:ext cx="1630896" cy="978537"/>
        </a:xfrm>
        <a:prstGeom prst="rect">
          <a:avLst/>
        </a:prstGeom>
        <a:gradFill rotWithShape="0">
          <a:gsLst>
            <a:gs pos="0">
              <a:srgbClr val="21212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rgbClr>
            </a:gs>
            <a:gs pos="100000">
              <a:srgbClr val="21212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>
              <a:solidFill>
                <a:srgbClr val="FFFFFF"/>
              </a:solidFill>
              <a:latin typeface="Arial"/>
              <a:ea typeface="+mn-ea"/>
              <a:cs typeface="+mn-cs"/>
            </a:rPr>
            <a:t>Encapsulation</a:t>
          </a:r>
        </a:p>
      </dsp:txBody>
      <dsp:txXfrm>
        <a:off x="2547859" y="1142935"/>
        <a:ext cx="1630896" cy="978537"/>
      </dsp:txXfrm>
    </dsp:sp>
    <dsp:sp modelId="{60E6A43E-F43B-4AF3-86AB-B40B39BB0DAB}">
      <dsp:nvSpPr>
        <dsp:cNvPr id="0" name=""/>
        <dsp:cNvSpPr/>
      </dsp:nvSpPr>
      <dsp:spPr>
        <a:xfrm>
          <a:off x="4341844" y="1142935"/>
          <a:ext cx="1630896" cy="978537"/>
        </a:xfrm>
        <a:prstGeom prst="rect">
          <a:avLst/>
        </a:prstGeom>
        <a:gradFill rotWithShape="0">
          <a:gsLst>
            <a:gs pos="0">
              <a:srgbClr val="21212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rgbClr>
            </a:gs>
            <a:gs pos="100000">
              <a:srgbClr val="21212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rgb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>
              <a:solidFill>
                <a:srgbClr val="FFFFFF"/>
              </a:solidFill>
              <a:latin typeface="Arial"/>
              <a:ea typeface="+mn-ea"/>
              <a:cs typeface="+mn-cs"/>
            </a:rPr>
            <a:t>Interfaces</a:t>
          </a:r>
        </a:p>
      </dsp:txBody>
      <dsp:txXfrm>
        <a:off x="4341844" y="1142935"/>
        <a:ext cx="1630896" cy="978537"/>
      </dsp:txXfrm>
    </dsp:sp>
    <dsp:sp modelId="{9A806A5F-63C3-4492-84AB-11E3F7441EB8}">
      <dsp:nvSpPr>
        <dsp:cNvPr id="0" name=""/>
        <dsp:cNvSpPr/>
      </dsp:nvSpPr>
      <dsp:spPr>
        <a:xfrm>
          <a:off x="6135830" y="1142935"/>
          <a:ext cx="1630896" cy="97853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Abstractions</a:t>
          </a:r>
          <a:endParaRPr lang="en-US" sz="1800" kern="1200"/>
        </a:p>
      </dsp:txBody>
      <dsp:txXfrm>
        <a:off x="6135830" y="1142935"/>
        <a:ext cx="1630896" cy="978537"/>
      </dsp:txXfrm>
    </dsp:sp>
    <dsp:sp modelId="{2066F880-56B1-45B8-9A49-E93FEA75B8AF}">
      <dsp:nvSpPr>
        <dsp:cNvPr id="0" name=""/>
        <dsp:cNvSpPr/>
      </dsp:nvSpPr>
      <dsp:spPr>
        <a:xfrm>
          <a:off x="3444851" y="2284562"/>
          <a:ext cx="1630896" cy="97853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Polymorphism</a:t>
          </a:r>
          <a:endParaRPr lang="en-US" sz="1800" kern="1200"/>
        </a:p>
      </dsp:txBody>
      <dsp:txXfrm>
        <a:off x="3444851" y="2284562"/>
        <a:ext cx="1630896" cy="97853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81C6B7-F499-463A-9C55-A8E09F08598F}">
      <dsp:nvSpPr>
        <dsp:cNvPr id="0" name=""/>
        <dsp:cNvSpPr/>
      </dsp:nvSpPr>
      <dsp:spPr>
        <a:xfrm>
          <a:off x="1448925" y="12203"/>
          <a:ext cx="1921500" cy="19215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04B92C-9E02-4F36-B1A4-06F392726770}">
      <dsp:nvSpPr>
        <dsp:cNvPr id="0" name=""/>
        <dsp:cNvSpPr/>
      </dsp:nvSpPr>
      <dsp:spPr>
        <a:xfrm>
          <a:off x="1858425" y="421703"/>
          <a:ext cx="1102500" cy="11025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D5B9DF-3050-4C18-9D1B-43C09054178A}">
      <dsp:nvSpPr>
        <dsp:cNvPr id="0" name=""/>
        <dsp:cNvSpPr/>
      </dsp:nvSpPr>
      <dsp:spPr>
        <a:xfrm>
          <a:off x="834675" y="2532204"/>
          <a:ext cx="31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b="1" i="0" kern="1200"/>
            <a:t>If the interfaces are incompatible, why we can't change them. </a:t>
          </a:r>
          <a:endParaRPr lang="en-US" sz="1500" kern="1200"/>
        </a:p>
      </dsp:txBody>
      <dsp:txXfrm>
        <a:off x="834675" y="2532204"/>
        <a:ext cx="3150000" cy="720000"/>
      </dsp:txXfrm>
    </dsp:sp>
    <dsp:sp modelId="{8E94743A-105C-4810-8D83-9772AAC82EC0}">
      <dsp:nvSpPr>
        <dsp:cNvPr id="0" name=""/>
        <dsp:cNvSpPr/>
      </dsp:nvSpPr>
      <dsp:spPr>
        <a:xfrm>
          <a:off x="5150175" y="12203"/>
          <a:ext cx="1921500" cy="19215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DF5280-09A2-453E-A2C1-2C8A5E71161A}">
      <dsp:nvSpPr>
        <dsp:cNvPr id="0" name=""/>
        <dsp:cNvSpPr/>
      </dsp:nvSpPr>
      <dsp:spPr>
        <a:xfrm>
          <a:off x="5559675" y="421703"/>
          <a:ext cx="1102500" cy="11025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9AC871-6310-4586-9F8F-C09DFC698C2D}">
      <dsp:nvSpPr>
        <dsp:cNvPr id="0" name=""/>
        <dsp:cNvSpPr/>
      </dsp:nvSpPr>
      <dsp:spPr>
        <a:xfrm>
          <a:off x="4535925" y="2532204"/>
          <a:ext cx="31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b="1" i="0" kern="1200"/>
            <a:t>Why we can’t change the client so that is compatible with the web service.</a:t>
          </a:r>
          <a:endParaRPr lang="en-US" sz="1500" kern="1200"/>
        </a:p>
      </dsp:txBody>
      <dsp:txXfrm>
        <a:off x="4535925" y="2532204"/>
        <a:ext cx="31500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E732F4-8FFC-4C68-8EFF-F40A6881CDF4}">
      <dsp:nvSpPr>
        <dsp:cNvPr id="0" name=""/>
        <dsp:cNvSpPr/>
      </dsp:nvSpPr>
      <dsp:spPr>
        <a:xfrm>
          <a:off x="0" y="1354"/>
          <a:ext cx="8520600" cy="68667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4E478C-F63A-4063-B944-D830B3F90C09}">
      <dsp:nvSpPr>
        <dsp:cNvPr id="0" name=""/>
        <dsp:cNvSpPr/>
      </dsp:nvSpPr>
      <dsp:spPr>
        <a:xfrm>
          <a:off x="207718" y="155856"/>
          <a:ext cx="377670" cy="3776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3E92DD-A8F7-4FC6-A7ED-3000421A8B77}">
      <dsp:nvSpPr>
        <dsp:cNvPr id="0" name=""/>
        <dsp:cNvSpPr/>
      </dsp:nvSpPr>
      <dsp:spPr>
        <a:xfrm>
          <a:off x="793107" y="1354"/>
          <a:ext cx="7727492" cy="6866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673" tIns="72673" rIns="72673" bIns="7267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Third party libraries</a:t>
          </a:r>
          <a:endParaRPr lang="en-US" sz="2200" kern="1200"/>
        </a:p>
      </dsp:txBody>
      <dsp:txXfrm>
        <a:off x="793107" y="1354"/>
        <a:ext cx="7727492" cy="686673"/>
      </dsp:txXfrm>
    </dsp:sp>
    <dsp:sp modelId="{E6B50F5D-5BA9-44BD-865D-1332057FE497}">
      <dsp:nvSpPr>
        <dsp:cNvPr id="0" name=""/>
        <dsp:cNvSpPr/>
      </dsp:nvSpPr>
      <dsp:spPr>
        <a:xfrm>
          <a:off x="0" y="859696"/>
          <a:ext cx="8520600" cy="68667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2C31E3-EE52-4A71-9914-0CBE08688A84}">
      <dsp:nvSpPr>
        <dsp:cNvPr id="0" name=""/>
        <dsp:cNvSpPr/>
      </dsp:nvSpPr>
      <dsp:spPr>
        <a:xfrm>
          <a:off x="207718" y="1014198"/>
          <a:ext cx="377670" cy="3776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3744F1-D898-4752-B181-D1CBFBB69390}">
      <dsp:nvSpPr>
        <dsp:cNvPr id="0" name=""/>
        <dsp:cNvSpPr/>
      </dsp:nvSpPr>
      <dsp:spPr>
        <a:xfrm>
          <a:off x="793107" y="859696"/>
          <a:ext cx="7727492" cy="6866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673" tIns="72673" rIns="72673" bIns="7267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System Integration</a:t>
          </a:r>
          <a:endParaRPr lang="en-US" sz="2200" kern="1200"/>
        </a:p>
      </dsp:txBody>
      <dsp:txXfrm>
        <a:off x="793107" y="859696"/>
        <a:ext cx="7727492" cy="686673"/>
      </dsp:txXfrm>
    </dsp:sp>
    <dsp:sp modelId="{E6B9A08F-9876-4D90-850D-1D9E85438A63}">
      <dsp:nvSpPr>
        <dsp:cNvPr id="0" name=""/>
        <dsp:cNvSpPr/>
      </dsp:nvSpPr>
      <dsp:spPr>
        <a:xfrm>
          <a:off x="0" y="1718038"/>
          <a:ext cx="8520600" cy="68667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288882-B385-4C75-8ECC-6C3589069F42}">
      <dsp:nvSpPr>
        <dsp:cNvPr id="0" name=""/>
        <dsp:cNvSpPr/>
      </dsp:nvSpPr>
      <dsp:spPr>
        <a:xfrm>
          <a:off x="207718" y="1872539"/>
          <a:ext cx="377670" cy="3776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3AF11E-5921-4346-A58D-A60399AB4267}">
      <dsp:nvSpPr>
        <dsp:cNvPr id="0" name=""/>
        <dsp:cNvSpPr/>
      </dsp:nvSpPr>
      <dsp:spPr>
        <a:xfrm>
          <a:off x="793107" y="1718038"/>
          <a:ext cx="7727492" cy="6866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673" tIns="72673" rIns="72673" bIns="7267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Web Services</a:t>
          </a:r>
          <a:endParaRPr lang="en-US" sz="2200" kern="1200"/>
        </a:p>
      </dsp:txBody>
      <dsp:txXfrm>
        <a:off x="793107" y="1718038"/>
        <a:ext cx="7727492" cy="686673"/>
      </dsp:txXfrm>
    </dsp:sp>
    <dsp:sp modelId="{C5AB128A-EE9D-4D9E-935F-ED64C258F055}">
      <dsp:nvSpPr>
        <dsp:cNvPr id="0" name=""/>
        <dsp:cNvSpPr/>
      </dsp:nvSpPr>
      <dsp:spPr>
        <a:xfrm>
          <a:off x="0" y="2576379"/>
          <a:ext cx="8520600" cy="68667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69337D-7FF0-49B9-986F-DB10AA7E850B}">
      <dsp:nvSpPr>
        <dsp:cNvPr id="0" name=""/>
        <dsp:cNvSpPr/>
      </dsp:nvSpPr>
      <dsp:spPr>
        <a:xfrm>
          <a:off x="207718" y="2730881"/>
          <a:ext cx="377670" cy="3776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B1CDD1-8954-4CAE-9460-62A847CB2F4B}">
      <dsp:nvSpPr>
        <dsp:cNvPr id="0" name=""/>
        <dsp:cNvSpPr/>
      </dsp:nvSpPr>
      <dsp:spPr>
        <a:xfrm>
          <a:off x="793107" y="2576379"/>
          <a:ext cx="7727492" cy="6866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673" tIns="72673" rIns="72673" bIns="7267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System Upgrades</a:t>
          </a:r>
          <a:endParaRPr lang="en-US" sz="2200" kern="1200"/>
        </a:p>
      </dsp:txBody>
      <dsp:txXfrm>
        <a:off x="793107" y="2576379"/>
        <a:ext cx="7727492" cy="68667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84B780-F650-4B39-81CC-2153CB53043A}">
      <dsp:nvSpPr>
        <dsp:cNvPr id="0" name=""/>
        <dsp:cNvSpPr/>
      </dsp:nvSpPr>
      <dsp:spPr>
        <a:xfrm>
          <a:off x="0" y="1354"/>
          <a:ext cx="8520600" cy="68667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E95D46-95CC-48C9-8D9E-407665EAF63F}">
      <dsp:nvSpPr>
        <dsp:cNvPr id="0" name=""/>
        <dsp:cNvSpPr/>
      </dsp:nvSpPr>
      <dsp:spPr>
        <a:xfrm>
          <a:off x="207718" y="155856"/>
          <a:ext cx="377670" cy="3776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D199A5-42E1-492C-8972-B1151CADE2A1}">
      <dsp:nvSpPr>
        <dsp:cNvPr id="0" name=""/>
        <dsp:cNvSpPr/>
      </dsp:nvSpPr>
      <dsp:spPr>
        <a:xfrm>
          <a:off x="793107" y="1354"/>
          <a:ext cx="7727492" cy="6866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673" tIns="72673" rIns="72673" bIns="72673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The client and adaptee classes have incompatible interfaces.</a:t>
          </a:r>
          <a:endParaRPr lang="en-US" sz="2000" kern="1200"/>
        </a:p>
      </dsp:txBody>
      <dsp:txXfrm>
        <a:off x="793107" y="1354"/>
        <a:ext cx="7727492" cy="686673"/>
      </dsp:txXfrm>
    </dsp:sp>
    <dsp:sp modelId="{3A9FB05D-A4CE-4CD5-91AE-ECE1675D530A}">
      <dsp:nvSpPr>
        <dsp:cNvPr id="0" name=""/>
        <dsp:cNvSpPr/>
      </dsp:nvSpPr>
      <dsp:spPr>
        <a:xfrm>
          <a:off x="0" y="859696"/>
          <a:ext cx="8520600" cy="68667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5787E1-21F6-4AD9-A3F7-7FC0AB4B0143}">
      <dsp:nvSpPr>
        <dsp:cNvPr id="0" name=""/>
        <dsp:cNvSpPr/>
      </dsp:nvSpPr>
      <dsp:spPr>
        <a:xfrm>
          <a:off x="207718" y="1014198"/>
          <a:ext cx="377670" cy="3776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C695F7-104D-4249-B15A-F1D0293A9753}">
      <dsp:nvSpPr>
        <dsp:cNvPr id="0" name=""/>
        <dsp:cNvSpPr/>
      </dsp:nvSpPr>
      <dsp:spPr>
        <a:xfrm>
          <a:off x="793107" y="859696"/>
          <a:ext cx="7727492" cy="6866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673" tIns="72673" rIns="72673" bIns="72673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An adapter is a wrapper class that wraps the adaptee, hiding it from the client.</a:t>
          </a:r>
          <a:endParaRPr lang="en-US" sz="2000" kern="1200"/>
        </a:p>
      </dsp:txBody>
      <dsp:txXfrm>
        <a:off x="793107" y="859696"/>
        <a:ext cx="7727492" cy="686673"/>
      </dsp:txXfrm>
    </dsp:sp>
    <dsp:sp modelId="{8B53467A-F8CC-4345-A17B-492CCD8F72BD}">
      <dsp:nvSpPr>
        <dsp:cNvPr id="0" name=""/>
        <dsp:cNvSpPr/>
      </dsp:nvSpPr>
      <dsp:spPr>
        <a:xfrm>
          <a:off x="0" y="1718038"/>
          <a:ext cx="8520600" cy="68667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35DA59-FCB3-4915-9EFF-B77EEF207FEA}">
      <dsp:nvSpPr>
        <dsp:cNvPr id="0" name=""/>
        <dsp:cNvSpPr/>
      </dsp:nvSpPr>
      <dsp:spPr>
        <a:xfrm>
          <a:off x="207718" y="1872539"/>
          <a:ext cx="377670" cy="3776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2FD727-AE1E-49F4-835D-4720AFBC155D}">
      <dsp:nvSpPr>
        <dsp:cNvPr id="0" name=""/>
        <dsp:cNvSpPr/>
      </dsp:nvSpPr>
      <dsp:spPr>
        <a:xfrm>
          <a:off x="793107" y="1718038"/>
          <a:ext cx="7727492" cy="6866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673" tIns="72673" rIns="72673" bIns="72673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The client sends requests indirectly to the adaptee by using the adapter’s target interface.</a:t>
          </a:r>
          <a:endParaRPr lang="en-US" sz="2000" kern="1200"/>
        </a:p>
      </dsp:txBody>
      <dsp:txXfrm>
        <a:off x="793107" y="1718038"/>
        <a:ext cx="7727492" cy="686673"/>
      </dsp:txXfrm>
    </dsp:sp>
    <dsp:sp modelId="{F2536757-040F-44CD-A3F8-93750E5A3973}">
      <dsp:nvSpPr>
        <dsp:cNvPr id="0" name=""/>
        <dsp:cNvSpPr/>
      </dsp:nvSpPr>
      <dsp:spPr>
        <a:xfrm>
          <a:off x="0" y="2576379"/>
          <a:ext cx="8520600" cy="68667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A289A5-EA58-482B-8D79-D5B37B4DACD7}">
      <dsp:nvSpPr>
        <dsp:cNvPr id="0" name=""/>
        <dsp:cNvSpPr/>
      </dsp:nvSpPr>
      <dsp:spPr>
        <a:xfrm>
          <a:off x="207718" y="2730881"/>
          <a:ext cx="377670" cy="3776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B0F05D-2293-4161-9AC9-7A09530D02DA}">
      <dsp:nvSpPr>
        <dsp:cNvPr id="0" name=""/>
        <dsp:cNvSpPr/>
      </dsp:nvSpPr>
      <dsp:spPr>
        <a:xfrm>
          <a:off x="793107" y="2576379"/>
          <a:ext cx="7727492" cy="6866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673" tIns="72673" rIns="72673" bIns="72673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The adapter translates the request sent by the client class into a request that the adaptee class is expecting.</a:t>
          </a:r>
          <a:endParaRPr lang="en-US" sz="2000" kern="1200"/>
        </a:p>
      </dsp:txBody>
      <dsp:txXfrm>
        <a:off x="793107" y="2576379"/>
        <a:ext cx="7727492" cy="68667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233441-3117-4946-816D-44B93847565B}">
      <dsp:nvSpPr>
        <dsp:cNvPr id="0" name=""/>
        <dsp:cNvSpPr/>
      </dsp:nvSpPr>
      <dsp:spPr>
        <a:xfrm>
          <a:off x="0" y="294713"/>
          <a:ext cx="8520600" cy="8494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In the Adapter pattern, you are trying to alter an interface so that your clients do not see any difference between the interfaces. </a:t>
          </a:r>
          <a:endParaRPr lang="en-US" sz="2200" kern="1200"/>
        </a:p>
      </dsp:txBody>
      <dsp:txXfrm>
        <a:off x="41465" y="336178"/>
        <a:ext cx="8437670" cy="766490"/>
      </dsp:txXfrm>
    </dsp:sp>
    <dsp:sp modelId="{CDEC4265-3448-41C1-94CA-D0CAE1819FE1}">
      <dsp:nvSpPr>
        <dsp:cNvPr id="0" name=""/>
        <dsp:cNvSpPr/>
      </dsp:nvSpPr>
      <dsp:spPr>
        <a:xfrm>
          <a:off x="0" y="1207494"/>
          <a:ext cx="8520600" cy="8494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By contrast, the Facade pattern simplifies the interface.</a:t>
          </a:r>
          <a:endParaRPr lang="en-US" sz="2200" kern="1200"/>
        </a:p>
      </dsp:txBody>
      <dsp:txXfrm>
        <a:off x="41465" y="1248959"/>
        <a:ext cx="8437670" cy="766490"/>
      </dsp:txXfrm>
    </dsp:sp>
    <dsp:sp modelId="{27FB63DD-E5A3-4505-B94E-B14333FC35AD}">
      <dsp:nvSpPr>
        <dsp:cNvPr id="0" name=""/>
        <dsp:cNvSpPr/>
      </dsp:nvSpPr>
      <dsp:spPr>
        <a:xfrm>
          <a:off x="0" y="2120274"/>
          <a:ext cx="8520600" cy="8494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It presents the client with a simple interface to interact with (instead of a complex subsystem).</a:t>
          </a:r>
          <a:endParaRPr lang="en-US" sz="2200" kern="1200"/>
        </a:p>
      </dsp:txBody>
      <dsp:txXfrm>
        <a:off x="41465" y="2161739"/>
        <a:ext cx="8437670" cy="7664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PictureAccentList">
  <dgm:title val=""/>
  <dgm:desc val=""/>
  <dgm:catLst>
    <dgm:cat type="picture" pri="14000"/>
    <dgm:cat type="list" pri="14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4" srcId="0" destId="1" srcOrd="0" destOrd="0"/>
        <dgm:cxn modelId="5" srcId="1" destId="11" srcOrd="0" destOrd="0"/>
        <dgm:cxn modelId="6" srcId="1" destId="12" srcOrd="0" destOrd="0"/>
        <dgm:cxn modelId="14" srcId="1" destId="13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</dgm:ptLst>
      <dgm:cxnLst>
        <dgm:cxn modelId="4" srcId="0" destId="1" srcOrd="0" destOrd="0"/>
        <dgm:cxn modelId="5" srcId="1" destId="11" srcOrd="0" destOrd="0"/>
        <dgm:cxn modelId="6" srcId="1" destId="12" srcOrd="0" destOrd="0"/>
        <dgm:cxn modelId="14" srcId="1" destId="13" srcOrd="0" destOrd="0"/>
      </dgm:cxnLst>
      <dgm:bg/>
      <dgm:whole/>
    </dgm:dataModel>
  </dgm:clrData>
  <dgm:layoutNode name="layout">
    <dgm:varLst>
      <dgm:chMax/>
      <dgm:chPref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L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primFontSz" for="des" forName="childText" refType="primFontSz" refFor="des" refForName="rootText" op="lte"/>
      <dgm:constr type="w" for="des" forName="rootComposite" refType="w" fact="4"/>
      <dgm:constr type="h" for="des" forName="rootComposite" refType="h"/>
      <dgm:constr type="w" for="des" forName="childComposite" refType="w" refFor="des" refForName="rootComposite"/>
      <dgm:constr type="h" for="des" forName="childComposite" refType="h" refFor="des" refForName="rootComposite"/>
      <dgm:constr type="sibSp" refType="w" refFor="des" refForName="rootComposite" fact="0.1"/>
      <dgm:constr type="sibSp" for="des" forName="childShape" refType="h" refFor="des" refForName="rootComposite" fact="0.12"/>
      <dgm:constr type="sp" for="des" forName="root" refType="h" refFor="des" refForName="rootComposite" fact="0.18"/>
    </dgm:constrLst>
    <dgm:ruleLst/>
    <dgm:forEach name="Name3" axis="ch">
      <dgm:forEach name="Name4" axis="self" ptType="node" cnt="1">
        <dgm:layoutNode name="root">
          <dgm:varLst>
            <dgm:chMax/>
            <dgm:chPref val="4"/>
          </dgm:varLst>
          <dgm:alg type="hierRoot"/>
          <dgm:shape xmlns:r="http://schemas.openxmlformats.org/officeDocument/2006/relationships" r:blip="">
            <dgm:adjLst/>
          </dgm:shape>
          <dgm:presOf/>
          <dgm:constrLst/>
          <dgm:ruleLst/>
          <dgm:layoutNode name="rootComposite">
            <dgm:varLst/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onstrLst>
              <dgm:constr type="l" for="ch" forName="rootText"/>
              <dgm:constr type="t" for="ch" forName="rootText"/>
              <dgm:constr type="w" for="ch" forName="rootText" refType="w"/>
              <dgm:constr type="h" for="ch" forName="rootText" refType="h"/>
            </dgm:constrLst>
            <dgm:ruleLst/>
            <dgm:layoutNode name="rootText" styleLbl="node0">
              <dgm:varLst>
                <dgm:chMax/>
                <dgm:chPref val="4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  <dgm:rule type="primFontSz" val="65" fact="NaN" max="NaN"/>
              </dgm:ruleLst>
            </dgm:layoutNode>
          </dgm:layoutNode>
          <dgm:layoutNode name="childShape">
            <dgm:varLst>
              <dgm:chMax val="0"/>
              <dgm:chPref val="0"/>
            </dgm:varLst>
            <dgm:alg type="hierChild">
              <dgm:param type="chAlign" val="r"/>
              <dgm:param type="linDir" val="fromT"/>
              <dgm:param type="fallback" val="2D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5" axis="ch">
              <dgm:forEach name="Name6" axis="self" ptType="node">
                <dgm:layoutNode name="childComposite">
                  <dgm:varLst>
                    <dgm:chMax val="0"/>
                    <dgm:chPref val="0"/>
                  </dgm:varLst>
                  <dgm:alg type="composite"/>
                  <dgm:shape xmlns:r="http://schemas.openxmlformats.org/officeDocument/2006/relationships" r:blip="">
                    <dgm:adjLst/>
                  </dgm:shape>
                  <dgm:presOf/>
                  <dgm:choose name="Name7">
                    <dgm:if name="Name8" func="var" arg="dir" op="equ" val="norm">
                      <dgm:constrLst>
                        <dgm:constr type="w" for="ch" forName="Image" refType="h"/>
                        <dgm:constr type="h" for="ch" forName="Image" refType="h"/>
                        <dgm:constr type="l" for="ch" forName="Image"/>
                        <dgm:constr type="t" for="ch" forName="Image"/>
                        <dgm:constr type="h" for="ch" forName="childText" refType="h"/>
                        <dgm:constr type="l" for="ch" forName="childText" refType="w" refFor="ch" refForName="Image" fact="1.06"/>
                        <dgm:constr type="t" for="ch" forName="childText"/>
                      </dgm:constrLst>
                    </dgm:if>
                    <dgm:else name="Name9">
                      <dgm:constrLst>
                        <dgm:constr type="w" for="ch" forName="Image" refType="h"/>
                        <dgm:constr type="h" for="ch" forName="Image" refType="h"/>
                        <dgm:constr type="r" for="ch" forName="Image" refType="w"/>
                        <dgm:constr type="t" for="ch" forName="Image"/>
                        <dgm:constr type="h" for="ch" forName="childText" refType="h"/>
                        <dgm:constr type="t" for="ch" forName="childText"/>
                        <dgm:constr type="wOff" for="ch" forName="childText" refType="w" refFor="ch" refForName="Image" fact="-1.06"/>
                      </dgm:constrLst>
                    </dgm:else>
                  </dgm:choose>
                  <dgm:ruleLst/>
                  <dgm:layoutNode name="Image" styleLbl="node1">
                    <dgm:alg type="sp"/>
                    <dgm:shape xmlns:r="http://schemas.openxmlformats.org/officeDocument/2006/relationships" type="roundRect" r:blip="" blipPhldr="1">
                      <dgm:adjLst>
                        <dgm:adj idx="1" val="0.1667"/>
                      </dgm:adjLst>
                    </dgm:shape>
                    <dgm:presOf/>
                  </dgm:layoutNode>
                  <dgm:layoutNode name="childText" styleLbl="lnNode1">
                    <dgm:varLst>
                      <dgm:chMax val="0"/>
                      <dgm:chPref val="0"/>
                      <dgm:bulletEnabled val="1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667"/>
                      </dgm:adjLst>
                    </dgm:shape>
                    <dgm:presOf axis="self desOrSelf" ptType="node node" st="1 1" cnt="1 0"/>
                    <dgm:ruleLst>
                      <dgm:rule type="primFontSz" val="5" fact="NaN" max="NaN"/>
                    </dgm:ruleLst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c287e8894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1c287e8894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1cf886ec4b9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1cf886ec4b9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cf886ec4b9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cf886ec4b9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cf886ec4b9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1cf886ec4b9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cf886ec4b9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1cf886ec4b9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cf886ec4b9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1cf886ec4b9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cf886ec4b9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1cf886ec4b9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cf886ec4b9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1cf886ec4b9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cf886ec4b9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1cf886ec4b9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4fd00beed7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4fd00beed7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cf886ec4b9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1cf886ec4b9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4fd00beed7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4fd00beed7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cf886ec4b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1cf886ec4b9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1cf886ec4b9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1cf886ec4b9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4fd00beed7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4fd00beed7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pic>
        <p:nvPicPr>
          <p:cNvPr id="3" name="Picture 2" descr="A colorful background with a plug and outlet&#10;&#10;AI-generated content may be incorrect.">
            <a:extLst>
              <a:ext uri="{FF2B5EF4-FFF2-40B4-BE49-F238E27FC236}">
                <a16:creationId xmlns:a16="http://schemas.microsoft.com/office/drawing/2014/main" id="{8C18A875-FD91-E00D-734B-28E797CB4C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3878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DE0B8-715C-18F9-1ABB-3473E906B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6A498A-FC33-6D7B-54CB-B85925D6D3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FF3EAF-5AF8-FF9E-A1D9-5C5C9D81527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</a:t>
            </a:fld>
            <a:endParaRPr lang="en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E6835F0D-D0CE-F6D1-3C6D-ADE1410B5D8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52490467"/>
              </p:ext>
            </p:extLst>
          </p:nvPr>
        </p:nvGraphicFramePr>
        <p:xfrm>
          <a:off x="178755" y="130629"/>
          <a:ext cx="8653545" cy="48607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00225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82A4E-8897-82B9-FA0E-012912620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OOP Principals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864796-0DF2-90C5-D692-09708B8BED8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</p:spPr>
        <p:txBody>
          <a:bodyPr wrap="square" anchor="ctr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 sz="900" smtClean="0"/>
              <a:pPr marL="0" lvl="0" indent="0" rtl="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t>3</a:t>
            </a:fld>
            <a:endParaRPr lang="en" sz="900"/>
          </a:p>
        </p:txBody>
      </p:sp>
      <p:graphicFrame>
        <p:nvGraphicFramePr>
          <p:cNvPr id="6" name="Text Placeholder 2">
            <a:extLst>
              <a:ext uri="{FF2B5EF4-FFF2-40B4-BE49-F238E27FC236}">
                <a16:creationId xmlns:a16="http://schemas.microsoft.com/office/drawing/2014/main" id="{AE7FEE9A-87EB-B8A1-DEC3-558D41E234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60853373"/>
              </p:ext>
            </p:extLst>
          </p:nvPr>
        </p:nvGraphicFramePr>
        <p:xfrm>
          <a:off x="311700" y="1208225"/>
          <a:ext cx="8520600" cy="32644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13268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00" y="64025"/>
            <a:ext cx="171450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48350" y="3380400"/>
            <a:ext cx="171450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19050" y="2524600"/>
            <a:ext cx="3657600" cy="257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56884" y="109100"/>
            <a:ext cx="3676650" cy="200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8550" y="2253100"/>
            <a:ext cx="3981450" cy="278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211925" y="159263"/>
            <a:ext cx="2857500" cy="269557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Adapter Design pattern is used to communicate between two non-compatible existing systems by providing a compatible interface.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Common term is wrapper class. </a:t>
            </a:r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 sz="900"/>
              <a:pPr marL="0" lvl="0" indent="0" rtl="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t>6</a:t>
            </a:fld>
            <a:endParaRPr lang="en" sz="900"/>
          </a:p>
        </p:txBody>
      </p:sp>
      <p:graphicFrame>
        <p:nvGraphicFramePr>
          <p:cNvPr id="94" name="Google Shape;90;p17">
            <a:extLst>
              <a:ext uri="{FF2B5EF4-FFF2-40B4-BE49-F238E27FC236}">
                <a16:creationId xmlns:a16="http://schemas.microsoft.com/office/drawing/2014/main" id="{0E241BFB-21C6-32A3-0066-D241947F588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0942205"/>
              </p:ext>
            </p:extLst>
          </p:nvPr>
        </p:nvGraphicFramePr>
        <p:xfrm>
          <a:off x="152548" y="939654"/>
          <a:ext cx="8520600" cy="32644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98" name="Google Shape;9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Implementations	</a:t>
            </a:r>
            <a:endParaRPr lang="en-US"/>
          </a:p>
        </p:txBody>
      </p:sp>
      <p:sp>
        <p:nvSpPr>
          <p:cNvPr id="106" name="Google Shape;10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 sz="900"/>
              <a:pPr marL="0" lvl="0" indent="0" rtl="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t>8</a:t>
            </a:fld>
            <a:endParaRPr lang="en" sz="900"/>
          </a:p>
        </p:txBody>
      </p:sp>
      <p:graphicFrame>
        <p:nvGraphicFramePr>
          <p:cNvPr id="108" name="Google Shape;105;p19">
            <a:extLst>
              <a:ext uri="{FF2B5EF4-FFF2-40B4-BE49-F238E27FC236}">
                <a16:creationId xmlns:a16="http://schemas.microsoft.com/office/drawing/2014/main" id="{FCDDA599-6B50-D2F4-37D1-2BFE4AF4980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87174939"/>
              </p:ext>
            </p:extLst>
          </p:nvPr>
        </p:nvGraphicFramePr>
        <p:xfrm>
          <a:off x="311700" y="1208225"/>
          <a:ext cx="8520600" cy="32644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13" name="Google Shape;113;p20"/>
          <p:cNvPicPr preferRelativeResize="0"/>
          <p:nvPr/>
        </p:nvPicPr>
        <p:blipFill>
          <a:blip r:embed="rId3">
            <a:alphaModFix/>
          </a:blip>
          <a:srcRect b="587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C7A32-680D-180D-B835-7E696311F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18F859-E255-BF4C-0A95-0FFDF0215B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DF3CF7-FD13-3399-6157-67F01AEDE5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0667869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21" name="Google Shape;12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1566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37" name="Google Shape;13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45" name="Google Shape;145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pic>
        <p:nvPicPr>
          <p:cNvPr id="146" name="Google Shape;14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663" y="1219200"/>
            <a:ext cx="8448675" cy="270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US" sz="1600"/>
              <a:t>What are the characteristics of the adapter design pattern?</a:t>
            </a:r>
          </a:p>
        </p:txBody>
      </p:sp>
      <p:sp>
        <p:nvSpPr>
          <p:cNvPr id="153" name="Google Shape;153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 sz="900"/>
              <a:pPr marL="0" lvl="0" indent="0" rtl="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t>15</a:t>
            </a:fld>
            <a:endParaRPr lang="en" sz="900"/>
          </a:p>
        </p:txBody>
      </p:sp>
      <p:graphicFrame>
        <p:nvGraphicFramePr>
          <p:cNvPr id="155" name="Google Shape;152;p25">
            <a:extLst>
              <a:ext uri="{FF2B5EF4-FFF2-40B4-BE49-F238E27FC236}">
                <a16:creationId xmlns:a16="http://schemas.microsoft.com/office/drawing/2014/main" id="{144A5FDD-3E69-C014-1931-69B0A0177A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29914965"/>
              </p:ext>
            </p:extLst>
          </p:nvPr>
        </p:nvGraphicFramePr>
        <p:xfrm>
          <a:off x="311700" y="1208225"/>
          <a:ext cx="8520600" cy="32644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Database Connector</a:t>
            </a:r>
            <a:endParaRPr/>
          </a:p>
        </p:txBody>
      </p:sp>
      <p:sp>
        <p:nvSpPr>
          <p:cNvPr id="166" name="Google Shape;166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67" name="Google Shape;167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pic>
        <p:nvPicPr>
          <p:cNvPr id="168" name="Google Shape;16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430" y="572940"/>
            <a:ext cx="8616689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6"/>
          <p:cNvSpPr txBox="1">
            <a:spLocks noGrp="1"/>
          </p:cNvSpPr>
          <p:nvPr>
            <p:ph type="title"/>
          </p:nvPr>
        </p:nvSpPr>
        <p:spPr>
          <a:xfrm>
            <a:off x="311700" y="1106125"/>
            <a:ext cx="8520600" cy="1963500"/>
          </a:xfr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/>
              <a:t>How is Facade different from the Adapter design pattern?</a:t>
            </a:r>
          </a:p>
        </p:txBody>
      </p:sp>
      <p:sp>
        <p:nvSpPr>
          <p:cNvPr id="165" name="Text Placeholder 2">
            <a:extLst>
              <a:ext uri="{FF2B5EF4-FFF2-40B4-BE49-F238E27FC236}">
                <a16:creationId xmlns:a16="http://schemas.microsoft.com/office/drawing/2014/main" id="{827247D5-C9C4-BA17-9798-E8A1F7281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</p:spPr>
        <p:txBody>
          <a:bodyPr/>
          <a:lstStyle/>
          <a:p>
            <a:endParaRPr lang="en-US"/>
          </a:p>
        </p:txBody>
      </p:sp>
      <p:sp>
        <p:nvSpPr>
          <p:cNvPr id="160" name="Google Shape;160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 sz="900"/>
              <a:pPr marL="0" lvl="0" indent="0" rtl="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t>17</a:t>
            </a:fld>
            <a:endParaRPr lang="en" sz="9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/>
              <a:t>How is Facade different from the Adapter design pattern?</a:t>
            </a:r>
          </a:p>
        </p:txBody>
      </p:sp>
      <p:sp>
        <p:nvSpPr>
          <p:cNvPr id="175" name="Google Shape;175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 sz="900"/>
              <a:pPr marL="0" lvl="0" indent="0" rtl="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t>18</a:t>
            </a:fld>
            <a:endParaRPr lang="en" sz="900"/>
          </a:p>
        </p:txBody>
      </p:sp>
      <p:graphicFrame>
        <p:nvGraphicFramePr>
          <p:cNvPr id="177" name="Google Shape;174;p28">
            <a:extLst>
              <a:ext uri="{FF2B5EF4-FFF2-40B4-BE49-F238E27FC236}">
                <a16:creationId xmlns:a16="http://schemas.microsoft.com/office/drawing/2014/main" id="{62F73F01-E897-BDA8-F6D0-AB8108B00AE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32890897"/>
              </p:ext>
            </p:extLst>
          </p:nvPr>
        </p:nvGraphicFramePr>
        <p:xfrm>
          <a:off x="311700" y="1208225"/>
          <a:ext cx="8520600" cy="32644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Adapter design needs more code. Do you agree?</a:t>
            </a:r>
            <a:endParaRPr/>
          </a:p>
        </p:txBody>
      </p:sp>
      <p:sp>
        <p:nvSpPr>
          <p:cNvPr id="181" name="Google Shape;181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may need to write some additional code.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However, the payoff is great, particularly for those legacy systems that cannot be changed but you still want to use them for their stability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82" name="Google Shape;182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2DD94-29CA-F6CB-6112-639FBC53E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Real World 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AE1D19-3694-A579-632F-DB8F739F46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E7072A-22F7-3C2D-DC6D-D6EFCD3F4DA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20</a:t>
            </a:fld>
            <a:endParaRPr lang="en"/>
          </a:p>
        </p:txBody>
      </p:sp>
      <p:pic>
        <p:nvPicPr>
          <p:cNvPr id="1026" name="Picture 2" descr="Generated image">
            <a:extLst>
              <a:ext uri="{FF2B5EF4-FFF2-40B4-BE49-F238E27FC236}">
                <a16:creationId xmlns:a16="http://schemas.microsoft.com/office/drawing/2014/main" id="{731805D3-BD17-DD04-1975-509C49E191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866" y="4184"/>
            <a:ext cx="771525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18698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DAEF6-34BF-F909-0E05-C5E3352F5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89377E-7BA1-45E2-773D-2065DB575B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81578F-E3C5-A78F-1023-F0296214425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21</a:t>
            </a:fld>
            <a:endParaRPr lang="en"/>
          </a:p>
        </p:txBody>
      </p:sp>
      <p:pic>
        <p:nvPicPr>
          <p:cNvPr id="2050" name="Picture 2" descr="Generated image">
            <a:extLst>
              <a:ext uri="{FF2B5EF4-FFF2-40B4-BE49-F238E27FC236}">
                <a16:creationId xmlns:a16="http://schemas.microsoft.com/office/drawing/2014/main" id="{70EE0D06-7E1B-E904-676C-5339BFFBE2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398" t="1426" r="2503" b="-1583"/>
          <a:stretch>
            <a:fillRect/>
          </a:stretch>
        </p:blipFill>
        <p:spPr bwMode="auto">
          <a:xfrm>
            <a:off x="714375" y="0"/>
            <a:ext cx="7707211" cy="5151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75881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D746E-B552-898B-8A1C-A3952BDF5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0ABDE9-355A-638C-6727-99C90299AC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5A083F-4763-C4DD-9431-EBFF5F91CD4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22</a:t>
            </a:fld>
            <a:endParaRPr lang="en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F435500-D1D7-2F7A-A82F-EBABDB29C0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7193333"/>
              </p:ext>
            </p:extLst>
          </p:nvPr>
        </p:nvGraphicFramePr>
        <p:xfrm>
          <a:off x="245214" y="191185"/>
          <a:ext cx="8587086" cy="500888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814245">
                  <a:extLst>
                    <a:ext uri="{9D8B030D-6E8A-4147-A177-3AD203B41FA5}">
                      <a16:colId xmlns:a16="http://schemas.microsoft.com/office/drawing/2014/main" val="3119020826"/>
                    </a:ext>
                  </a:extLst>
                </a:gridCol>
                <a:gridCol w="5772841">
                  <a:extLst>
                    <a:ext uri="{9D8B030D-6E8A-4147-A177-3AD203B41FA5}">
                      <a16:colId xmlns:a16="http://schemas.microsoft.com/office/drawing/2014/main" val="3568581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57133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Home Theater System Controller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You bought a new sound system that uses Bluetooth commands, but your existing Home Theater Controller only supports infrared (IR).</a:t>
                      </a:r>
                      <a:br>
                        <a:rPr lang="en-US"/>
                      </a:b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6807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Smart Home Automation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Your smart home hub works with Wi-Fi-based devices, but you purchased Zigbee-enabled light bulbs.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2607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Banking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The new loan approval module is built on a different API format than the old banking software.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6250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Video Game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 game engine uses its own graphics API, but you want to use a third-party physics engine with a different coordinate system and method naming.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4206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Restaurant Online Ordering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The restaurant’s online ordering platform integrates with one type of payment gateway, but you now want to support PayPal.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900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Hospital Management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 new insurance verification service uses XML-based requests, but your hospital system uses JSON.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8989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E-Commerce Checkout 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Your e-commerce platform integrates with a shipping provider’s API, but you switch to a new courier whose API uses different parameters and naming conventions.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1184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82853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40761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AC2C0C-CF6A-B2D0-BE36-AD0E500A51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23</a:t>
            </a:fld>
            <a:endParaRPr lang="en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6DEBF57-83C8-FD72-5EB1-BCF06BE4A0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2133011"/>
              </p:ext>
            </p:extLst>
          </p:nvPr>
        </p:nvGraphicFramePr>
        <p:xfrm>
          <a:off x="192505" y="220006"/>
          <a:ext cx="8639795" cy="4443212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1701013">
                  <a:extLst>
                    <a:ext uri="{9D8B030D-6E8A-4147-A177-3AD203B41FA5}">
                      <a16:colId xmlns:a16="http://schemas.microsoft.com/office/drawing/2014/main" val="2988297576"/>
                    </a:ext>
                  </a:extLst>
                </a:gridCol>
                <a:gridCol w="3206828">
                  <a:extLst>
                    <a:ext uri="{9D8B030D-6E8A-4147-A177-3AD203B41FA5}">
                      <a16:colId xmlns:a16="http://schemas.microsoft.com/office/drawing/2014/main" val="2482426954"/>
                    </a:ext>
                  </a:extLst>
                </a:gridCol>
                <a:gridCol w="3731954">
                  <a:extLst>
                    <a:ext uri="{9D8B030D-6E8A-4147-A177-3AD203B41FA5}">
                      <a16:colId xmlns:a16="http://schemas.microsoft.com/office/drawing/2014/main" val="9599549"/>
                    </a:ext>
                  </a:extLst>
                </a:gridCol>
              </a:tblGrid>
              <a:tr h="4170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/>
                        <a:t>Scenario</a:t>
                      </a:r>
                      <a:endParaRPr lang="en-US" sz="1000"/>
                    </a:p>
                  </a:txBody>
                  <a:tcPr marL="40192" marR="40192" marT="20096" marB="200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/>
                        <a:t>Facade Design Pattern</a:t>
                      </a:r>
                      <a:r>
                        <a:rPr lang="en-US" sz="1000"/>
                        <a:t> – Simplifies interaction with multiple subsystems</a:t>
                      </a:r>
                    </a:p>
                  </a:txBody>
                  <a:tcPr marL="40192" marR="40192" marT="20096" marB="200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/>
                        <a:t>Adapter Design Pattern</a:t>
                      </a:r>
                      <a:r>
                        <a:rPr lang="en-US" sz="1000"/>
                        <a:t> – Converts one interface into another compatible interface</a:t>
                      </a:r>
                    </a:p>
                  </a:txBody>
                  <a:tcPr marL="40192" marR="40192" marT="20096" marB="20096" anchor="ctr"/>
                </a:tc>
                <a:extLst>
                  <a:ext uri="{0D108BD9-81ED-4DB2-BD59-A6C34878D82A}">
                    <a16:rowId xmlns:a16="http://schemas.microsoft.com/office/drawing/2014/main" val="3487911276"/>
                  </a:ext>
                </a:extLst>
              </a:tr>
              <a:tr h="6603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/>
                        <a:t>1. Home Theater System Controller</a:t>
                      </a:r>
                      <a:endParaRPr lang="en-US" sz="1000"/>
                    </a:p>
                  </a:txBody>
                  <a:tcPr marL="40192" marR="40192" marT="20096" marB="200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err="1"/>
                        <a:t>HomeTheaterFacade</a:t>
                      </a:r>
                      <a:r>
                        <a:rPr lang="en-US" sz="1000"/>
                        <a:t> with </a:t>
                      </a:r>
                      <a:r>
                        <a:rPr lang="en-US" sz="1000" err="1"/>
                        <a:t>watchMovie</a:t>
                      </a:r>
                      <a:r>
                        <a:rPr lang="en-US" sz="1000"/>
                        <a:t>() method that turns on TV, sound, DVD, dims lights, and closes curtains in one step.</a:t>
                      </a:r>
                    </a:p>
                  </a:txBody>
                  <a:tcPr marL="40192" marR="40192" marT="20096" marB="200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err="1"/>
                        <a:t>AudioSystemAdapter</a:t>
                      </a:r>
                      <a:r>
                        <a:rPr lang="en-US" sz="1000"/>
                        <a:t> converts IR commands from the existing controller into Bluetooth commands for a new sound system.</a:t>
                      </a:r>
                    </a:p>
                  </a:txBody>
                  <a:tcPr marL="40192" marR="40192" marT="20096" marB="20096" anchor="ctr"/>
                </a:tc>
                <a:extLst>
                  <a:ext uri="{0D108BD9-81ED-4DB2-BD59-A6C34878D82A}">
                    <a16:rowId xmlns:a16="http://schemas.microsoft.com/office/drawing/2014/main" val="3212184197"/>
                  </a:ext>
                </a:extLst>
              </a:tr>
              <a:tr h="541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/>
                        <a:t>2. Smart Home Automation</a:t>
                      </a:r>
                      <a:endParaRPr lang="en-US" sz="1000"/>
                    </a:p>
                  </a:txBody>
                  <a:tcPr marL="40192" marR="40192" marT="20096" marB="200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SmartHomeFacade with activateAwayMode() that locks doors, turns off lights, lowers thermostat, and arms security.</a:t>
                      </a:r>
                    </a:p>
                  </a:txBody>
                  <a:tcPr marL="40192" marR="40192" marT="20096" marB="200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ZigbeeToWiFiAdapter converts hub’s Wi-Fi commands into Zigbee so incompatible smart bulbs work.</a:t>
                      </a:r>
                    </a:p>
                  </a:txBody>
                  <a:tcPr marL="40192" marR="40192" marT="20096" marB="20096" anchor="ctr"/>
                </a:tc>
                <a:extLst>
                  <a:ext uri="{0D108BD9-81ED-4DB2-BD59-A6C34878D82A}">
                    <a16:rowId xmlns:a16="http://schemas.microsoft.com/office/drawing/2014/main" val="634037410"/>
                  </a:ext>
                </a:extLst>
              </a:tr>
              <a:tr h="541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/>
                        <a:t>3. Banking System</a:t>
                      </a:r>
                      <a:endParaRPr lang="en-US" sz="1000"/>
                    </a:p>
                  </a:txBody>
                  <a:tcPr marL="40192" marR="40192" marT="20096" marB="200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LoanProcessingFacade with approveLoan() that runs credit checks, account verification, and document processing.</a:t>
                      </a:r>
                    </a:p>
                  </a:txBody>
                  <a:tcPr marL="40192" marR="40192" marT="20096" marB="200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LoanModuleAdapter converts old banking system requests into the new loan module’s API format.</a:t>
                      </a:r>
                    </a:p>
                  </a:txBody>
                  <a:tcPr marL="40192" marR="40192" marT="20096" marB="20096" anchor="ctr"/>
                </a:tc>
                <a:extLst>
                  <a:ext uri="{0D108BD9-81ED-4DB2-BD59-A6C34878D82A}">
                    <a16:rowId xmlns:a16="http://schemas.microsoft.com/office/drawing/2014/main" val="2930628559"/>
                  </a:ext>
                </a:extLst>
              </a:tr>
              <a:tr h="541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/>
                        <a:t>4. Video Game Engine</a:t>
                      </a:r>
                      <a:endParaRPr lang="en-US" sz="1000"/>
                    </a:p>
                  </a:txBody>
                  <a:tcPr marL="40192" marR="40192" marT="20096" marB="200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GameEngineFacade with startGame() that loads assets, initializes physics, sets UI, and connects to server.</a:t>
                      </a:r>
                    </a:p>
                  </a:txBody>
                  <a:tcPr marL="40192" marR="40192" marT="20096" marB="200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PhysicsEngineAdapter maps game engine calls to a third-party physics engine with a different coordinate system/API.</a:t>
                      </a:r>
                    </a:p>
                  </a:txBody>
                  <a:tcPr marL="40192" marR="40192" marT="20096" marB="20096" anchor="ctr"/>
                </a:tc>
                <a:extLst>
                  <a:ext uri="{0D108BD9-81ED-4DB2-BD59-A6C34878D82A}">
                    <a16:rowId xmlns:a16="http://schemas.microsoft.com/office/drawing/2014/main" val="1778398452"/>
                  </a:ext>
                </a:extLst>
              </a:tr>
              <a:tr h="541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/>
                        <a:t>5. Restaurant Online Ordering</a:t>
                      </a:r>
                      <a:endParaRPr lang="en-US" sz="1000"/>
                    </a:p>
                  </a:txBody>
                  <a:tcPr marL="40192" marR="40192" marT="20096" marB="200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OrderFacade with placeOrder() that handles menu check, payment, kitchen notification, and delivery dispatch.</a:t>
                      </a:r>
                    </a:p>
                  </a:txBody>
                  <a:tcPr marL="40192" marR="40192" marT="20096" marB="200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PayPalAdapter lets the ordering platform use PayPal even though it was built for another payment gateway.</a:t>
                      </a:r>
                    </a:p>
                  </a:txBody>
                  <a:tcPr marL="40192" marR="40192" marT="20096" marB="20096" anchor="ctr"/>
                </a:tc>
                <a:extLst>
                  <a:ext uri="{0D108BD9-81ED-4DB2-BD59-A6C34878D82A}">
                    <a16:rowId xmlns:a16="http://schemas.microsoft.com/office/drawing/2014/main" val="124538993"/>
                  </a:ext>
                </a:extLst>
              </a:tr>
              <a:tr h="6603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/>
                        <a:t>6. Hospital Management System</a:t>
                      </a:r>
                      <a:endParaRPr lang="en-US" sz="1000"/>
                    </a:p>
                  </a:txBody>
                  <a:tcPr marL="40192" marR="40192" marT="20096" marB="200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AdmissionFacade with admitPatient() that checks insurance, assigns a doctor, creates a file, and alerts the ward.</a:t>
                      </a:r>
                    </a:p>
                  </a:txBody>
                  <a:tcPr marL="40192" marR="40192" marT="20096" marB="200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InsuranceServiceAdapter converts hospital’s JSON requests into XML for a new insurance service.</a:t>
                      </a:r>
                    </a:p>
                  </a:txBody>
                  <a:tcPr marL="40192" marR="40192" marT="20096" marB="20096" anchor="ctr"/>
                </a:tc>
                <a:extLst>
                  <a:ext uri="{0D108BD9-81ED-4DB2-BD59-A6C34878D82A}">
                    <a16:rowId xmlns:a16="http://schemas.microsoft.com/office/drawing/2014/main" val="2318830670"/>
                  </a:ext>
                </a:extLst>
              </a:tr>
              <a:tr h="5410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/>
                        <a:t>7. E-Commerce Checkout Process</a:t>
                      </a:r>
                      <a:endParaRPr lang="en-US" sz="1000"/>
                    </a:p>
                  </a:txBody>
                  <a:tcPr marL="40192" marR="40192" marT="20096" marB="200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err="1"/>
                        <a:t>CheckoutFacade</a:t>
                      </a:r>
                      <a:r>
                        <a:rPr lang="en-US" sz="1000"/>
                        <a:t> with checkout() that verifies items, applies discounts, processes payment, and triggers shipping.</a:t>
                      </a:r>
                    </a:p>
                  </a:txBody>
                  <a:tcPr marL="40192" marR="40192" marT="20096" marB="200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err="1"/>
                        <a:t>ShippingServiceAdapter</a:t>
                      </a:r>
                      <a:r>
                        <a:rPr lang="en-US" sz="1000"/>
                        <a:t> converts platform’s shipping calls to match a new courier’s API format.</a:t>
                      </a:r>
                    </a:p>
                  </a:txBody>
                  <a:tcPr marL="40192" marR="40192" marT="20096" marB="20096" anchor="ctr"/>
                </a:tc>
                <a:extLst>
                  <a:ext uri="{0D108BD9-81ED-4DB2-BD59-A6C34878D82A}">
                    <a16:rowId xmlns:a16="http://schemas.microsoft.com/office/drawing/2014/main" val="16898150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4345868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51A51792A418F4A9A575028F3A039FF" ma:contentTypeVersion="13" ma:contentTypeDescription="Create a new document." ma:contentTypeScope="" ma:versionID="dbbb3a872386501ea0db3d7f91cf00ca">
  <xsd:schema xmlns:xsd="http://www.w3.org/2001/XMLSchema" xmlns:xs="http://www.w3.org/2001/XMLSchema" xmlns:p="http://schemas.microsoft.com/office/2006/metadata/properties" xmlns:ns3="bbf2655a-b97a-4cd5-9749-fa15d2d37c4f" xmlns:ns4="6327976d-0e7f-4f4d-9e8d-9adece0280c7" targetNamespace="http://schemas.microsoft.com/office/2006/metadata/properties" ma:root="true" ma:fieldsID="06edd250f22a9adbb0f047e677c7ff0f" ns3:_="" ns4:_="">
    <xsd:import namespace="bbf2655a-b97a-4cd5-9749-fa15d2d37c4f"/>
    <xsd:import namespace="6327976d-0e7f-4f4d-9e8d-9adece0280c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f2655a-b97a-4cd5-9749-fa15d2d37c4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27976d-0e7f-4f4d-9e8d-9adece0280c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bf2655a-b97a-4cd5-9749-fa15d2d37c4f" xsi:nil="true"/>
  </documentManagement>
</p:properties>
</file>

<file path=customXml/itemProps1.xml><?xml version="1.0" encoding="utf-8"?>
<ds:datastoreItem xmlns:ds="http://schemas.openxmlformats.org/officeDocument/2006/customXml" ds:itemID="{B0CFB394-16B5-48C3-A23D-62FDA51BB5BB}">
  <ds:schemaRefs>
    <ds:schemaRef ds:uri="6327976d-0e7f-4f4d-9e8d-9adece0280c7"/>
    <ds:schemaRef ds:uri="bbf2655a-b97a-4cd5-9749-fa15d2d37c4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4B7407C5-74EF-49F0-9627-2919C8D7617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92809DD-A76A-414F-A502-43E46E0D5609}">
  <ds:schemaRefs>
    <ds:schemaRef ds:uri="6327976d-0e7f-4f4d-9e8d-9adece0280c7"/>
    <ds:schemaRef ds:uri="bbf2655a-b97a-4cd5-9749-fa15d2d37c4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23</Slides>
  <Notes>16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Simple Light</vt:lpstr>
      <vt:lpstr>PowerPoint Presentation</vt:lpstr>
      <vt:lpstr>PowerPoint Presentation</vt:lpstr>
      <vt:lpstr>OOP Principals </vt:lpstr>
      <vt:lpstr>PowerPoint Presentation</vt:lpstr>
      <vt:lpstr>PowerPoint Presentation</vt:lpstr>
      <vt:lpstr>PowerPoint Presentation</vt:lpstr>
      <vt:lpstr>PowerPoint Presentation</vt:lpstr>
      <vt:lpstr>Implementations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are the characteristics of the adapter design pattern?</vt:lpstr>
      <vt:lpstr>Database Connector</vt:lpstr>
      <vt:lpstr>How is Facade different from the Adapter design pattern?</vt:lpstr>
      <vt:lpstr>How is Facade different from the Adapter design pattern?</vt:lpstr>
      <vt:lpstr>Adapter design needs more code. Do you agree?</vt:lpstr>
      <vt:lpstr>Real World Example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11</cp:revision>
  <dcterms:modified xsi:type="dcterms:W3CDTF">2026-07-27T03:55:19Z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0x010100F51A51792A418F4A9A575028F3A039FF</vt:lpwstr>
  </property>
</Properties>
</file>