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59" r:id="rId8"/>
    <p:sldId id="260" r:id="rId9"/>
    <p:sldId id="277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8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C7D02-6B4C-4F80-9B43-5ADCE8CB4A34}" v="4" dt="2026-07-08T15:13:46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undo custSel addSld delSld modSld">
      <pc:chgData name="Mr. PPG Dinesh Asanka" userId="54a4306b-b9cd-436b-92bf-e616bbdb8176" providerId="ADAL" clId="{763A7EB7-061F-4CF3-9E06-47EACA773A05}" dt="2026-07-08T17:57:04.597" v="124" actId="26606"/>
      <pc:docMkLst>
        <pc:docMk/>
      </pc:docMkLst>
      <pc:sldChg chg="addSp delSp modSp new mod setBg">
        <pc:chgData name="Mr. PPG Dinesh Asanka" userId="54a4306b-b9cd-436b-92bf-e616bbdb8176" providerId="ADAL" clId="{763A7EB7-061F-4CF3-9E06-47EACA773A05}" dt="2026-07-08T14:11:20.272" v="26"/>
        <pc:sldMkLst>
          <pc:docMk/>
          <pc:sldMk cId="2601207686" sldId="256"/>
        </pc:sldMkLst>
        <pc:spChg chg="mod">
          <ac:chgData name="Mr. PPG Dinesh Asanka" userId="54a4306b-b9cd-436b-92bf-e616bbdb8176" providerId="ADAL" clId="{763A7EB7-061F-4CF3-9E06-47EACA773A05}" dt="2026-07-08T14:02:22.204" v="23" actId="26606"/>
          <ac:spMkLst>
            <pc:docMk/>
            <pc:sldMk cId="2601207686" sldId="256"/>
            <ac:spMk id="2" creationId="{0BB1612F-822C-3412-2FA4-5E37F44054F9}"/>
          </ac:spMkLst>
        </pc:spChg>
        <pc:spChg chg="mod">
          <ac:chgData name="Mr. PPG Dinesh Asanka" userId="54a4306b-b9cd-436b-92bf-e616bbdb8176" providerId="ADAL" clId="{763A7EB7-061F-4CF3-9E06-47EACA773A05}" dt="2026-07-08T14:02:22.204" v="23" actId="26606"/>
          <ac:spMkLst>
            <pc:docMk/>
            <pc:sldMk cId="2601207686" sldId="256"/>
            <ac:spMk id="3" creationId="{EFE848EE-8511-F39C-6F5B-88F736F125E4}"/>
          </ac:spMkLst>
        </pc:spChg>
        <pc:spChg chg="add del">
          <ac:chgData name="Mr. PPG Dinesh Asanka" userId="54a4306b-b9cd-436b-92bf-e616bbdb8176" providerId="ADAL" clId="{763A7EB7-061F-4CF3-9E06-47EACA773A05}" dt="2026-07-08T14:02:22.204" v="23" actId="26606"/>
          <ac:spMkLst>
            <pc:docMk/>
            <pc:sldMk cId="2601207686" sldId="256"/>
            <ac:spMk id="10" creationId="{F2E5B6AE-5EFE-45F0-A2AE-ED771CA3D7DD}"/>
          </ac:spMkLst>
        </pc:spChg>
        <pc:spChg chg="add del">
          <ac:chgData name="Mr. PPG Dinesh Asanka" userId="54a4306b-b9cd-436b-92bf-e616bbdb8176" providerId="ADAL" clId="{763A7EB7-061F-4CF3-9E06-47EACA773A05}" dt="2026-07-08T14:02:22.204" v="23" actId="26606"/>
          <ac:spMkLst>
            <pc:docMk/>
            <pc:sldMk cId="2601207686" sldId="256"/>
            <ac:spMk id="12" creationId="{54B995A6-4802-435A-B06E-30007550573C}"/>
          </ac:spMkLst>
        </pc:spChg>
        <pc:picChg chg="add del mod ord">
          <ac:chgData name="Mr. PPG Dinesh Asanka" userId="54a4306b-b9cd-436b-92bf-e616bbdb8176" providerId="ADAL" clId="{763A7EB7-061F-4CF3-9E06-47EACA773A05}" dt="2026-07-08T14:11:19.668" v="24" actId="478"/>
          <ac:picMkLst>
            <pc:docMk/>
            <pc:sldMk cId="2601207686" sldId="256"/>
            <ac:picMk id="5" creationId="{25C05D67-B999-689D-C17B-5387BAA148A9}"/>
          </ac:picMkLst>
        </pc:picChg>
        <pc:picChg chg="add mod">
          <ac:chgData name="Mr. PPG Dinesh Asanka" userId="54a4306b-b9cd-436b-92bf-e616bbdb8176" providerId="ADAL" clId="{763A7EB7-061F-4CF3-9E06-47EACA773A05}" dt="2026-07-08T14:11:20.272" v="26"/>
          <ac:picMkLst>
            <pc:docMk/>
            <pc:sldMk cId="2601207686" sldId="256"/>
            <ac:picMk id="7" creationId="{36D80177-C60D-FC62-EDB7-06AD908162BC}"/>
          </ac:picMkLst>
        </pc:picChg>
        <pc:cxnChg chg="add del">
          <ac:chgData name="Mr. PPG Dinesh Asanka" userId="54a4306b-b9cd-436b-92bf-e616bbdb8176" providerId="ADAL" clId="{763A7EB7-061F-4CF3-9E06-47EACA773A05}" dt="2026-07-08T14:02:22.204" v="23" actId="26606"/>
          <ac:cxnSpMkLst>
            <pc:docMk/>
            <pc:sldMk cId="2601207686" sldId="256"/>
            <ac:cxnSpMk id="14" creationId="{D255B435-D9F3-4A31-B89E-36741390DB4B}"/>
          </ac:cxnSpMkLst>
        </pc:cxnChg>
      </pc:sldChg>
      <pc:sldChg chg="del">
        <pc:chgData name="Mr. PPG Dinesh Asanka" userId="54a4306b-b9cd-436b-92bf-e616bbdb8176" providerId="ADAL" clId="{763A7EB7-061F-4CF3-9E06-47EACA773A05}" dt="2026-07-08T13:59:53.578" v="0" actId="47"/>
        <pc:sldMkLst>
          <pc:docMk/>
          <pc:sldMk cId="1803522013" sldId="257"/>
        </pc:sldMkLst>
      </pc:sldChg>
      <pc:sldChg chg="addSp delSp modSp new mod setBg">
        <pc:chgData name="Mr. PPG Dinesh Asanka" userId="54a4306b-b9cd-436b-92bf-e616bbdb8176" providerId="ADAL" clId="{763A7EB7-061F-4CF3-9E06-47EACA773A05}" dt="2026-07-08T14:15:10.441" v="30" actId="26606"/>
        <pc:sldMkLst>
          <pc:docMk/>
          <pc:sldMk cId="3510596792" sldId="257"/>
        </pc:sldMkLst>
        <pc:spChg chg="del">
          <ac:chgData name="Mr. PPG Dinesh Asanka" userId="54a4306b-b9cd-436b-92bf-e616bbdb8176" providerId="ADAL" clId="{763A7EB7-061F-4CF3-9E06-47EACA773A05}" dt="2026-07-08T14:15:10.441" v="30" actId="26606"/>
          <ac:spMkLst>
            <pc:docMk/>
            <pc:sldMk cId="3510596792" sldId="257"/>
            <ac:spMk id="2" creationId="{CE11F7AE-D17F-7E24-37EB-64F84AF0794A}"/>
          </ac:spMkLst>
        </pc:spChg>
        <pc:spChg chg="del">
          <ac:chgData name="Mr. PPG Dinesh Asanka" userId="54a4306b-b9cd-436b-92bf-e616bbdb8176" providerId="ADAL" clId="{763A7EB7-061F-4CF3-9E06-47EACA773A05}" dt="2026-07-08T14:15:08.480" v="29"/>
          <ac:spMkLst>
            <pc:docMk/>
            <pc:sldMk cId="3510596792" sldId="257"/>
            <ac:spMk id="3" creationId="{1FCECD24-4763-3AAA-3B01-C5FA2D138EC5}"/>
          </ac:spMkLst>
        </pc:spChg>
        <pc:spChg chg="add">
          <ac:chgData name="Mr. PPG Dinesh Asanka" userId="54a4306b-b9cd-436b-92bf-e616bbdb8176" providerId="ADAL" clId="{763A7EB7-061F-4CF3-9E06-47EACA773A05}" dt="2026-07-08T14:15:10.441" v="30" actId="26606"/>
          <ac:spMkLst>
            <pc:docMk/>
            <pc:sldMk cId="3510596792" sldId="25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15:10.441" v="30" actId="26606"/>
          <ac:picMkLst>
            <pc:docMk/>
            <pc:sldMk cId="3510596792" sldId="257"/>
            <ac:picMk id="5" creationId="{D06639B5-64A4-DD5A-A8A3-6493BB5662B7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072" v="1" actId="47"/>
        <pc:sldMkLst>
          <pc:docMk/>
          <pc:sldMk cId="3465349636" sldId="258"/>
        </pc:sldMkLst>
      </pc:sldChg>
      <pc:sldChg chg="addSp delSp modSp new mod setBg">
        <pc:chgData name="Mr. PPG Dinesh Asanka" userId="54a4306b-b9cd-436b-92bf-e616bbdb8176" providerId="ADAL" clId="{763A7EB7-061F-4CF3-9E06-47EACA773A05}" dt="2026-07-08T14:22:54.399" v="34" actId="26606"/>
        <pc:sldMkLst>
          <pc:docMk/>
          <pc:sldMk cId="4100252741" sldId="258"/>
        </pc:sldMkLst>
        <pc:spChg chg="del">
          <ac:chgData name="Mr. PPG Dinesh Asanka" userId="54a4306b-b9cd-436b-92bf-e616bbdb8176" providerId="ADAL" clId="{763A7EB7-061F-4CF3-9E06-47EACA773A05}" dt="2026-07-08T14:22:54.399" v="34" actId="26606"/>
          <ac:spMkLst>
            <pc:docMk/>
            <pc:sldMk cId="4100252741" sldId="258"/>
            <ac:spMk id="2" creationId="{CF5C8317-0FAC-8EDA-C8E9-D9184D5432C2}"/>
          </ac:spMkLst>
        </pc:spChg>
        <pc:spChg chg="del">
          <ac:chgData name="Mr. PPG Dinesh Asanka" userId="54a4306b-b9cd-436b-92bf-e616bbdb8176" providerId="ADAL" clId="{763A7EB7-061F-4CF3-9E06-47EACA773A05}" dt="2026-07-08T14:22:52.204" v="33"/>
          <ac:spMkLst>
            <pc:docMk/>
            <pc:sldMk cId="4100252741" sldId="258"/>
            <ac:spMk id="3" creationId="{D8390715-1206-8C20-2BB8-D1A130875DA1}"/>
          </ac:spMkLst>
        </pc:spChg>
        <pc:spChg chg="add">
          <ac:chgData name="Mr. PPG Dinesh Asanka" userId="54a4306b-b9cd-436b-92bf-e616bbdb8176" providerId="ADAL" clId="{763A7EB7-061F-4CF3-9E06-47EACA773A05}" dt="2026-07-08T14:22:54.399" v="34" actId="26606"/>
          <ac:spMkLst>
            <pc:docMk/>
            <pc:sldMk cId="4100252741" sldId="25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22:54.399" v="34" actId="26606"/>
          <ac:picMkLst>
            <pc:docMk/>
            <pc:sldMk cId="4100252741" sldId="258"/>
            <ac:picMk id="5" creationId="{B0AA4958-6DB4-EFC6-03B5-D98CA5CE6EB1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4:26:55.539" v="38" actId="26606"/>
        <pc:sldMkLst>
          <pc:docMk/>
          <pc:sldMk cId="1280680095" sldId="259"/>
        </pc:sldMkLst>
        <pc:spChg chg="del">
          <ac:chgData name="Mr. PPG Dinesh Asanka" userId="54a4306b-b9cd-436b-92bf-e616bbdb8176" providerId="ADAL" clId="{763A7EB7-061F-4CF3-9E06-47EACA773A05}" dt="2026-07-08T14:26:55.539" v="38" actId="26606"/>
          <ac:spMkLst>
            <pc:docMk/>
            <pc:sldMk cId="1280680095" sldId="259"/>
            <ac:spMk id="2" creationId="{283C9373-6EA2-ADD6-BF7B-8E1806DFF658}"/>
          </ac:spMkLst>
        </pc:spChg>
        <pc:spChg chg="del">
          <ac:chgData name="Mr. PPG Dinesh Asanka" userId="54a4306b-b9cd-436b-92bf-e616bbdb8176" providerId="ADAL" clId="{763A7EB7-061F-4CF3-9E06-47EACA773A05}" dt="2026-07-08T14:26:53.285" v="37"/>
          <ac:spMkLst>
            <pc:docMk/>
            <pc:sldMk cId="1280680095" sldId="259"/>
            <ac:spMk id="3" creationId="{353B84D2-FD9D-F09F-16E2-A87E84BC02A5}"/>
          </ac:spMkLst>
        </pc:spChg>
        <pc:spChg chg="add">
          <ac:chgData name="Mr. PPG Dinesh Asanka" userId="54a4306b-b9cd-436b-92bf-e616bbdb8176" providerId="ADAL" clId="{763A7EB7-061F-4CF3-9E06-47EACA773A05}" dt="2026-07-08T14:26:55.539" v="38" actId="26606"/>
          <ac:spMkLst>
            <pc:docMk/>
            <pc:sldMk cId="1280680095" sldId="25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26:55.539" v="38" actId="26606"/>
          <ac:picMkLst>
            <pc:docMk/>
            <pc:sldMk cId="1280680095" sldId="259"/>
            <ac:picMk id="5" creationId="{DFD2ED72-D55C-2618-3B7C-699CD19374F9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120" v="2" actId="47"/>
        <pc:sldMkLst>
          <pc:docMk/>
          <pc:sldMk cId="3443867501" sldId="259"/>
        </pc:sldMkLst>
      </pc:sldChg>
      <pc:sldChg chg="del">
        <pc:chgData name="Mr. PPG Dinesh Asanka" userId="54a4306b-b9cd-436b-92bf-e616bbdb8176" providerId="ADAL" clId="{763A7EB7-061F-4CF3-9E06-47EACA773A05}" dt="2026-07-08T13:59:54.152" v="3" actId="47"/>
        <pc:sldMkLst>
          <pc:docMk/>
          <pc:sldMk cId="932083387" sldId="260"/>
        </pc:sldMkLst>
      </pc:sldChg>
      <pc:sldChg chg="addSp delSp modSp new mod setBg">
        <pc:chgData name="Mr. PPG Dinesh Asanka" userId="54a4306b-b9cd-436b-92bf-e616bbdb8176" providerId="ADAL" clId="{763A7EB7-061F-4CF3-9E06-47EACA773A05}" dt="2026-07-08T14:31:48.154" v="42" actId="26606"/>
        <pc:sldMkLst>
          <pc:docMk/>
          <pc:sldMk cId="3173861940" sldId="260"/>
        </pc:sldMkLst>
        <pc:spChg chg="del">
          <ac:chgData name="Mr. PPG Dinesh Asanka" userId="54a4306b-b9cd-436b-92bf-e616bbdb8176" providerId="ADAL" clId="{763A7EB7-061F-4CF3-9E06-47EACA773A05}" dt="2026-07-08T14:31:48.154" v="42" actId="26606"/>
          <ac:spMkLst>
            <pc:docMk/>
            <pc:sldMk cId="3173861940" sldId="260"/>
            <ac:spMk id="2" creationId="{E69972D4-4759-07E4-257F-7C956A4BD601}"/>
          </ac:spMkLst>
        </pc:spChg>
        <pc:spChg chg="del">
          <ac:chgData name="Mr. PPG Dinesh Asanka" userId="54a4306b-b9cd-436b-92bf-e616bbdb8176" providerId="ADAL" clId="{763A7EB7-061F-4CF3-9E06-47EACA773A05}" dt="2026-07-08T14:31:45.503" v="41"/>
          <ac:spMkLst>
            <pc:docMk/>
            <pc:sldMk cId="3173861940" sldId="260"/>
            <ac:spMk id="3" creationId="{5562D804-2EB6-D6BB-09A1-218FE74FD266}"/>
          </ac:spMkLst>
        </pc:spChg>
        <pc:spChg chg="add">
          <ac:chgData name="Mr. PPG Dinesh Asanka" userId="54a4306b-b9cd-436b-92bf-e616bbdb8176" providerId="ADAL" clId="{763A7EB7-061F-4CF3-9E06-47EACA773A05}" dt="2026-07-08T14:31:48.154" v="42" actId="26606"/>
          <ac:spMkLst>
            <pc:docMk/>
            <pc:sldMk cId="3173861940" sldId="26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31:48.154" v="42" actId="26606"/>
          <ac:picMkLst>
            <pc:docMk/>
            <pc:sldMk cId="3173861940" sldId="260"/>
            <ac:picMk id="5" creationId="{7F8FB05F-EFA5-1EE0-F79C-9EACDA57979E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168" v="4" actId="47"/>
        <pc:sldMkLst>
          <pc:docMk/>
          <pc:sldMk cId="1708886363" sldId="261"/>
        </pc:sldMkLst>
      </pc:sldChg>
      <pc:sldChg chg="addSp delSp modSp new mod setBg">
        <pc:chgData name="Mr. PPG Dinesh Asanka" userId="54a4306b-b9cd-436b-92bf-e616bbdb8176" providerId="ADAL" clId="{763A7EB7-061F-4CF3-9E06-47EACA773A05}" dt="2026-07-08T14:37:04.762" v="46" actId="26606"/>
        <pc:sldMkLst>
          <pc:docMk/>
          <pc:sldMk cId="2014762699" sldId="261"/>
        </pc:sldMkLst>
        <pc:spChg chg="del">
          <ac:chgData name="Mr. PPG Dinesh Asanka" userId="54a4306b-b9cd-436b-92bf-e616bbdb8176" providerId="ADAL" clId="{763A7EB7-061F-4CF3-9E06-47EACA773A05}" dt="2026-07-08T14:37:04.762" v="46" actId="26606"/>
          <ac:spMkLst>
            <pc:docMk/>
            <pc:sldMk cId="2014762699" sldId="261"/>
            <ac:spMk id="2" creationId="{398AAE4F-4F5F-BFB9-EAB2-AF3C5CB0D748}"/>
          </ac:spMkLst>
        </pc:spChg>
        <pc:spChg chg="del">
          <ac:chgData name="Mr. PPG Dinesh Asanka" userId="54a4306b-b9cd-436b-92bf-e616bbdb8176" providerId="ADAL" clId="{763A7EB7-061F-4CF3-9E06-47EACA773A05}" dt="2026-07-08T14:37:02.914" v="45"/>
          <ac:spMkLst>
            <pc:docMk/>
            <pc:sldMk cId="2014762699" sldId="261"/>
            <ac:spMk id="3" creationId="{06D9E58A-7B48-65D5-3905-9215FC71A2BB}"/>
          </ac:spMkLst>
        </pc:spChg>
        <pc:spChg chg="add">
          <ac:chgData name="Mr. PPG Dinesh Asanka" userId="54a4306b-b9cd-436b-92bf-e616bbdb8176" providerId="ADAL" clId="{763A7EB7-061F-4CF3-9E06-47EACA773A05}" dt="2026-07-08T14:37:04.762" v="46" actId="26606"/>
          <ac:spMkLst>
            <pc:docMk/>
            <pc:sldMk cId="2014762699" sldId="26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37:04.762" v="46" actId="26606"/>
          <ac:picMkLst>
            <pc:docMk/>
            <pc:sldMk cId="2014762699" sldId="261"/>
            <ac:picMk id="5" creationId="{B1673FF4-078D-0658-2331-18A5A8F7189F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4:40:25.864" v="50" actId="26606"/>
        <pc:sldMkLst>
          <pc:docMk/>
          <pc:sldMk cId="1126617677" sldId="262"/>
        </pc:sldMkLst>
        <pc:spChg chg="del">
          <ac:chgData name="Mr. PPG Dinesh Asanka" userId="54a4306b-b9cd-436b-92bf-e616bbdb8176" providerId="ADAL" clId="{763A7EB7-061F-4CF3-9E06-47EACA773A05}" dt="2026-07-08T14:40:25.864" v="50" actId="26606"/>
          <ac:spMkLst>
            <pc:docMk/>
            <pc:sldMk cId="1126617677" sldId="262"/>
            <ac:spMk id="2" creationId="{D4908950-4EDD-46E6-0C85-1072E3BFEA37}"/>
          </ac:spMkLst>
        </pc:spChg>
        <pc:spChg chg="del">
          <ac:chgData name="Mr. PPG Dinesh Asanka" userId="54a4306b-b9cd-436b-92bf-e616bbdb8176" providerId="ADAL" clId="{763A7EB7-061F-4CF3-9E06-47EACA773A05}" dt="2026-07-08T14:40:22.782" v="49"/>
          <ac:spMkLst>
            <pc:docMk/>
            <pc:sldMk cId="1126617677" sldId="262"/>
            <ac:spMk id="3" creationId="{B0FE77C3-A423-F99A-BD57-DD2085DC3B9F}"/>
          </ac:spMkLst>
        </pc:spChg>
        <pc:spChg chg="add">
          <ac:chgData name="Mr. PPG Dinesh Asanka" userId="54a4306b-b9cd-436b-92bf-e616bbdb8176" providerId="ADAL" clId="{763A7EB7-061F-4CF3-9E06-47EACA773A05}" dt="2026-07-08T14:40:25.864" v="50" actId="26606"/>
          <ac:spMkLst>
            <pc:docMk/>
            <pc:sldMk cId="1126617677" sldId="26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40:25.864" v="50" actId="26606"/>
          <ac:picMkLst>
            <pc:docMk/>
            <pc:sldMk cId="1126617677" sldId="262"/>
            <ac:picMk id="5" creationId="{62237BE2-DA36-A3BD-00F4-96571F95CEAC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200" v="5" actId="47"/>
        <pc:sldMkLst>
          <pc:docMk/>
          <pc:sldMk cId="2305447304" sldId="262"/>
        </pc:sldMkLst>
      </pc:sldChg>
      <pc:sldChg chg="del">
        <pc:chgData name="Mr. PPG Dinesh Asanka" userId="54a4306b-b9cd-436b-92bf-e616bbdb8176" providerId="ADAL" clId="{763A7EB7-061F-4CF3-9E06-47EACA773A05}" dt="2026-07-08T13:59:54.279" v="6" actId="47"/>
        <pc:sldMkLst>
          <pc:docMk/>
          <pc:sldMk cId="1859566457" sldId="263"/>
        </pc:sldMkLst>
      </pc:sldChg>
      <pc:sldChg chg="addSp delSp modSp new mod setBg">
        <pc:chgData name="Mr. PPG Dinesh Asanka" userId="54a4306b-b9cd-436b-92bf-e616bbdb8176" providerId="ADAL" clId="{763A7EB7-061F-4CF3-9E06-47EACA773A05}" dt="2026-07-08T14:43:32.903" v="54" actId="26606"/>
        <pc:sldMkLst>
          <pc:docMk/>
          <pc:sldMk cId="2219316225" sldId="263"/>
        </pc:sldMkLst>
        <pc:spChg chg="del">
          <ac:chgData name="Mr. PPG Dinesh Asanka" userId="54a4306b-b9cd-436b-92bf-e616bbdb8176" providerId="ADAL" clId="{763A7EB7-061F-4CF3-9E06-47EACA773A05}" dt="2026-07-08T14:43:32.903" v="54" actId="26606"/>
          <ac:spMkLst>
            <pc:docMk/>
            <pc:sldMk cId="2219316225" sldId="263"/>
            <ac:spMk id="2" creationId="{9ADC52AE-4DD3-28C9-A14D-8E6AEC3C4884}"/>
          </ac:spMkLst>
        </pc:spChg>
        <pc:spChg chg="del">
          <ac:chgData name="Mr. PPG Dinesh Asanka" userId="54a4306b-b9cd-436b-92bf-e616bbdb8176" providerId="ADAL" clId="{763A7EB7-061F-4CF3-9E06-47EACA773A05}" dt="2026-07-08T14:43:31.025" v="53"/>
          <ac:spMkLst>
            <pc:docMk/>
            <pc:sldMk cId="2219316225" sldId="263"/>
            <ac:spMk id="3" creationId="{8DC35F39-C8E6-3D6D-E5BA-D6BE8D136170}"/>
          </ac:spMkLst>
        </pc:spChg>
        <pc:spChg chg="add">
          <ac:chgData name="Mr. PPG Dinesh Asanka" userId="54a4306b-b9cd-436b-92bf-e616bbdb8176" providerId="ADAL" clId="{763A7EB7-061F-4CF3-9E06-47EACA773A05}" dt="2026-07-08T14:43:32.903" v="54" actId="26606"/>
          <ac:spMkLst>
            <pc:docMk/>
            <pc:sldMk cId="2219316225" sldId="26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43:32.903" v="54" actId="26606"/>
          <ac:picMkLst>
            <pc:docMk/>
            <pc:sldMk cId="2219316225" sldId="263"/>
            <ac:picMk id="5" creationId="{57FB31C5-FA80-91D0-81D2-7EC067D0D754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4:48:01.689" v="58" actId="26606"/>
        <pc:sldMkLst>
          <pc:docMk/>
          <pc:sldMk cId="612307877" sldId="264"/>
        </pc:sldMkLst>
        <pc:spChg chg="del">
          <ac:chgData name="Mr. PPG Dinesh Asanka" userId="54a4306b-b9cd-436b-92bf-e616bbdb8176" providerId="ADAL" clId="{763A7EB7-061F-4CF3-9E06-47EACA773A05}" dt="2026-07-08T14:48:01.689" v="58" actId="26606"/>
          <ac:spMkLst>
            <pc:docMk/>
            <pc:sldMk cId="612307877" sldId="264"/>
            <ac:spMk id="2" creationId="{FF8A2BA8-CC5D-FAB0-BA8A-61061ED9FFE1}"/>
          </ac:spMkLst>
        </pc:spChg>
        <pc:spChg chg="del">
          <ac:chgData name="Mr. PPG Dinesh Asanka" userId="54a4306b-b9cd-436b-92bf-e616bbdb8176" providerId="ADAL" clId="{763A7EB7-061F-4CF3-9E06-47EACA773A05}" dt="2026-07-08T14:47:59.394" v="57"/>
          <ac:spMkLst>
            <pc:docMk/>
            <pc:sldMk cId="612307877" sldId="264"/>
            <ac:spMk id="3" creationId="{CB7DB892-9221-775B-08C5-6E6DB2E914DE}"/>
          </ac:spMkLst>
        </pc:spChg>
        <pc:spChg chg="add">
          <ac:chgData name="Mr. PPG Dinesh Asanka" userId="54a4306b-b9cd-436b-92bf-e616bbdb8176" providerId="ADAL" clId="{763A7EB7-061F-4CF3-9E06-47EACA773A05}" dt="2026-07-08T14:48:01.689" v="58" actId="26606"/>
          <ac:spMkLst>
            <pc:docMk/>
            <pc:sldMk cId="612307877" sldId="26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48:01.689" v="58" actId="26606"/>
          <ac:picMkLst>
            <pc:docMk/>
            <pc:sldMk cId="612307877" sldId="264"/>
            <ac:picMk id="5" creationId="{EB3C129D-D5B2-9054-E7D1-FFF91B860191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295" v="7" actId="47"/>
        <pc:sldMkLst>
          <pc:docMk/>
          <pc:sldMk cId="3320992115" sldId="264"/>
        </pc:sldMkLst>
      </pc:sldChg>
      <pc:sldChg chg="addSp delSp modSp new mod setBg">
        <pc:chgData name="Mr. PPG Dinesh Asanka" userId="54a4306b-b9cd-436b-92bf-e616bbdb8176" providerId="ADAL" clId="{763A7EB7-061F-4CF3-9E06-47EACA773A05}" dt="2026-07-08T14:50:56.761" v="62" actId="26606"/>
        <pc:sldMkLst>
          <pc:docMk/>
          <pc:sldMk cId="1923255711" sldId="265"/>
        </pc:sldMkLst>
        <pc:spChg chg="del">
          <ac:chgData name="Mr. PPG Dinesh Asanka" userId="54a4306b-b9cd-436b-92bf-e616bbdb8176" providerId="ADAL" clId="{763A7EB7-061F-4CF3-9E06-47EACA773A05}" dt="2026-07-08T14:50:56.761" v="62" actId="26606"/>
          <ac:spMkLst>
            <pc:docMk/>
            <pc:sldMk cId="1923255711" sldId="265"/>
            <ac:spMk id="2" creationId="{F3B1EAEB-3C0E-4B07-8FE9-04217FB5FD51}"/>
          </ac:spMkLst>
        </pc:spChg>
        <pc:spChg chg="del">
          <ac:chgData name="Mr. PPG Dinesh Asanka" userId="54a4306b-b9cd-436b-92bf-e616bbdb8176" providerId="ADAL" clId="{763A7EB7-061F-4CF3-9E06-47EACA773A05}" dt="2026-07-08T14:50:54.328" v="61"/>
          <ac:spMkLst>
            <pc:docMk/>
            <pc:sldMk cId="1923255711" sldId="265"/>
            <ac:spMk id="3" creationId="{29B11DE7-4045-1795-F31E-434F3F6F82D4}"/>
          </ac:spMkLst>
        </pc:spChg>
        <pc:spChg chg="add">
          <ac:chgData name="Mr. PPG Dinesh Asanka" userId="54a4306b-b9cd-436b-92bf-e616bbdb8176" providerId="ADAL" clId="{763A7EB7-061F-4CF3-9E06-47EACA773A05}" dt="2026-07-08T14:50:56.761" v="62" actId="26606"/>
          <ac:spMkLst>
            <pc:docMk/>
            <pc:sldMk cId="1923255711" sldId="26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50:56.761" v="62" actId="26606"/>
          <ac:picMkLst>
            <pc:docMk/>
            <pc:sldMk cId="1923255711" sldId="265"/>
            <ac:picMk id="5" creationId="{C13F9C86-71E1-99E9-779C-E140119F7D81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344" v="8" actId="47"/>
        <pc:sldMkLst>
          <pc:docMk/>
          <pc:sldMk cId="3592164806" sldId="265"/>
        </pc:sldMkLst>
      </pc:sldChg>
      <pc:sldChg chg="del">
        <pc:chgData name="Mr. PPG Dinesh Asanka" userId="54a4306b-b9cd-436b-92bf-e616bbdb8176" providerId="ADAL" clId="{763A7EB7-061F-4CF3-9E06-47EACA773A05}" dt="2026-07-08T13:59:54.391" v="9" actId="47"/>
        <pc:sldMkLst>
          <pc:docMk/>
          <pc:sldMk cId="796479043" sldId="266"/>
        </pc:sldMkLst>
      </pc:sldChg>
      <pc:sldChg chg="addSp delSp modSp new mod setBg">
        <pc:chgData name="Mr. PPG Dinesh Asanka" userId="54a4306b-b9cd-436b-92bf-e616bbdb8176" providerId="ADAL" clId="{763A7EB7-061F-4CF3-9E06-47EACA773A05}" dt="2026-07-08T14:55:03.514" v="66" actId="26606"/>
        <pc:sldMkLst>
          <pc:docMk/>
          <pc:sldMk cId="3282545680" sldId="266"/>
        </pc:sldMkLst>
        <pc:spChg chg="del">
          <ac:chgData name="Mr. PPG Dinesh Asanka" userId="54a4306b-b9cd-436b-92bf-e616bbdb8176" providerId="ADAL" clId="{763A7EB7-061F-4CF3-9E06-47EACA773A05}" dt="2026-07-08T14:55:03.514" v="66" actId="26606"/>
          <ac:spMkLst>
            <pc:docMk/>
            <pc:sldMk cId="3282545680" sldId="266"/>
            <ac:spMk id="2" creationId="{708E61D3-1C93-C2D9-C9E2-43C6D841A1B7}"/>
          </ac:spMkLst>
        </pc:spChg>
        <pc:spChg chg="del">
          <ac:chgData name="Mr. PPG Dinesh Asanka" userId="54a4306b-b9cd-436b-92bf-e616bbdb8176" providerId="ADAL" clId="{763A7EB7-061F-4CF3-9E06-47EACA773A05}" dt="2026-07-08T14:55:00.974" v="65"/>
          <ac:spMkLst>
            <pc:docMk/>
            <pc:sldMk cId="3282545680" sldId="266"/>
            <ac:spMk id="3" creationId="{CF61D057-382C-D71E-DFA1-C5B3952F2D20}"/>
          </ac:spMkLst>
        </pc:spChg>
        <pc:spChg chg="add">
          <ac:chgData name="Mr. PPG Dinesh Asanka" userId="54a4306b-b9cd-436b-92bf-e616bbdb8176" providerId="ADAL" clId="{763A7EB7-061F-4CF3-9E06-47EACA773A05}" dt="2026-07-08T14:55:03.514" v="66" actId="26606"/>
          <ac:spMkLst>
            <pc:docMk/>
            <pc:sldMk cId="3282545680" sldId="26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4:55:03.514" v="66" actId="26606"/>
          <ac:picMkLst>
            <pc:docMk/>
            <pc:sldMk cId="3282545680" sldId="266"/>
            <ac:picMk id="5" creationId="{4F2A2184-496F-F393-44A1-1F9F72DD853E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5:01:30.532" v="70" actId="26606"/>
        <pc:sldMkLst>
          <pc:docMk/>
          <pc:sldMk cId="1813698151" sldId="267"/>
        </pc:sldMkLst>
        <pc:spChg chg="del">
          <ac:chgData name="Mr. PPG Dinesh Asanka" userId="54a4306b-b9cd-436b-92bf-e616bbdb8176" providerId="ADAL" clId="{763A7EB7-061F-4CF3-9E06-47EACA773A05}" dt="2026-07-08T15:01:30.532" v="70" actId="26606"/>
          <ac:spMkLst>
            <pc:docMk/>
            <pc:sldMk cId="1813698151" sldId="267"/>
            <ac:spMk id="2" creationId="{C4A1D8A8-C1AC-B30B-7E5B-FF4494C6C828}"/>
          </ac:spMkLst>
        </pc:spChg>
        <pc:spChg chg="del">
          <ac:chgData name="Mr. PPG Dinesh Asanka" userId="54a4306b-b9cd-436b-92bf-e616bbdb8176" providerId="ADAL" clId="{763A7EB7-061F-4CF3-9E06-47EACA773A05}" dt="2026-07-08T15:01:27.941" v="69"/>
          <ac:spMkLst>
            <pc:docMk/>
            <pc:sldMk cId="1813698151" sldId="267"/>
            <ac:spMk id="3" creationId="{0F550BE2-D9E4-F00A-01C1-869ECBEF8209}"/>
          </ac:spMkLst>
        </pc:spChg>
        <pc:spChg chg="add">
          <ac:chgData name="Mr. PPG Dinesh Asanka" userId="54a4306b-b9cd-436b-92bf-e616bbdb8176" providerId="ADAL" clId="{763A7EB7-061F-4CF3-9E06-47EACA773A05}" dt="2026-07-08T15:01:30.532" v="70" actId="26606"/>
          <ac:spMkLst>
            <pc:docMk/>
            <pc:sldMk cId="1813698151" sldId="267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01:30.532" v="70" actId="26606"/>
          <ac:picMkLst>
            <pc:docMk/>
            <pc:sldMk cId="1813698151" sldId="267"/>
            <ac:picMk id="5" creationId="{024B837B-B694-6235-F036-D1EDDFB59027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407" v="10" actId="47"/>
        <pc:sldMkLst>
          <pc:docMk/>
          <pc:sldMk cId="2412869400" sldId="267"/>
        </pc:sldMkLst>
      </pc:sldChg>
      <pc:sldChg chg="del">
        <pc:chgData name="Mr. PPG Dinesh Asanka" userId="54a4306b-b9cd-436b-92bf-e616bbdb8176" providerId="ADAL" clId="{763A7EB7-061F-4CF3-9E06-47EACA773A05}" dt="2026-07-08T13:59:54.423" v="11" actId="47"/>
        <pc:sldMkLst>
          <pc:docMk/>
          <pc:sldMk cId="1092484323" sldId="268"/>
        </pc:sldMkLst>
      </pc:sldChg>
      <pc:sldChg chg="addSp delSp modSp new mod setBg">
        <pc:chgData name="Mr. PPG Dinesh Asanka" userId="54a4306b-b9cd-436b-92bf-e616bbdb8176" providerId="ADAL" clId="{763A7EB7-061F-4CF3-9E06-47EACA773A05}" dt="2026-07-08T15:13:41.842" v="74" actId="26606"/>
        <pc:sldMkLst>
          <pc:docMk/>
          <pc:sldMk cId="2235105383" sldId="268"/>
        </pc:sldMkLst>
        <pc:spChg chg="del">
          <ac:chgData name="Mr. PPG Dinesh Asanka" userId="54a4306b-b9cd-436b-92bf-e616bbdb8176" providerId="ADAL" clId="{763A7EB7-061F-4CF3-9E06-47EACA773A05}" dt="2026-07-08T15:13:41.842" v="74" actId="26606"/>
          <ac:spMkLst>
            <pc:docMk/>
            <pc:sldMk cId="2235105383" sldId="268"/>
            <ac:spMk id="2" creationId="{8F0DBBA4-2589-18E1-BD4B-E129C88A5DE9}"/>
          </ac:spMkLst>
        </pc:spChg>
        <pc:spChg chg="del">
          <ac:chgData name="Mr. PPG Dinesh Asanka" userId="54a4306b-b9cd-436b-92bf-e616bbdb8176" providerId="ADAL" clId="{763A7EB7-061F-4CF3-9E06-47EACA773A05}" dt="2026-07-08T15:13:40.162" v="73"/>
          <ac:spMkLst>
            <pc:docMk/>
            <pc:sldMk cId="2235105383" sldId="268"/>
            <ac:spMk id="3" creationId="{0F22A2CE-7176-DC71-11A4-A6F558F6C44F}"/>
          </ac:spMkLst>
        </pc:spChg>
        <pc:spChg chg="add">
          <ac:chgData name="Mr. PPG Dinesh Asanka" userId="54a4306b-b9cd-436b-92bf-e616bbdb8176" providerId="ADAL" clId="{763A7EB7-061F-4CF3-9E06-47EACA773A05}" dt="2026-07-08T15:13:41.842" v="74" actId="26606"/>
          <ac:spMkLst>
            <pc:docMk/>
            <pc:sldMk cId="2235105383" sldId="26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13:41.842" v="74" actId="26606"/>
          <ac:picMkLst>
            <pc:docMk/>
            <pc:sldMk cId="2235105383" sldId="268"/>
            <ac:picMk id="5" creationId="{EC951353-446C-6CF7-82F3-732581549373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5:17:12.284" v="82" actId="26606"/>
        <pc:sldMkLst>
          <pc:docMk/>
          <pc:sldMk cId="596627415" sldId="269"/>
        </pc:sldMkLst>
        <pc:spChg chg="del">
          <ac:chgData name="Mr. PPG Dinesh Asanka" userId="54a4306b-b9cd-436b-92bf-e616bbdb8176" providerId="ADAL" clId="{763A7EB7-061F-4CF3-9E06-47EACA773A05}" dt="2026-07-08T15:17:12.284" v="82" actId="26606"/>
          <ac:spMkLst>
            <pc:docMk/>
            <pc:sldMk cId="596627415" sldId="269"/>
            <ac:spMk id="2" creationId="{00485169-9ECC-9127-7082-BA3843E93A0B}"/>
          </ac:spMkLst>
        </pc:spChg>
        <pc:spChg chg="del">
          <ac:chgData name="Mr. PPG Dinesh Asanka" userId="54a4306b-b9cd-436b-92bf-e616bbdb8176" providerId="ADAL" clId="{763A7EB7-061F-4CF3-9E06-47EACA773A05}" dt="2026-07-08T15:17:09.609" v="81"/>
          <ac:spMkLst>
            <pc:docMk/>
            <pc:sldMk cId="596627415" sldId="269"/>
            <ac:spMk id="3" creationId="{6C73399B-F5C2-9C94-E9F6-F96A8389E605}"/>
          </ac:spMkLst>
        </pc:spChg>
        <pc:spChg chg="add">
          <ac:chgData name="Mr. PPG Dinesh Asanka" userId="54a4306b-b9cd-436b-92bf-e616bbdb8176" providerId="ADAL" clId="{763A7EB7-061F-4CF3-9E06-47EACA773A05}" dt="2026-07-08T15:17:12.284" v="82" actId="26606"/>
          <ac:spMkLst>
            <pc:docMk/>
            <pc:sldMk cId="596627415" sldId="26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17:12.284" v="82" actId="26606"/>
          <ac:picMkLst>
            <pc:docMk/>
            <pc:sldMk cId="596627415" sldId="269"/>
            <ac:picMk id="5" creationId="{2CDFF501-C5EC-7394-0308-4147072FF5D3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487" v="12" actId="47"/>
        <pc:sldMkLst>
          <pc:docMk/>
          <pc:sldMk cId="1065039095" sldId="269"/>
        </pc:sldMkLst>
      </pc:sldChg>
      <pc:sldChg chg="addSp delSp modSp add mod setBg">
        <pc:chgData name="Mr. PPG Dinesh Asanka" userId="54a4306b-b9cd-436b-92bf-e616bbdb8176" providerId="ADAL" clId="{763A7EB7-061F-4CF3-9E06-47EACA773A05}" dt="2026-07-08T15:21:15.271" v="85" actId="26606"/>
        <pc:sldMkLst>
          <pc:docMk/>
          <pc:sldMk cId="764504097" sldId="270"/>
        </pc:sldMkLst>
        <pc:spChg chg="del">
          <ac:chgData name="Mr. PPG Dinesh Asanka" userId="54a4306b-b9cd-436b-92bf-e616bbdb8176" providerId="ADAL" clId="{763A7EB7-061F-4CF3-9E06-47EACA773A05}" dt="2026-07-08T15:21:15.271" v="85" actId="26606"/>
          <ac:spMkLst>
            <pc:docMk/>
            <pc:sldMk cId="764504097" sldId="270"/>
            <ac:spMk id="2" creationId="{4EA75E82-7317-5DED-166F-232F586D8C19}"/>
          </ac:spMkLst>
        </pc:spChg>
        <pc:spChg chg="del">
          <ac:chgData name="Mr. PPG Dinesh Asanka" userId="54a4306b-b9cd-436b-92bf-e616bbdb8176" providerId="ADAL" clId="{763A7EB7-061F-4CF3-9E06-47EACA773A05}" dt="2026-07-08T15:21:12.609" v="84"/>
          <ac:spMkLst>
            <pc:docMk/>
            <pc:sldMk cId="764504097" sldId="270"/>
            <ac:spMk id="3" creationId="{1CBEF152-8C01-E313-579E-784C482ACF86}"/>
          </ac:spMkLst>
        </pc:spChg>
        <pc:spChg chg="add">
          <ac:chgData name="Mr. PPG Dinesh Asanka" userId="54a4306b-b9cd-436b-92bf-e616bbdb8176" providerId="ADAL" clId="{763A7EB7-061F-4CF3-9E06-47EACA773A05}" dt="2026-07-08T15:21:15.271" v="85" actId="26606"/>
          <ac:spMkLst>
            <pc:docMk/>
            <pc:sldMk cId="764504097" sldId="27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21:15.271" v="85" actId="26606"/>
          <ac:picMkLst>
            <pc:docMk/>
            <pc:sldMk cId="764504097" sldId="270"/>
            <ac:picMk id="5" creationId="{9926263D-CE09-471D-B5CA-636056B76224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503" v="13" actId="47"/>
        <pc:sldMkLst>
          <pc:docMk/>
          <pc:sldMk cId="1831260294" sldId="270"/>
        </pc:sldMkLst>
      </pc:sldChg>
      <pc:sldChg chg="addSp delSp modSp add mod setBg">
        <pc:chgData name="Mr. PPG Dinesh Asanka" userId="54a4306b-b9cd-436b-92bf-e616bbdb8176" providerId="ADAL" clId="{763A7EB7-061F-4CF3-9E06-47EACA773A05}" dt="2026-07-08T15:23:15.841" v="88" actId="26606"/>
        <pc:sldMkLst>
          <pc:docMk/>
          <pc:sldMk cId="1053250158" sldId="271"/>
        </pc:sldMkLst>
        <pc:spChg chg="del">
          <ac:chgData name="Mr. PPG Dinesh Asanka" userId="54a4306b-b9cd-436b-92bf-e616bbdb8176" providerId="ADAL" clId="{763A7EB7-061F-4CF3-9E06-47EACA773A05}" dt="2026-07-08T15:23:15.841" v="88" actId="26606"/>
          <ac:spMkLst>
            <pc:docMk/>
            <pc:sldMk cId="1053250158" sldId="271"/>
            <ac:spMk id="2" creationId="{27C2EC0B-2AAA-A49C-2A51-07E9EC31B740}"/>
          </ac:spMkLst>
        </pc:spChg>
        <pc:spChg chg="del">
          <ac:chgData name="Mr. PPG Dinesh Asanka" userId="54a4306b-b9cd-436b-92bf-e616bbdb8176" providerId="ADAL" clId="{763A7EB7-061F-4CF3-9E06-47EACA773A05}" dt="2026-07-08T15:23:11.964" v="87"/>
          <ac:spMkLst>
            <pc:docMk/>
            <pc:sldMk cId="1053250158" sldId="271"/>
            <ac:spMk id="3" creationId="{CDCC256E-7EB6-5A79-7B21-44CB97FF873F}"/>
          </ac:spMkLst>
        </pc:spChg>
        <pc:spChg chg="add">
          <ac:chgData name="Mr. PPG Dinesh Asanka" userId="54a4306b-b9cd-436b-92bf-e616bbdb8176" providerId="ADAL" clId="{763A7EB7-061F-4CF3-9E06-47EACA773A05}" dt="2026-07-08T15:23:15.841" v="88" actId="26606"/>
          <ac:spMkLst>
            <pc:docMk/>
            <pc:sldMk cId="1053250158" sldId="271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23:15.841" v="88" actId="26606"/>
          <ac:picMkLst>
            <pc:docMk/>
            <pc:sldMk cId="1053250158" sldId="271"/>
            <ac:picMk id="5" creationId="{7DB63555-DCFD-4CA2-52AF-70E52B9DE749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519" v="14" actId="47"/>
        <pc:sldMkLst>
          <pc:docMk/>
          <pc:sldMk cId="2871381069" sldId="271"/>
        </pc:sldMkLst>
      </pc:sldChg>
      <pc:sldChg chg="del">
        <pc:chgData name="Mr. PPG Dinesh Asanka" userId="54a4306b-b9cd-436b-92bf-e616bbdb8176" providerId="ADAL" clId="{763A7EB7-061F-4CF3-9E06-47EACA773A05}" dt="2026-07-08T13:59:54.566" v="15" actId="47"/>
        <pc:sldMkLst>
          <pc:docMk/>
          <pc:sldMk cId="124385078" sldId="272"/>
        </pc:sldMkLst>
      </pc:sldChg>
      <pc:sldChg chg="addSp delSp modSp add mod setBg">
        <pc:chgData name="Mr. PPG Dinesh Asanka" userId="54a4306b-b9cd-436b-92bf-e616bbdb8176" providerId="ADAL" clId="{763A7EB7-061F-4CF3-9E06-47EACA773A05}" dt="2026-07-08T15:25:26.003" v="91" actId="26606"/>
        <pc:sldMkLst>
          <pc:docMk/>
          <pc:sldMk cId="3905677344" sldId="272"/>
        </pc:sldMkLst>
        <pc:spChg chg="del">
          <ac:chgData name="Mr. PPG Dinesh Asanka" userId="54a4306b-b9cd-436b-92bf-e616bbdb8176" providerId="ADAL" clId="{763A7EB7-061F-4CF3-9E06-47EACA773A05}" dt="2026-07-08T15:25:26.003" v="91" actId="26606"/>
          <ac:spMkLst>
            <pc:docMk/>
            <pc:sldMk cId="3905677344" sldId="272"/>
            <ac:spMk id="2" creationId="{072CDC79-D15D-D7DC-8E1B-D62194952CDC}"/>
          </ac:spMkLst>
        </pc:spChg>
        <pc:spChg chg="del">
          <ac:chgData name="Mr. PPG Dinesh Asanka" userId="54a4306b-b9cd-436b-92bf-e616bbdb8176" providerId="ADAL" clId="{763A7EB7-061F-4CF3-9E06-47EACA773A05}" dt="2026-07-08T15:25:22.952" v="90"/>
          <ac:spMkLst>
            <pc:docMk/>
            <pc:sldMk cId="3905677344" sldId="272"/>
            <ac:spMk id="3" creationId="{682DE881-9A9E-F769-20FF-05CCE82F0AD1}"/>
          </ac:spMkLst>
        </pc:spChg>
        <pc:spChg chg="add">
          <ac:chgData name="Mr. PPG Dinesh Asanka" userId="54a4306b-b9cd-436b-92bf-e616bbdb8176" providerId="ADAL" clId="{763A7EB7-061F-4CF3-9E06-47EACA773A05}" dt="2026-07-08T15:25:26.003" v="91" actId="26606"/>
          <ac:spMkLst>
            <pc:docMk/>
            <pc:sldMk cId="3905677344" sldId="27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25:26.003" v="91" actId="26606"/>
          <ac:picMkLst>
            <pc:docMk/>
            <pc:sldMk cId="3905677344" sldId="272"/>
            <ac:picMk id="5" creationId="{E24D7613-1095-7DC4-85BB-8BC44ACC7168}"/>
          </ac:picMkLst>
        </pc:picChg>
      </pc:sldChg>
      <pc:sldChg chg="addSp delSp modSp add mod setBg">
        <pc:chgData name="Mr. PPG Dinesh Asanka" userId="54a4306b-b9cd-436b-92bf-e616bbdb8176" providerId="ADAL" clId="{763A7EB7-061F-4CF3-9E06-47EACA773A05}" dt="2026-07-08T15:32:29.498" v="94" actId="26606"/>
        <pc:sldMkLst>
          <pc:docMk/>
          <pc:sldMk cId="3242938188" sldId="273"/>
        </pc:sldMkLst>
        <pc:spChg chg="del">
          <ac:chgData name="Mr. PPG Dinesh Asanka" userId="54a4306b-b9cd-436b-92bf-e616bbdb8176" providerId="ADAL" clId="{763A7EB7-061F-4CF3-9E06-47EACA773A05}" dt="2026-07-08T15:32:29.498" v="94" actId="26606"/>
          <ac:spMkLst>
            <pc:docMk/>
            <pc:sldMk cId="3242938188" sldId="273"/>
            <ac:spMk id="2" creationId="{030979C4-FC76-1BB6-7292-54A68FC70204}"/>
          </ac:spMkLst>
        </pc:spChg>
        <pc:spChg chg="del">
          <ac:chgData name="Mr. PPG Dinesh Asanka" userId="54a4306b-b9cd-436b-92bf-e616bbdb8176" providerId="ADAL" clId="{763A7EB7-061F-4CF3-9E06-47EACA773A05}" dt="2026-07-08T15:32:27.660" v="93"/>
          <ac:spMkLst>
            <pc:docMk/>
            <pc:sldMk cId="3242938188" sldId="273"/>
            <ac:spMk id="3" creationId="{F10D0E5D-3E15-C5F0-C627-57CAB6DD514E}"/>
          </ac:spMkLst>
        </pc:spChg>
        <pc:spChg chg="add">
          <ac:chgData name="Mr. PPG Dinesh Asanka" userId="54a4306b-b9cd-436b-92bf-e616bbdb8176" providerId="ADAL" clId="{763A7EB7-061F-4CF3-9E06-47EACA773A05}" dt="2026-07-08T15:32:29.498" v="94" actId="26606"/>
          <ac:spMkLst>
            <pc:docMk/>
            <pc:sldMk cId="3242938188" sldId="273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32:29.498" v="94" actId="26606"/>
          <ac:picMkLst>
            <pc:docMk/>
            <pc:sldMk cId="3242938188" sldId="273"/>
            <ac:picMk id="5" creationId="{B93F0142-8586-FF4E-64BF-39EC314AE0F8}"/>
          </ac:picMkLst>
        </pc:picChg>
      </pc:sldChg>
      <pc:sldChg chg="del">
        <pc:chgData name="Mr. PPG Dinesh Asanka" userId="54a4306b-b9cd-436b-92bf-e616bbdb8176" providerId="ADAL" clId="{763A7EB7-061F-4CF3-9E06-47EACA773A05}" dt="2026-07-08T13:59:54.582" v="16" actId="47"/>
        <pc:sldMkLst>
          <pc:docMk/>
          <pc:sldMk cId="3729638484" sldId="274"/>
        </pc:sldMkLst>
      </pc:sldChg>
      <pc:sldChg chg="addSp delSp modSp new mod setBg">
        <pc:chgData name="Mr. PPG Dinesh Asanka" userId="54a4306b-b9cd-436b-92bf-e616bbdb8176" providerId="ADAL" clId="{763A7EB7-061F-4CF3-9E06-47EACA773A05}" dt="2026-07-08T15:38:22.119" v="98" actId="26606"/>
        <pc:sldMkLst>
          <pc:docMk/>
          <pc:sldMk cId="3942667945" sldId="274"/>
        </pc:sldMkLst>
        <pc:spChg chg="del">
          <ac:chgData name="Mr. PPG Dinesh Asanka" userId="54a4306b-b9cd-436b-92bf-e616bbdb8176" providerId="ADAL" clId="{763A7EB7-061F-4CF3-9E06-47EACA773A05}" dt="2026-07-08T15:38:22.119" v="98" actId="26606"/>
          <ac:spMkLst>
            <pc:docMk/>
            <pc:sldMk cId="3942667945" sldId="274"/>
            <ac:spMk id="2" creationId="{43343693-7729-FD6F-30A2-737C32BEC461}"/>
          </ac:spMkLst>
        </pc:spChg>
        <pc:spChg chg="del">
          <ac:chgData name="Mr. PPG Dinesh Asanka" userId="54a4306b-b9cd-436b-92bf-e616bbdb8176" providerId="ADAL" clId="{763A7EB7-061F-4CF3-9E06-47EACA773A05}" dt="2026-07-08T15:38:19.479" v="97"/>
          <ac:spMkLst>
            <pc:docMk/>
            <pc:sldMk cId="3942667945" sldId="274"/>
            <ac:spMk id="3" creationId="{92EBD1E2-420C-6B4B-B499-055EADF38F6F}"/>
          </ac:spMkLst>
        </pc:spChg>
        <pc:spChg chg="add">
          <ac:chgData name="Mr. PPG Dinesh Asanka" userId="54a4306b-b9cd-436b-92bf-e616bbdb8176" providerId="ADAL" clId="{763A7EB7-061F-4CF3-9E06-47EACA773A05}" dt="2026-07-08T15:38:22.119" v="98" actId="26606"/>
          <ac:spMkLst>
            <pc:docMk/>
            <pc:sldMk cId="3942667945" sldId="274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38:22.119" v="98" actId="26606"/>
          <ac:picMkLst>
            <pc:docMk/>
            <pc:sldMk cId="3942667945" sldId="274"/>
            <ac:picMk id="5" creationId="{EAAFFCA1-E55D-DC02-E7F4-65DECE7D109D}"/>
          </ac:picMkLst>
        </pc:picChg>
      </pc:sldChg>
      <pc:sldChg chg="del">
        <pc:chgData name="Mr. PPG Dinesh Asanka" userId="54a4306b-b9cd-436b-92bf-e616bbdb8176" providerId="ADAL" clId="{763A7EB7-061F-4CF3-9E06-47EACA773A05}" dt="2026-07-08T13:59:55.048" v="17" actId="47"/>
        <pc:sldMkLst>
          <pc:docMk/>
          <pc:sldMk cId="1326626431" sldId="275"/>
        </pc:sldMkLst>
      </pc:sldChg>
      <pc:sldChg chg="addSp delSp modSp new mod setBg">
        <pc:chgData name="Mr. PPG Dinesh Asanka" userId="54a4306b-b9cd-436b-92bf-e616bbdb8176" providerId="ADAL" clId="{763A7EB7-061F-4CF3-9E06-47EACA773A05}" dt="2026-07-08T15:51:07.404" v="107" actId="26606"/>
        <pc:sldMkLst>
          <pc:docMk/>
          <pc:sldMk cId="1986231760" sldId="275"/>
        </pc:sldMkLst>
        <pc:spChg chg="add del">
          <ac:chgData name="Mr. PPG Dinesh Asanka" userId="54a4306b-b9cd-436b-92bf-e616bbdb8176" providerId="ADAL" clId="{763A7EB7-061F-4CF3-9E06-47EACA773A05}" dt="2026-07-08T15:51:07.404" v="107" actId="26606"/>
          <ac:spMkLst>
            <pc:docMk/>
            <pc:sldMk cId="1986231760" sldId="275"/>
            <ac:spMk id="2" creationId="{5F502C78-281D-1F5A-56D3-AEC99781348D}"/>
          </ac:spMkLst>
        </pc:spChg>
        <pc:spChg chg="del">
          <ac:chgData name="Mr. PPG Dinesh Asanka" userId="54a4306b-b9cd-436b-92bf-e616bbdb8176" providerId="ADAL" clId="{763A7EB7-061F-4CF3-9E06-47EACA773A05}" dt="2026-07-08T15:44:31.005" v="101"/>
          <ac:spMkLst>
            <pc:docMk/>
            <pc:sldMk cId="1986231760" sldId="275"/>
            <ac:spMk id="3" creationId="{F052BA5D-FF76-8FAE-BB35-EED1EB6710F9}"/>
          </ac:spMkLst>
        </pc:spChg>
        <pc:spChg chg="add del mod">
          <ac:chgData name="Mr. PPG Dinesh Asanka" userId="54a4306b-b9cd-436b-92bf-e616bbdb8176" providerId="ADAL" clId="{763A7EB7-061F-4CF3-9E06-47EACA773A05}" dt="2026-07-08T15:51:04.069" v="106"/>
          <ac:spMkLst>
            <pc:docMk/>
            <pc:sldMk cId="1986231760" sldId="275"/>
            <ac:spMk id="7" creationId="{5C85BECF-F804-550B-765B-7FAFB468E8BA}"/>
          </ac:spMkLst>
        </pc:spChg>
        <pc:spChg chg="add del">
          <ac:chgData name="Mr. PPG Dinesh Asanka" userId="54a4306b-b9cd-436b-92bf-e616bbdb8176" providerId="ADAL" clId="{763A7EB7-061F-4CF3-9E06-47EACA773A05}" dt="2026-07-08T15:44:40.218" v="103" actId="26606"/>
          <ac:spMkLst>
            <pc:docMk/>
            <pc:sldMk cId="1986231760" sldId="275"/>
            <ac:spMk id="10" creationId="{EBC95D3F-C52F-4F07-95D4-836E1078E555}"/>
          </ac:spMkLst>
        </pc:spChg>
        <pc:spChg chg="add">
          <ac:chgData name="Mr. PPG Dinesh Asanka" userId="54a4306b-b9cd-436b-92bf-e616bbdb8176" providerId="ADAL" clId="{763A7EB7-061F-4CF3-9E06-47EACA773A05}" dt="2026-07-08T15:51:07.404" v="107" actId="26606"/>
          <ac:spMkLst>
            <pc:docMk/>
            <pc:sldMk cId="1986231760" sldId="275"/>
            <ac:spMk id="14" creationId="{EBC95D3F-C52F-4F07-95D4-836E1078E555}"/>
          </ac:spMkLst>
        </pc:spChg>
        <pc:picChg chg="add del mod ord">
          <ac:chgData name="Mr. PPG Dinesh Asanka" userId="54a4306b-b9cd-436b-92bf-e616bbdb8176" providerId="ADAL" clId="{763A7EB7-061F-4CF3-9E06-47EACA773A05}" dt="2026-07-08T15:45:17.360" v="104" actId="478"/>
          <ac:picMkLst>
            <pc:docMk/>
            <pc:sldMk cId="1986231760" sldId="275"/>
            <ac:picMk id="5" creationId="{FB631C11-DE9F-7DC4-13E0-D207EF4F3B9D}"/>
          </ac:picMkLst>
        </pc:picChg>
        <pc:picChg chg="add mod ord">
          <ac:chgData name="Mr. PPG Dinesh Asanka" userId="54a4306b-b9cd-436b-92bf-e616bbdb8176" providerId="ADAL" clId="{763A7EB7-061F-4CF3-9E06-47EACA773A05}" dt="2026-07-08T15:51:07.404" v="107" actId="26606"/>
          <ac:picMkLst>
            <pc:docMk/>
            <pc:sldMk cId="1986231760" sldId="275"/>
            <ac:picMk id="9" creationId="{E0DFF93B-D248-4B01-D809-2C463362E11B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5:56:40.795" v="111" actId="26606"/>
        <pc:sldMkLst>
          <pc:docMk/>
          <pc:sldMk cId="2354785068" sldId="276"/>
        </pc:sldMkLst>
        <pc:spChg chg="del">
          <ac:chgData name="Mr. PPG Dinesh Asanka" userId="54a4306b-b9cd-436b-92bf-e616bbdb8176" providerId="ADAL" clId="{763A7EB7-061F-4CF3-9E06-47EACA773A05}" dt="2026-07-08T15:56:40.795" v="111" actId="26606"/>
          <ac:spMkLst>
            <pc:docMk/>
            <pc:sldMk cId="2354785068" sldId="276"/>
            <ac:spMk id="2" creationId="{79ECB1F1-2203-7458-238F-E693F632C0EB}"/>
          </ac:spMkLst>
        </pc:spChg>
        <pc:spChg chg="del">
          <ac:chgData name="Mr. PPG Dinesh Asanka" userId="54a4306b-b9cd-436b-92bf-e616bbdb8176" providerId="ADAL" clId="{763A7EB7-061F-4CF3-9E06-47EACA773A05}" dt="2026-07-08T15:56:38.292" v="110"/>
          <ac:spMkLst>
            <pc:docMk/>
            <pc:sldMk cId="2354785068" sldId="276"/>
            <ac:spMk id="3" creationId="{78F41099-5E96-758A-46F3-E224B62F64B4}"/>
          </ac:spMkLst>
        </pc:spChg>
        <pc:spChg chg="add">
          <ac:chgData name="Mr. PPG Dinesh Asanka" userId="54a4306b-b9cd-436b-92bf-e616bbdb8176" providerId="ADAL" clId="{763A7EB7-061F-4CF3-9E06-47EACA773A05}" dt="2026-07-08T15:56:40.795" v="111" actId="26606"/>
          <ac:spMkLst>
            <pc:docMk/>
            <pc:sldMk cId="2354785068" sldId="276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5:56:40.795" v="111" actId="26606"/>
          <ac:picMkLst>
            <pc:docMk/>
            <pc:sldMk cId="2354785068" sldId="276"/>
            <ac:picMk id="5" creationId="{7AF65D66-74AE-6A7F-F549-DB0B5C2D1A38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7:53:27.962" v="120" actId="26606"/>
        <pc:sldMkLst>
          <pc:docMk/>
          <pc:sldMk cId="1202894683" sldId="277"/>
        </pc:sldMkLst>
        <pc:spChg chg="add del">
          <ac:chgData name="Mr. PPG Dinesh Asanka" userId="54a4306b-b9cd-436b-92bf-e616bbdb8176" providerId="ADAL" clId="{763A7EB7-061F-4CF3-9E06-47EACA773A05}" dt="2026-07-08T17:53:27.962" v="120" actId="26606"/>
          <ac:spMkLst>
            <pc:docMk/>
            <pc:sldMk cId="1202894683" sldId="277"/>
            <ac:spMk id="2" creationId="{D18F4DDA-60E1-E78B-1A2D-5E7AA6C5D985}"/>
          </ac:spMkLst>
        </pc:spChg>
        <pc:spChg chg="del">
          <ac:chgData name="Mr. PPG Dinesh Asanka" userId="54a4306b-b9cd-436b-92bf-e616bbdb8176" providerId="ADAL" clId="{763A7EB7-061F-4CF3-9E06-47EACA773A05}" dt="2026-07-08T17:48:28.907" v="114"/>
          <ac:spMkLst>
            <pc:docMk/>
            <pc:sldMk cId="1202894683" sldId="277"/>
            <ac:spMk id="3" creationId="{4B3CB9AD-5A70-8213-3A5B-4B98D2D9A5A1}"/>
          </ac:spMkLst>
        </pc:spChg>
        <pc:spChg chg="add del mod">
          <ac:chgData name="Mr. PPG Dinesh Asanka" userId="54a4306b-b9cd-436b-92bf-e616bbdb8176" providerId="ADAL" clId="{763A7EB7-061F-4CF3-9E06-47EACA773A05}" dt="2026-07-08T17:53:25.566" v="119"/>
          <ac:spMkLst>
            <pc:docMk/>
            <pc:sldMk cId="1202894683" sldId="277"/>
            <ac:spMk id="7" creationId="{41FB35ED-7912-7CB7-A23B-46112D47D44E}"/>
          </ac:spMkLst>
        </pc:spChg>
        <pc:spChg chg="add del">
          <ac:chgData name="Mr. PPG Dinesh Asanka" userId="54a4306b-b9cd-436b-92bf-e616bbdb8176" providerId="ADAL" clId="{763A7EB7-061F-4CF3-9E06-47EACA773A05}" dt="2026-07-08T17:48:36.589" v="116" actId="26606"/>
          <ac:spMkLst>
            <pc:docMk/>
            <pc:sldMk cId="1202894683" sldId="277"/>
            <ac:spMk id="10" creationId="{EBC95D3F-C52F-4F07-95D4-836E1078E555}"/>
          </ac:spMkLst>
        </pc:spChg>
        <pc:spChg chg="add">
          <ac:chgData name="Mr. PPG Dinesh Asanka" userId="54a4306b-b9cd-436b-92bf-e616bbdb8176" providerId="ADAL" clId="{763A7EB7-061F-4CF3-9E06-47EACA773A05}" dt="2026-07-08T17:53:27.962" v="120" actId="26606"/>
          <ac:spMkLst>
            <pc:docMk/>
            <pc:sldMk cId="1202894683" sldId="277"/>
            <ac:spMk id="14" creationId="{EBC95D3F-C52F-4F07-95D4-836E1078E555}"/>
          </ac:spMkLst>
        </pc:spChg>
        <pc:picChg chg="add del mod ord">
          <ac:chgData name="Mr. PPG Dinesh Asanka" userId="54a4306b-b9cd-436b-92bf-e616bbdb8176" providerId="ADAL" clId="{763A7EB7-061F-4CF3-9E06-47EACA773A05}" dt="2026-07-08T17:53:24.088" v="117" actId="478"/>
          <ac:picMkLst>
            <pc:docMk/>
            <pc:sldMk cId="1202894683" sldId="277"/>
            <ac:picMk id="5" creationId="{C1E4D5C3-A14B-6DF5-F0AC-AB3DD07FD6AB}"/>
          </ac:picMkLst>
        </pc:picChg>
        <pc:picChg chg="add mod ord">
          <ac:chgData name="Mr. PPG Dinesh Asanka" userId="54a4306b-b9cd-436b-92bf-e616bbdb8176" providerId="ADAL" clId="{763A7EB7-061F-4CF3-9E06-47EACA773A05}" dt="2026-07-08T17:53:27.962" v="120" actId="26606"/>
          <ac:picMkLst>
            <pc:docMk/>
            <pc:sldMk cId="1202894683" sldId="277"/>
            <ac:picMk id="9" creationId="{1CEE3741-5FDF-993D-45D7-BD5428316666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7-08T17:57:04.597" v="124" actId="26606"/>
        <pc:sldMkLst>
          <pc:docMk/>
          <pc:sldMk cId="570575613" sldId="278"/>
        </pc:sldMkLst>
        <pc:spChg chg="del">
          <ac:chgData name="Mr. PPG Dinesh Asanka" userId="54a4306b-b9cd-436b-92bf-e616bbdb8176" providerId="ADAL" clId="{763A7EB7-061F-4CF3-9E06-47EACA773A05}" dt="2026-07-08T17:57:04.597" v="124" actId="26606"/>
          <ac:spMkLst>
            <pc:docMk/>
            <pc:sldMk cId="570575613" sldId="278"/>
            <ac:spMk id="2" creationId="{D5DF95E7-7296-A8CB-41FF-8EAED58E169E}"/>
          </ac:spMkLst>
        </pc:spChg>
        <pc:spChg chg="del">
          <ac:chgData name="Mr. PPG Dinesh Asanka" userId="54a4306b-b9cd-436b-92bf-e616bbdb8176" providerId="ADAL" clId="{763A7EB7-061F-4CF3-9E06-47EACA773A05}" dt="2026-07-08T17:57:01.940" v="123"/>
          <ac:spMkLst>
            <pc:docMk/>
            <pc:sldMk cId="570575613" sldId="278"/>
            <ac:spMk id="3" creationId="{F946AB93-B420-2896-1E00-54F4B7B4679B}"/>
          </ac:spMkLst>
        </pc:spChg>
        <pc:spChg chg="add">
          <ac:chgData name="Mr. PPG Dinesh Asanka" userId="54a4306b-b9cd-436b-92bf-e616bbdb8176" providerId="ADAL" clId="{763A7EB7-061F-4CF3-9E06-47EACA773A05}" dt="2026-07-08T17:57:04.597" v="124" actId="26606"/>
          <ac:spMkLst>
            <pc:docMk/>
            <pc:sldMk cId="570575613" sldId="27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7-08T17:57:04.597" v="124" actId="26606"/>
          <ac:picMkLst>
            <pc:docMk/>
            <pc:sldMk cId="570575613" sldId="278"/>
            <ac:picMk id="5" creationId="{5045EBEC-D20B-B970-928F-440B64361A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July 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July 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Wednesday, July 8,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Wednesday, July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July 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12F-822C-3412-2FA4-5E37F4405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848EE-8511-F39C-6F5B-88F736F12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D80177-C60D-FC62-EDB7-06AD90816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6639B5-64A4-DD5A-A8A3-6493BB566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9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AA4958-6DB4-EFC6-03B5-D98CA5CE6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5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D2ED72-D55C-2618-3B7C-699CD1937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80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8FB05F-EFA5-1EE0-F79C-9EACDA579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6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CEE3741-5FDF-993D-45D7-BD5428316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9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73FF4-078D-0658-2331-18A5A8F71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6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237BE2-DA36-A3BD-00F4-96571F95C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1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FB31C5-FA80-91D0-81D2-7EC067D0D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1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3C129D-D5B2-9054-E7D1-FFF91B86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307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3F9C86-71E1-99E9-779C-E140119F7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55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2A2184-496F-F393-44A1-1F9F72DD8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4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4B837B-B694-6235-F036-D1EDDFB59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98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951353-446C-6CF7-82F3-732581549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105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DFF501-C5EC-7394-0308-4147072FF5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27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89095-3906-E5A1-F5BE-97904515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6263D-CE09-471D-B5CA-636056B76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04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CE913-53E4-4ECC-5FEB-D6408603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B63555-DCFD-4CA2-52AF-70E52B9DE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50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5EBEC-D20B-B970-928F-440B64361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75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63DDF-04C4-69F3-762F-E02E5F4F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4D7613-1095-7DC4-85BB-8BC44ACC7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77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2ABE2-7172-5259-C7E8-1EF7C4AC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3F0142-8586-FF4E-64BF-39EC314AE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38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AFFCA1-E55D-DC02-E7F4-65DECE7D1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67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0DFF93B-D248-4B01-D809-2C463362E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31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F65D66-74AE-6A7F-F549-DB0B5C2D1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85068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purl.org/dc/terms/"/>
    <ds:schemaRef ds:uri="http://schemas.microsoft.com/office/2006/metadata/properties"/>
    <ds:schemaRef ds:uri="bbf2655a-b97a-4cd5-9749-fa15d2d37c4f"/>
    <ds:schemaRef ds:uri="http://www.w3.org/XML/1998/namespace"/>
    <ds:schemaRef ds:uri="http://purl.org/dc/dcmitype/"/>
    <ds:schemaRef ds:uri="6327976d-0e7f-4f4d-9e8d-9adece0280c7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2593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4</cp:revision>
  <dcterms:created xsi:type="dcterms:W3CDTF">2026-06-21T09:38:34Z</dcterms:created>
  <dcterms:modified xsi:type="dcterms:W3CDTF">2026-07-08T17:57:07Z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