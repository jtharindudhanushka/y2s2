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4"/>
  </p:sldMasterIdLst>
  <p:notesMasterIdLst>
    <p:notesMasterId r:id="rId20"/>
  </p:notesMasterIdLst>
  <p:sldIdLst>
    <p:sldId id="256" r:id="rId5"/>
    <p:sldId id="257" r:id="rId6"/>
    <p:sldId id="258" r:id="rId7"/>
    <p:sldId id="260" r:id="rId8"/>
    <p:sldId id="261" r:id="rId9"/>
    <p:sldId id="262" r:id="rId10"/>
    <p:sldId id="263" r:id="rId11"/>
    <p:sldId id="264" r:id="rId12"/>
    <p:sldId id="271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729C03-2CB2-4344-AB06-98C1ECC6AB47}" v="12" dt="2026-08-13T17:20:00.7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r. PPG Dinesh Asanka" userId="54a4306b-b9cd-436b-92bf-e616bbdb8176" providerId="ADAL" clId="{763A7EB7-061F-4CF3-9E06-47EACA773A05}"/>
    <pc:docChg chg="custSel addSld delSld modSld sldOrd">
      <pc:chgData name="Mr. PPG Dinesh Asanka" userId="54a4306b-b9cd-436b-92bf-e616bbdb8176" providerId="ADAL" clId="{763A7EB7-061F-4CF3-9E06-47EACA773A05}" dt="2026-08-13T18:55:23.333" v="70"/>
      <pc:docMkLst>
        <pc:docMk/>
      </pc:docMkLst>
      <pc:sldChg chg="addSp delSp modSp mod">
        <pc:chgData name="Mr. PPG Dinesh Asanka" userId="54a4306b-b9cd-436b-92bf-e616bbdb8176" providerId="ADAL" clId="{763A7EB7-061F-4CF3-9E06-47EACA773A05}" dt="2026-08-13T17:07:53.065" v="25"/>
        <pc:sldMkLst>
          <pc:docMk/>
          <pc:sldMk cId="1199638295" sldId="256"/>
        </pc:sldMkLst>
        <pc:picChg chg="del">
          <ac:chgData name="Mr. PPG Dinesh Asanka" userId="54a4306b-b9cd-436b-92bf-e616bbdb8176" providerId="ADAL" clId="{763A7EB7-061F-4CF3-9E06-47EACA773A05}" dt="2026-08-13T17:06:59.949" v="18" actId="478"/>
          <ac:picMkLst>
            <pc:docMk/>
            <pc:sldMk cId="1199638295" sldId="256"/>
            <ac:picMk id="5" creationId="{2193A02E-1B8C-1B9B-D8F9-B69F0B2DB77A}"/>
          </ac:picMkLst>
        </pc:picChg>
        <pc:picChg chg="add mod">
          <ac:chgData name="Mr. PPG Dinesh Asanka" userId="54a4306b-b9cd-436b-92bf-e616bbdb8176" providerId="ADAL" clId="{763A7EB7-061F-4CF3-9E06-47EACA773A05}" dt="2026-08-13T17:07:53.065" v="25"/>
          <ac:picMkLst>
            <pc:docMk/>
            <pc:sldMk cId="1199638295" sldId="256"/>
            <ac:picMk id="6" creationId="{08817E32-8655-1445-AEDB-1C31C97AFAEF}"/>
          </ac:picMkLst>
        </pc:picChg>
      </pc:sldChg>
      <pc:sldChg chg="del">
        <pc:chgData name="Mr. PPG Dinesh Asanka" userId="54a4306b-b9cd-436b-92bf-e616bbdb8176" providerId="ADAL" clId="{763A7EB7-061F-4CF3-9E06-47EACA773A05}" dt="2026-08-13T17:06:38.651" v="0" actId="47"/>
        <pc:sldMkLst>
          <pc:docMk/>
          <pc:sldMk cId="2837954491" sldId="257"/>
        </pc:sldMkLst>
      </pc:sldChg>
      <pc:sldChg chg="addSp modSp add mod">
        <pc:chgData name="Mr. PPG Dinesh Asanka" userId="54a4306b-b9cd-436b-92bf-e616bbdb8176" providerId="ADAL" clId="{763A7EB7-061F-4CF3-9E06-47EACA773A05}" dt="2026-08-13T17:09:22.176" v="27"/>
        <pc:sldMkLst>
          <pc:docMk/>
          <pc:sldMk cId="3849190342" sldId="257"/>
        </pc:sldMkLst>
        <pc:picChg chg="add mod">
          <ac:chgData name="Mr. PPG Dinesh Asanka" userId="54a4306b-b9cd-436b-92bf-e616bbdb8176" providerId="ADAL" clId="{763A7EB7-061F-4CF3-9E06-47EACA773A05}" dt="2026-08-13T17:09:22.176" v="27"/>
          <ac:picMkLst>
            <pc:docMk/>
            <pc:sldMk cId="3849190342" sldId="257"/>
            <ac:picMk id="5" creationId="{5A9F28EF-0AEB-1147-9196-E4F58837CB38}"/>
          </ac:picMkLst>
        </pc:picChg>
      </pc:sldChg>
      <pc:sldChg chg="addSp add mod">
        <pc:chgData name="Mr. PPG Dinesh Asanka" userId="54a4306b-b9cd-436b-92bf-e616bbdb8176" providerId="ADAL" clId="{763A7EB7-061F-4CF3-9E06-47EACA773A05}" dt="2026-08-13T17:11:29.318" v="28" actId="22"/>
        <pc:sldMkLst>
          <pc:docMk/>
          <pc:sldMk cId="1370804251" sldId="258"/>
        </pc:sldMkLst>
        <pc:picChg chg="add">
          <ac:chgData name="Mr. PPG Dinesh Asanka" userId="54a4306b-b9cd-436b-92bf-e616bbdb8176" providerId="ADAL" clId="{763A7EB7-061F-4CF3-9E06-47EACA773A05}" dt="2026-08-13T17:11:29.318" v="28" actId="22"/>
          <ac:picMkLst>
            <pc:docMk/>
            <pc:sldMk cId="1370804251" sldId="258"/>
            <ac:picMk id="5" creationId="{BC3CAF86-3EFD-7E8A-45CA-33E9A51FE894}"/>
          </ac:picMkLst>
        </pc:picChg>
      </pc:sldChg>
      <pc:sldChg chg="del">
        <pc:chgData name="Mr. PPG Dinesh Asanka" userId="54a4306b-b9cd-436b-92bf-e616bbdb8176" providerId="ADAL" clId="{763A7EB7-061F-4CF3-9E06-47EACA773A05}" dt="2026-08-13T17:06:39.046" v="1" actId="47"/>
        <pc:sldMkLst>
          <pc:docMk/>
          <pc:sldMk cId="3293937335" sldId="258"/>
        </pc:sldMkLst>
      </pc:sldChg>
      <pc:sldChg chg="addSp add del mod">
        <pc:chgData name="Mr. PPG Dinesh Asanka" userId="54a4306b-b9cd-436b-92bf-e616bbdb8176" providerId="ADAL" clId="{763A7EB7-061F-4CF3-9E06-47EACA773A05}" dt="2026-08-13T17:11:59.619" v="31" actId="47"/>
        <pc:sldMkLst>
          <pc:docMk/>
          <pc:sldMk cId="1846642979" sldId="259"/>
        </pc:sldMkLst>
        <pc:picChg chg="add">
          <ac:chgData name="Mr. PPG Dinesh Asanka" userId="54a4306b-b9cd-436b-92bf-e616bbdb8176" providerId="ADAL" clId="{763A7EB7-061F-4CF3-9E06-47EACA773A05}" dt="2026-08-13T17:11:45.208" v="29" actId="22"/>
          <ac:picMkLst>
            <pc:docMk/>
            <pc:sldMk cId="1846642979" sldId="259"/>
            <ac:picMk id="5" creationId="{878B53F2-3A26-1393-F245-8DC698B44CED}"/>
          </ac:picMkLst>
        </pc:picChg>
      </pc:sldChg>
      <pc:sldChg chg="del">
        <pc:chgData name="Mr. PPG Dinesh Asanka" userId="54a4306b-b9cd-436b-92bf-e616bbdb8176" providerId="ADAL" clId="{763A7EB7-061F-4CF3-9E06-47EACA773A05}" dt="2026-08-13T17:06:39.262" v="2" actId="47"/>
        <pc:sldMkLst>
          <pc:docMk/>
          <pc:sldMk cId="3234054576" sldId="259"/>
        </pc:sldMkLst>
      </pc:sldChg>
      <pc:sldChg chg="del">
        <pc:chgData name="Mr. PPG Dinesh Asanka" userId="54a4306b-b9cd-436b-92bf-e616bbdb8176" providerId="ADAL" clId="{763A7EB7-061F-4CF3-9E06-47EACA773A05}" dt="2026-08-13T17:06:39.846" v="4" actId="47"/>
        <pc:sldMkLst>
          <pc:docMk/>
          <pc:sldMk cId="1978466974" sldId="260"/>
        </pc:sldMkLst>
      </pc:sldChg>
      <pc:sldChg chg="addSp add mod">
        <pc:chgData name="Mr. PPG Dinesh Asanka" userId="54a4306b-b9cd-436b-92bf-e616bbdb8176" providerId="ADAL" clId="{763A7EB7-061F-4CF3-9E06-47EACA773A05}" dt="2026-08-13T17:11:57.991" v="30" actId="22"/>
        <pc:sldMkLst>
          <pc:docMk/>
          <pc:sldMk cId="2818923145" sldId="260"/>
        </pc:sldMkLst>
        <pc:picChg chg="add">
          <ac:chgData name="Mr. PPG Dinesh Asanka" userId="54a4306b-b9cd-436b-92bf-e616bbdb8176" providerId="ADAL" clId="{763A7EB7-061F-4CF3-9E06-47EACA773A05}" dt="2026-08-13T17:11:57.991" v="30" actId="22"/>
          <ac:picMkLst>
            <pc:docMk/>
            <pc:sldMk cId="2818923145" sldId="260"/>
            <ac:picMk id="5" creationId="{C76BB208-7E55-A4CA-C63B-034692CDAEC0}"/>
          </ac:picMkLst>
        </pc:picChg>
      </pc:sldChg>
      <pc:sldChg chg="del">
        <pc:chgData name="Mr. PPG Dinesh Asanka" userId="54a4306b-b9cd-436b-92bf-e616bbdb8176" providerId="ADAL" clId="{763A7EB7-061F-4CF3-9E06-47EACA773A05}" dt="2026-08-13T17:06:39.470" v="3" actId="47"/>
        <pc:sldMkLst>
          <pc:docMk/>
          <pc:sldMk cId="2487260768" sldId="261"/>
        </pc:sldMkLst>
      </pc:sldChg>
      <pc:sldChg chg="addSp add mod">
        <pc:chgData name="Mr. PPG Dinesh Asanka" userId="54a4306b-b9cd-436b-92bf-e616bbdb8176" providerId="ADAL" clId="{763A7EB7-061F-4CF3-9E06-47EACA773A05}" dt="2026-08-13T17:13:16.246" v="32" actId="22"/>
        <pc:sldMkLst>
          <pc:docMk/>
          <pc:sldMk cId="2982762199" sldId="261"/>
        </pc:sldMkLst>
        <pc:picChg chg="add">
          <ac:chgData name="Mr. PPG Dinesh Asanka" userId="54a4306b-b9cd-436b-92bf-e616bbdb8176" providerId="ADAL" clId="{763A7EB7-061F-4CF3-9E06-47EACA773A05}" dt="2026-08-13T17:13:16.246" v="32" actId="22"/>
          <ac:picMkLst>
            <pc:docMk/>
            <pc:sldMk cId="2982762199" sldId="261"/>
            <ac:picMk id="5" creationId="{D9646F85-5F49-277A-1F40-83CCFB39BF66}"/>
          </ac:picMkLst>
        </pc:picChg>
      </pc:sldChg>
      <pc:sldChg chg="del">
        <pc:chgData name="Mr. PPG Dinesh Asanka" userId="54a4306b-b9cd-436b-92bf-e616bbdb8176" providerId="ADAL" clId="{763A7EB7-061F-4CF3-9E06-47EACA773A05}" dt="2026-08-13T17:06:40.042" v="5" actId="47"/>
        <pc:sldMkLst>
          <pc:docMk/>
          <pc:sldMk cId="2354590790" sldId="262"/>
        </pc:sldMkLst>
      </pc:sldChg>
      <pc:sldChg chg="addSp new mod">
        <pc:chgData name="Mr. PPG Dinesh Asanka" userId="54a4306b-b9cd-436b-92bf-e616bbdb8176" providerId="ADAL" clId="{763A7EB7-061F-4CF3-9E06-47EACA773A05}" dt="2026-08-13T17:13:57.647" v="37" actId="22"/>
        <pc:sldMkLst>
          <pc:docMk/>
          <pc:sldMk cId="2761847205" sldId="262"/>
        </pc:sldMkLst>
        <pc:picChg chg="add">
          <ac:chgData name="Mr. PPG Dinesh Asanka" userId="54a4306b-b9cd-436b-92bf-e616bbdb8176" providerId="ADAL" clId="{763A7EB7-061F-4CF3-9E06-47EACA773A05}" dt="2026-08-13T17:13:57.647" v="37" actId="22"/>
          <ac:picMkLst>
            <pc:docMk/>
            <pc:sldMk cId="2761847205" sldId="262"/>
            <ac:picMk id="5" creationId="{4099F36D-0EFE-F7D3-B514-C34F84BDFE7A}"/>
          </ac:picMkLst>
        </pc:picChg>
      </pc:sldChg>
      <pc:sldChg chg="del">
        <pc:chgData name="Mr. PPG Dinesh Asanka" userId="54a4306b-b9cd-436b-92bf-e616bbdb8176" providerId="ADAL" clId="{763A7EB7-061F-4CF3-9E06-47EACA773A05}" dt="2026-08-13T17:06:41.520" v="9" actId="47"/>
        <pc:sldMkLst>
          <pc:docMk/>
          <pc:sldMk cId="1356385379" sldId="263"/>
        </pc:sldMkLst>
      </pc:sldChg>
      <pc:sldChg chg="addSp add mod">
        <pc:chgData name="Mr. PPG Dinesh Asanka" userId="54a4306b-b9cd-436b-92bf-e616bbdb8176" providerId="ADAL" clId="{763A7EB7-061F-4CF3-9E06-47EACA773A05}" dt="2026-08-13T17:14:50.773" v="38" actId="22"/>
        <pc:sldMkLst>
          <pc:docMk/>
          <pc:sldMk cId="3127438802" sldId="263"/>
        </pc:sldMkLst>
        <pc:picChg chg="add">
          <ac:chgData name="Mr. PPG Dinesh Asanka" userId="54a4306b-b9cd-436b-92bf-e616bbdb8176" providerId="ADAL" clId="{763A7EB7-061F-4CF3-9E06-47EACA773A05}" dt="2026-08-13T17:14:50.773" v="38" actId="22"/>
          <ac:picMkLst>
            <pc:docMk/>
            <pc:sldMk cId="3127438802" sldId="263"/>
            <ac:picMk id="5" creationId="{19F90124-119D-79D7-51AC-A089BDFE38D5}"/>
          </ac:picMkLst>
        </pc:picChg>
      </pc:sldChg>
      <pc:sldChg chg="addSp add mod">
        <pc:chgData name="Mr. PPG Dinesh Asanka" userId="54a4306b-b9cd-436b-92bf-e616bbdb8176" providerId="ADAL" clId="{763A7EB7-061F-4CF3-9E06-47EACA773A05}" dt="2026-08-13T17:17:52.481" v="39" actId="22"/>
        <pc:sldMkLst>
          <pc:docMk/>
          <pc:sldMk cId="704794218" sldId="264"/>
        </pc:sldMkLst>
        <pc:picChg chg="add">
          <ac:chgData name="Mr. PPG Dinesh Asanka" userId="54a4306b-b9cd-436b-92bf-e616bbdb8176" providerId="ADAL" clId="{763A7EB7-061F-4CF3-9E06-47EACA773A05}" dt="2026-08-13T17:17:52.481" v="39" actId="22"/>
          <ac:picMkLst>
            <pc:docMk/>
            <pc:sldMk cId="704794218" sldId="264"/>
            <ac:picMk id="5" creationId="{2972EAF1-16D8-72CB-B8EA-990235F06469}"/>
          </ac:picMkLst>
        </pc:picChg>
      </pc:sldChg>
      <pc:sldChg chg="del">
        <pc:chgData name="Mr. PPG Dinesh Asanka" userId="54a4306b-b9cd-436b-92bf-e616bbdb8176" providerId="ADAL" clId="{763A7EB7-061F-4CF3-9E06-47EACA773A05}" dt="2026-08-13T17:06:40.261" v="6" actId="47"/>
        <pc:sldMkLst>
          <pc:docMk/>
          <pc:sldMk cId="1439182096" sldId="264"/>
        </pc:sldMkLst>
      </pc:sldChg>
      <pc:sldChg chg="del">
        <pc:chgData name="Mr. PPG Dinesh Asanka" userId="54a4306b-b9cd-436b-92bf-e616bbdb8176" providerId="ADAL" clId="{763A7EB7-061F-4CF3-9E06-47EACA773A05}" dt="2026-08-13T17:06:40.467" v="7" actId="47"/>
        <pc:sldMkLst>
          <pc:docMk/>
          <pc:sldMk cId="1385525235" sldId="265"/>
        </pc:sldMkLst>
      </pc:sldChg>
      <pc:sldChg chg="addSp add mod">
        <pc:chgData name="Mr. PPG Dinesh Asanka" userId="54a4306b-b9cd-436b-92bf-e616bbdb8176" providerId="ADAL" clId="{763A7EB7-061F-4CF3-9E06-47EACA773A05}" dt="2026-08-13T17:19:53.908" v="40" actId="22"/>
        <pc:sldMkLst>
          <pc:docMk/>
          <pc:sldMk cId="3570428908" sldId="265"/>
        </pc:sldMkLst>
        <pc:picChg chg="add">
          <ac:chgData name="Mr. PPG Dinesh Asanka" userId="54a4306b-b9cd-436b-92bf-e616bbdb8176" providerId="ADAL" clId="{763A7EB7-061F-4CF3-9E06-47EACA773A05}" dt="2026-08-13T17:19:53.908" v="40" actId="22"/>
          <ac:picMkLst>
            <pc:docMk/>
            <pc:sldMk cId="3570428908" sldId="265"/>
            <ac:picMk id="5" creationId="{E2F4A39B-1D7E-3E24-D759-05A4128493B5}"/>
          </ac:picMkLst>
        </pc:picChg>
      </pc:sldChg>
      <pc:sldChg chg="del">
        <pc:chgData name="Mr. PPG Dinesh Asanka" userId="54a4306b-b9cd-436b-92bf-e616bbdb8176" providerId="ADAL" clId="{763A7EB7-061F-4CF3-9E06-47EACA773A05}" dt="2026-08-13T17:06:40.675" v="8" actId="47"/>
        <pc:sldMkLst>
          <pc:docMk/>
          <pc:sldMk cId="1780679512" sldId="266"/>
        </pc:sldMkLst>
      </pc:sldChg>
      <pc:sldChg chg="addSp new mod">
        <pc:chgData name="Mr. PPG Dinesh Asanka" userId="54a4306b-b9cd-436b-92bf-e616bbdb8176" providerId="ADAL" clId="{763A7EB7-061F-4CF3-9E06-47EACA773A05}" dt="2026-08-13T17:20:20.863" v="46" actId="22"/>
        <pc:sldMkLst>
          <pc:docMk/>
          <pc:sldMk cId="4275560776" sldId="266"/>
        </pc:sldMkLst>
        <pc:picChg chg="add">
          <ac:chgData name="Mr. PPG Dinesh Asanka" userId="54a4306b-b9cd-436b-92bf-e616bbdb8176" providerId="ADAL" clId="{763A7EB7-061F-4CF3-9E06-47EACA773A05}" dt="2026-08-13T17:20:20.863" v="46" actId="22"/>
          <ac:picMkLst>
            <pc:docMk/>
            <pc:sldMk cId="4275560776" sldId="266"/>
            <ac:picMk id="5" creationId="{E030D3D3-1018-03E8-7490-48881F933CE1}"/>
          </ac:picMkLst>
        </pc:picChg>
      </pc:sldChg>
      <pc:sldChg chg="addSp delSp modSp add mod">
        <pc:chgData name="Mr. PPG Dinesh Asanka" userId="54a4306b-b9cd-436b-92bf-e616bbdb8176" providerId="ADAL" clId="{763A7EB7-061F-4CF3-9E06-47EACA773A05}" dt="2026-08-13T17:25:36.251" v="49"/>
        <pc:sldMkLst>
          <pc:docMk/>
          <pc:sldMk cId="259555280" sldId="267"/>
        </pc:sldMkLst>
        <pc:spChg chg="del">
          <ac:chgData name="Mr. PPG Dinesh Asanka" userId="54a4306b-b9cd-436b-92bf-e616bbdb8176" providerId="ADAL" clId="{763A7EB7-061F-4CF3-9E06-47EACA773A05}" dt="2026-08-13T17:25:36.251" v="49"/>
          <ac:spMkLst>
            <pc:docMk/>
            <pc:sldMk cId="259555280" sldId="267"/>
            <ac:spMk id="3" creationId="{4FC0ACE2-28E5-76C8-A962-00D9E71F940D}"/>
          </ac:spMkLst>
        </pc:spChg>
        <pc:picChg chg="add">
          <ac:chgData name="Mr. PPG Dinesh Asanka" userId="54a4306b-b9cd-436b-92bf-e616bbdb8176" providerId="ADAL" clId="{763A7EB7-061F-4CF3-9E06-47EACA773A05}" dt="2026-08-13T17:22:41.291" v="47" actId="22"/>
          <ac:picMkLst>
            <pc:docMk/>
            <pc:sldMk cId="259555280" sldId="267"/>
            <ac:picMk id="5" creationId="{D3F9CFC5-4182-ED0A-3C48-9DEE81745A21}"/>
          </ac:picMkLst>
        </pc:picChg>
        <pc:picChg chg="add mod ord">
          <ac:chgData name="Mr. PPG Dinesh Asanka" userId="54a4306b-b9cd-436b-92bf-e616bbdb8176" providerId="ADAL" clId="{763A7EB7-061F-4CF3-9E06-47EACA773A05}" dt="2026-08-13T17:25:36.251" v="49"/>
          <ac:picMkLst>
            <pc:docMk/>
            <pc:sldMk cId="259555280" sldId="267"/>
            <ac:picMk id="7" creationId="{0ECF3919-BA07-2EB3-293F-BC8D7FA6FBDB}"/>
          </ac:picMkLst>
        </pc:picChg>
      </pc:sldChg>
      <pc:sldChg chg="del">
        <pc:chgData name="Mr. PPG Dinesh Asanka" userId="54a4306b-b9cd-436b-92bf-e616bbdb8176" providerId="ADAL" clId="{763A7EB7-061F-4CF3-9E06-47EACA773A05}" dt="2026-08-13T17:06:41.705" v="10" actId="47"/>
        <pc:sldMkLst>
          <pc:docMk/>
          <pc:sldMk cId="1903130467" sldId="267"/>
        </pc:sldMkLst>
      </pc:sldChg>
      <pc:sldChg chg="addSp delSp modSp add mod setBg">
        <pc:chgData name="Mr. PPG Dinesh Asanka" userId="54a4306b-b9cd-436b-92bf-e616bbdb8176" providerId="ADAL" clId="{763A7EB7-061F-4CF3-9E06-47EACA773A05}" dt="2026-08-13T17:25:44.141" v="52" actId="26606"/>
        <pc:sldMkLst>
          <pc:docMk/>
          <pc:sldMk cId="1329958834" sldId="268"/>
        </pc:sldMkLst>
        <pc:spChg chg="del">
          <ac:chgData name="Mr. PPG Dinesh Asanka" userId="54a4306b-b9cd-436b-92bf-e616bbdb8176" providerId="ADAL" clId="{763A7EB7-061F-4CF3-9E06-47EACA773A05}" dt="2026-08-13T17:25:44.141" v="52" actId="26606"/>
          <ac:spMkLst>
            <pc:docMk/>
            <pc:sldMk cId="1329958834" sldId="268"/>
            <ac:spMk id="2" creationId="{E56E003C-15A5-3EA9-D28F-3BFC4C805E76}"/>
          </ac:spMkLst>
        </pc:spChg>
        <pc:spChg chg="del">
          <ac:chgData name="Mr. PPG Dinesh Asanka" userId="54a4306b-b9cd-436b-92bf-e616bbdb8176" providerId="ADAL" clId="{763A7EB7-061F-4CF3-9E06-47EACA773A05}" dt="2026-08-13T17:25:39.064" v="51"/>
          <ac:spMkLst>
            <pc:docMk/>
            <pc:sldMk cId="1329958834" sldId="268"/>
            <ac:spMk id="3" creationId="{7B6BD527-4FA3-3840-38D5-549C1A3026FD}"/>
          </ac:spMkLst>
        </pc:spChg>
        <pc:spChg chg="add">
          <ac:chgData name="Mr. PPG Dinesh Asanka" userId="54a4306b-b9cd-436b-92bf-e616bbdb8176" providerId="ADAL" clId="{763A7EB7-061F-4CF3-9E06-47EACA773A05}" dt="2026-08-13T17:25:44.141" v="52" actId="26606"/>
          <ac:spMkLst>
            <pc:docMk/>
            <pc:sldMk cId="1329958834" sldId="268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8-13T17:25:44.141" v="52" actId="26606"/>
          <ac:picMkLst>
            <pc:docMk/>
            <pc:sldMk cId="1329958834" sldId="268"/>
            <ac:picMk id="5" creationId="{C35884E2-274F-78BF-A5A3-DDFDC5BD7DD2}"/>
          </ac:picMkLst>
        </pc:picChg>
      </pc:sldChg>
      <pc:sldChg chg="del">
        <pc:chgData name="Mr. PPG Dinesh Asanka" userId="54a4306b-b9cd-436b-92bf-e616bbdb8176" providerId="ADAL" clId="{763A7EB7-061F-4CF3-9E06-47EACA773A05}" dt="2026-08-13T17:06:42.778" v="14" actId="47"/>
        <pc:sldMkLst>
          <pc:docMk/>
          <pc:sldMk cId="1514365204" sldId="268"/>
        </pc:sldMkLst>
      </pc:sldChg>
      <pc:sldChg chg="addSp delSp modSp add mod setBg">
        <pc:chgData name="Mr. PPG Dinesh Asanka" userId="54a4306b-b9cd-436b-92bf-e616bbdb8176" providerId="ADAL" clId="{763A7EB7-061F-4CF3-9E06-47EACA773A05}" dt="2026-08-13T17:27:35.508" v="55" actId="26606"/>
        <pc:sldMkLst>
          <pc:docMk/>
          <pc:sldMk cId="844892973" sldId="269"/>
        </pc:sldMkLst>
        <pc:spChg chg="del">
          <ac:chgData name="Mr. PPG Dinesh Asanka" userId="54a4306b-b9cd-436b-92bf-e616bbdb8176" providerId="ADAL" clId="{763A7EB7-061F-4CF3-9E06-47EACA773A05}" dt="2026-08-13T17:27:35.508" v="55" actId="26606"/>
          <ac:spMkLst>
            <pc:docMk/>
            <pc:sldMk cId="844892973" sldId="269"/>
            <ac:spMk id="2" creationId="{C63D4112-AB1F-E368-CFC2-939170190969}"/>
          </ac:spMkLst>
        </pc:spChg>
        <pc:spChg chg="del">
          <ac:chgData name="Mr. PPG Dinesh Asanka" userId="54a4306b-b9cd-436b-92bf-e616bbdb8176" providerId="ADAL" clId="{763A7EB7-061F-4CF3-9E06-47EACA773A05}" dt="2026-08-13T17:27:32.620" v="54"/>
          <ac:spMkLst>
            <pc:docMk/>
            <pc:sldMk cId="844892973" sldId="269"/>
            <ac:spMk id="3" creationId="{AB1E0B30-7E49-5232-7484-7245F6308727}"/>
          </ac:spMkLst>
        </pc:spChg>
        <pc:spChg chg="add">
          <ac:chgData name="Mr. PPG Dinesh Asanka" userId="54a4306b-b9cd-436b-92bf-e616bbdb8176" providerId="ADAL" clId="{763A7EB7-061F-4CF3-9E06-47EACA773A05}" dt="2026-08-13T17:27:35.508" v="55" actId="26606"/>
          <ac:spMkLst>
            <pc:docMk/>
            <pc:sldMk cId="844892973" sldId="269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8-13T17:27:35.508" v="55" actId="26606"/>
          <ac:picMkLst>
            <pc:docMk/>
            <pc:sldMk cId="844892973" sldId="269"/>
            <ac:picMk id="5" creationId="{3D85D143-FC6E-243D-8234-32D16C47D40E}"/>
          </ac:picMkLst>
        </pc:picChg>
      </pc:sldChg>
      <pc:sldChg chg="del">
        <pc:chgData name="Mr. PPG Dinesh Asanka" userId="54a4306b-b9cd-436b-92bf-e616bbdb8176" providerId="ADAL" clId="{763A7EB7-061F-4CF3-9E06-47EACA773A05}" dt="2026-08-13T17:06:43.218" v="15" actId="47"/>
        <pc:sldMkLst>
          <pc:docMk/>
          <pc:sldMk cId="3447962233" sldId="269"/>
        </pc:sldMkLst>
      </pc:sldChg>
      <pc:sldChg chg="add del">
        <pc:chgData name="Mr. PPG Dinesh Asanka" userId="54a4306b-b9cd-436b-92bf-e616bbdb8176" providerId="ADAL" clId="{763A7EB7-061F-4CF3-9E06-47EACA773A05}" dt="2026-08-13T17:31:24.258" v="56" actId="47"/>
        <pc:sldMkLst>
          <pc:docMk/>
          <pc:sldMk cId="419091494" sldId="270"/>
        </pc:sldMkLst>
      </pc:sldChg>
      <pc:sldChg chg="del">
        <pc:chgData name="Mr. PPG Dinesh Asanka" userId="54a4306b-b9cd-436b-92bf-e616bbdb8176" providerId="ADAL" clId="{763A7EB7-061F-4CF3-9E06-47EACA773A05}" dt="2026-08-13T17:06:43.678" v="16" actId="47"/>
        <pc:sldMkLst>
          <pc:docMk/>
          <pc:sldMk cId="990294573" sldId="270"/>
        </pc:sldMkLst>
      </pc:sldChg>
      <pc:sldChg chg="addSp delSp modSp new mod setBg">
        <pc:chgData name="Mr. PPG Dinesh Asanka" userId="54a4306b-b9cd-436b-92bf-e616bbdb8176" providerId="ADAL" clId="{763A7EB7-061F-4CF3-9E06-47EACA773A05}" dt="2026-08-13T17:38:57.684" v="62" actId="22"/>
        <pc:sldMkLst>
          <pc:docMk/>
          <pc:sldMk cId="3427795993" sldId="270"/>
        </pc:sldMkLst>
        <pc:spChg chg="del">
          <ac:chgData name="Mr. PPG Dinesh Asanka" userId="54a4306b-b9cd-436b-92bf-e616bbdb8176" providerId="ADAL" clId="{763A7EB7-061F-4CF3-9E06-47EACA773A05}" dt="2026-08-13T17:37:10.920" v="60" actId="26606"/>
          <ac:spMkLst>
            <pc:docMk/>
            <pc:sldMk cId="3427795993" sldId="270"/>
            <ac:spMk id="2" creationId="{EBED5319-0B9F-719A-A4C5-A928F1B1C36A}"/>
          </ac:spMkLst>
        </pc:spChg>
        <pc:spChg chg="del">
          <ac:chgData name="Mr. PPG Dinesh Asanka" userId="54a4306b-b9cd-436b-92bf-e616bbdb8176" providerId="ADAL" clId="{763A7EB7-061F-4CF3-9E06-47EACA773A05}" dt="2026-08-13T17:37:08.998" v="59"/>
          <ac:spMkLst>
            <pc:docMk/>
            <pc:sldMk cId="3427795993" sldId="270"/>
            <ac:spMk id="3" creationId="{F1D9E625-528E-978B-1E31-A8C2113A275F}"/>
          </ac:spMkLst>
        </pc:spChg>
        <pc:spChg chg="add mod">
          <ac:chgData name="Mr. PPG Dinesh Asanka" userId="54a4306b-b9cd-436b-92bf-e616bbdb8176" providerId="ADAL" clId="{763A7EB7-061F-4CF3-9E06-47EACA773A05}" dt="2026-08-13T17:38:56.888" v="61" actId="478"/>
          <ac:spMkLst>
            <pc:docMk/>
            <pc:sldMk cId="3427795993" sldId="270"/>
            <ac:spMk id="7" creationId="{6B636661-0CBE-61B4-D5D0-57F6D539B23F}"/>
          </ac:spMkLst>
        </pc:spChg>
        <pc:spChg chg="add">
          <ac:chgData name="Mr. PPG Dinesh Asanka" userId="54a4306b-b9cd-436b-92bf-e616bbdb8176" providerId="ADAL" clId="{763A7EB7-061F-4CF3-9E06-47EACA773A05}" dt="2026-08-13T17:37:10.920" v="60" actId="26606"/>
          <ac:spMkLst>
            <pc:docMk/>
            <pc:sldMk cId="3427795993" sldId="270"/>
            <ac:spMk id="10" creationId="{EBC95D3F-C52F-4F07-95D4-836E1078E555}"/>
          </ac:spMkLst>
        </pc:spChg>
        <pc:picChg chg="add del mod ord">
          <ac:chgData name="Mr. PPG Dinesh Asanka" userId="54a4306b-b9cd-436b-92bf-e616bbdb8176" providerId="ADAL" clId="{763A7EB7-061F-4CF3-9E06-47EACA773A05}" dt="2026-08-13T17:38:56.888" v="61" actId="478"/>
          <ac:picMkLst>
            <pc:docMk/>
            <pc:sldMk cId="3427795993" sldId="270"/>
            <ac:picMk id="5" creationId="{7283CA1E-A83C-BACA-88A9-7B08F97334C2}"/>
          </ac:picMkLst>
        </pc:picChg>
        <pc:picChg chg="add">
          <ac:chgData name="Mr. PPG Dinesh Asanka" userId="54a4306b-b9cd-436b-92bf-e616bbdb8176" providerId="ADAL" clId="{763A7EB7-061F-4CF3-9E06-47EACA773A05}" dt="2026-08-13T17:38:57.684" v="62" actId="22"/>
          <ac:picMkLst>
            <pc:docMk/>
            <pc:sldMk cId="3427795993" sldId="270"/>
            <ac:picMk id="9" creationId="{9EB76011-EAF0-E399-A8D8-2D6D9FEA575A}"/>
          </ac:picMkLst>
        </pc:picChg>
      </pc:sldChg>
      <pc:sldChg chg="del">
        <pc:chgData name="Mr. PPG Dinesh Asanka" userId="54a4306b-b9cd-436b-92bf-e616bbdb8176" providerId="ADAL" clId="{763A7EB7-061F-4CF3-9E06-47EACA773A05}" dt="2026-08-13T17:06:42.468" v="12" actId="47"/>
        <pc:sldMkLst>
          <pc:docMk/>
          <pc:sldMk cId="3175892514" sldId="271"/>
        </pc:sldMkLst>
      </pc:sldChg>
      <pc:sldChg chg="addSp new mod ord">
        <pc:chgData name="Mr. PPG Dinesh Asanka" userId="54a4306b-b9cd-436b-92bf-e616bbdb8176" providerId="ADAL" clId="{763A7EB7-061F-4CF3-9E06-47EACA773A05}" dt="2026-08-13T18:55:23.333" v="70"/>
        <pc:sldMkLst>
          <pc:docMk/>
          <pc:sldMk cId="3703316230" sldId="271"/>
        </pc:sldMkLst>
        <pc:picChg chg="add">
          <ac:chgData name="Mr. PPG Dinesh Asanka" userId="54a4306b-b9cd-436b-92bf-e616bbdb8176" providerId="ADAL" clId="{763A7EB7-061F-4CF3-9E06-47EACA773A05}" dt="2026-08-13T18:54:22.712" v="64" actId="22"/>
          <ac:picMkLst>
            <pc:docMk/>
            <pc:sldMk cId="3703316230" sldId="271"/>
            <ac:picMk id="5" creationId="{03246C27-04C3-1B2B-1D58-7FAA6BB97662}"/>
          </ac:picMkLst>
        </pc:picChg>
      </pc:sldChg>
      <pc:sldChg chg="del">
        <pc:chgData name="Mr. PPG Dinesh Asanka" userId="54a4306b-b9cd-436b-92bf-e616bbdb8176" providerId="ADAL" clId="{763A7EB7-061F-4CF3-9E06-47EACA773A05}" dt="2026-08-13T17:06:41.935" v="11" actId="47"/>
        <pc:sldMkLst>
          <pc:docMk/>
          <pc:sldMk cId="2594945017" sldId="272"/>
        </pc:sldMkLst>
      </pc:sldChg>
      <pc:sldChg chg="del">
        <pc:chgData name="Mr. PPG Dinesh Asanka" userId="54a4306b-b9cd-436b-92bf-e616bbdb8176" providerId="ADAL" clId="{763A7EB7-061F-4CF3-9E06-47EACA773A05}" dt="2026-08-13T17:06:45.478" v="17" actId="47"/>
        <pc:sldMkLst>
          <pc:docMk/>
          <pc:sldMk cId="1254115371" sldId="273"/>
        </pc:sldMkLst>
      </pc:sldChg>
      <pc:sldChg chg="del">
        <pc:chgData name="Mr. PPG Dinesh Asanka" userId="54a4306b-b9cd-436b-92bf-e616bbdb8176" providerId="ADAL" clId="{763A7EB7-061F-4CF3-9E06-47EACA773A05}" dt="2026-08-13T17:06:42.541" v="13" actId="47"/>
        <pc:sldMkLst>
          <pc:docMk/>
          <pc:sldMk cId="272794041" sldId="2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B28E57-31E0-4258-AB42-58FAFCC1E4C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65683A-002F-4205-BB98-902D755602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850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1818-E75A-458F-AC5B-0E9A2C76B8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6" y="448056"/>
            <a:ext cx="11292840" cy="3401568"/>
          </a:xfrm>
        </p:spPr>
        <p:txBody>
          <a:bodyPr anchor="b">
            <a:normAutofit/>
          </a:bodyPr>
          <a:lstStyle>
            <a:lvl1pPr algn="l"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EE64DE-978B-4F95-BB3C-D027D80087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 algn="l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6CC717-08C5-4F3E-B8AA-BA93C8755982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96B5700-AA45-4E20-8BE5-276204113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5B7199-CC00-4D38-8B48-F8A539112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6BC76EC-3453-4CE0-A71D-BD21940757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Thursday, August 13,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09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B7685-BDD9-488F-B082-33592E0F1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CB5FF-7FB5-4B8A-BF1C-48765D40B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1735200"/>
            <a:ext cx="11293200" cy="3783013"/>
          </a:xfrm>
        </p:spPr>
        <p:txBody>
          <a:bodyPr wrap="square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DA03860-F8F0-4186-B5D0-72C935B2C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0B9D802-9E36-42DA-B6CA-6C937CBE8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227B5A7-BF66-4C50-9DAD-A24070310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Thursday, August 13,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636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E2B8D-DB20-44D1-84BC-F76685913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448056"/>
            <a:ext cx="11311128" cy="3401568"/>
          </a:xfrm>
        </p:spPr>
        <p:txBody>
          <a:bodyPr anchor="b">
            <a:normAutofit/>
          </a:bodyPr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4C298-618E-4642-8F2B-8DD253ED5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3ECD5-2EEA-457B-9C93-36F8AF368E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10EDCA73-0A86-4195-A787-75037827079D}" type="datetime2">
              <a:rPr lang="en-US" smtClean="0"/>
              <a:t>Thursday, August 13,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A15D4-F172-4025-9290-C8F5D4197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6CD73-9984-4E1D-BD74-37115C1F4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9FAD47-5E44-4EE5-A422-A77593F8F3A3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355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74E41-AB27-418C-AA9E-8F863DDE3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9E10A-E18D-4122-A71B-0A22F695E0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8056" y="1735200"/>
            <a:ext cx="5431536" cy="4214750"/>
          </a:xfrm>
        </p:spPr>
        <p:txBody>
          <a:bodyPr/>
          <a:lstStyle>
            <a:lvl1pPr marL="450000">
              <a:defRPr/>
            </a:lvl1pPr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25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CB980D-2720-431B-88C8-4D837023B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1735200"/>
            <a:ext cx="5431536" cy="4214750"/>
          </a:xfrm>
        </p:spPr>
        <p:txBody>
          <a:bodyPr/>
          <a:lstStyle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43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8EB211-F6F7-4C53-B25F-F1EBF7A8BF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3C75374-B296-498E-A935-80631EA9020D}" type="datetime2">
              <a:rPr lang="en-US" smtClean="0"/>
              <a:t>Thursday, August 13,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A830D-482E-415E-B855-D561B94BD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FB2AC-9F49-4D35-8C5E-ECECC6B13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26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25D59-DC0A-4295-8714-902B54B98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114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A33E2-E7AE-4E37-9DF1-69697E45D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2E79D5-E651-4B82-AFAA-DE6E16AC3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8056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A91196-F771-42C3-A726-A4ECF561F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76BA18-D373-4B5F-B812-5D5E4C2378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09360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95D0EB-9F99-4C95-ADA6-AC6B493C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B098B728-214A-4ABC-8432-5B3A5A66A987}" type="datetime2">
              <a:rPr lang="en-US" smtClean="0"/>
              <a:t>Thursday, August 13, 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EB69A9-1E48-4683-8873-D888C39E6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7E419C-3010-4562-BA4B-ECBC2DBE6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725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58066-A255-4886-A4B0-2AC829A76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5559552"/>
          </a:xfrm>
        </p:spPr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8D80A-6560-46E3-AF30-9CEC54EA74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015F02D0-6806-43AF-9888-2359BF40C204}" type="datetime2">
              <a:rPr lang="en-US" smtClean="0"/>
              <a:t>Thursday, August 13,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B673C2-FB1E-46F5-8CFB-93B9DB807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E2120-410F-4382-81AB-37F161F7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375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802222-E41B-48E7-BF06-5C5509D621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EE14D2D-B1AF-4197-82D6-FC1F8BD05681}" type="datetime2">
              <a:rPr lang="en-US" smtClean="0"/>
              <a:t>Thursday, August 13,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A636E3-B721-46E8-882F-C123530F0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C1178-3E0E-449A-B799-009C04C0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653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23392-4FF4-4922-A14E-8AA23A9BD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FB38E-5055-4C9B-9A3B-A7B3A4887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0832" y="393192"/>
            <a:ext cx="7379208" cy="5559552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2EC2DB-2ED3-408C-BFF2-F413C9D8F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3550"/>
            <a:ext cx="3447288" cy="421919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74FDF-3000-4B2C-AC88-8CE34D6805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98771CEB-9838-4245-91B8-EFBAFE2D8B44}" type="datetime2">
              <a:rPr lang="en-US" smtClean="0"/>
              <a:t>Thursday, August 13,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0B7F4-5B8C-49BD-9BDA-FCBD13E24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2BC00-0803-4A53-8657-91CE0DB80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33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C2A98-C272-40D9-B75A-77A3D5867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D50DAC-9AC3-4A9A-91B7-6C95E43625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70832" y="441324"/>
            <a:ext cx="7373112" cy="55114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21B04-C243-49A9-B5D3-483379290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5200"/>
            <a:ext cx="3447288" cy="421475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E949C-DD35-44F6-B45A-35134D7E12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1D3F6BF-A585-41F8-88DF-7E5D069F892A}" type="datetime2">
              <a:rPr lang="en-US" smtClean="0"/>
              <a:t>Thursday, August 13,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70102-4B8E-4FEC-9BB7-97FDC1EAB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693AF-08A9-4388-A9B8-174D53955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669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733FC-38A1-463C-BF3D-0D99784E0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FD076A-A004-4560-A43B-028624E20D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48056" y="1956816"/>
            <a:ext cx="11301984" cy="3995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FBA60-9309-4F2A-9FA9-305C4AFBEC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3CF612A-4CB0-4F57-9A87-F049CECB184D}" type="datetime2">
              <a:rPr lang="en-US" smtClean="0"/>
              <a:t>Thursday, August 13,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BF451-928F-4E55-8A76-111D0E211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EC161-BA80-4E93-AEB1-B61E38C09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621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44E3E-5EFE-4FCB-86A2-5E20CC6525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232136" y="448056"/>
            <a:ext cx="1581912" cy="55046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95005E-2E0C-4200-BF29-1135A35EE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8912" y="438912"/>
            <a:ext cx="9436608" cy="55046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BBBED-3B21-4271-BC0F-BBA258B59D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F397F40-C8F7-4897-A6B8-241042F913A9}" type="datetime2">
              <a:rPr lang="en-US" smtClean="0"/>
              <a:t>Thursday, August 13,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9CED5-56F3-4943-8143-918F7A860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87180-7248-4741-8E3B-9AAFB414D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149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DDBCE8-F60C-4E3A-83C0-BDE8DD2DE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01984" cy="11412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BC57F-72F2-48BC-B1EE-1F2C6155D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33550"/>
            <a:ext cx="11293200" cy="3783013"/>
          </a:xfrm>
          <a:prstGeom prst="rect">
            <a:avLst/>
          </a:prstGeom>
        </p:spPr>
        <p:txBody>
          <a:bodyPr vert="horz" lIns="0" tIns="0" rIns="9144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FBC45-A4BC-4EE5-82B1-8BC7912255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E1300-1995-409E-B058-59180872B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39030E9-7F3B-403F-96B2-7C2C627C30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Thursday, August 13,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277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i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50000" indent="-448056" algn="l" defTabSz="914400" rtl="0" eaLnBrk="1" latinLnBrk="0" hangingPunct="1">
        <a:lnSpc>
          <a:spcPct val="140000"/>
        </a:lnSpc>
        <a:spcBef>
          <a:spcPts val="10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1pPr>
      <a:lvl2pPr marL="90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2pPr>
      <a:lvl3pPr marL="135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3pPr>
      <a:lvl4pPr marL="180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4pPr>
      <a:lvl5pPr marL="225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BE5EF-7A83-18AE-8ACB-65245D7571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C0F156-952E-9732-FC77-82F3D6ADA3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817E32-8655-1445-AEDB-1C31C97AFA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638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D57C5-0A29-E37A-91A1-F1B75182F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31CDC-88EC-7C56-530B-AECAD8DA95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39398-4320-CCA5-B0B4-1A26196A6A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9F28EF-0AEB-1147-9196-E4F58837CB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190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FBAF8-2A25-6010-D9D8-124B0FF13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F615E-419D-8A14-734C-43CBB08FFB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3DB8F0-4EFD-6388-CF30-23DF59010F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3CAF86-3EFD-7E8A-45CA-33E9A51FE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804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0116F-FB40-7681-C1F0-6EEA915BC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BCC2C-C2D4-88F0-05A2-18482FC54B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0379C3-D7DF-4038-57E0-20796414A3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6BB208-7E55-A4CA-C63B-034692CDA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923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77D5F-D3B2-52E3-EEC7-BC8123F4A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5B42E-28D8-2EEC-D09F-BB48B0DAB7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01A9DD-7123-F6E8-B321-9EA13FA946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646F85-5F49-277A-1F40-83CCFB39B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762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62C0C-AB77-6BD5-5FD5-1F5BE6AAC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31507-B0B0-4DF2-F911-D858923AD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99F36D-0EFE-F7D3-B514-C34F84BDF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847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0EFF0-7003-45AE-2D99-0EB8A820C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11497-F39A-186E-9F86-A3EFF9B5E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A9FBB-36CF-DE76-2308-956558568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F90124-119D-79D7-51AC-A089BDFE3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438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0295B-33BB-8DCC-466D-5F78003CD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A2AE2-3816-3812-2322-9484FDFF0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91868-97AD-9E1C-20DA-64B256A0F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72EAF1-16D8-72CB-B8EA-990235F06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794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9DD63-FF8D-9974-8BFD-DA0D98473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0B3A-7280-1589-191E-116868669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246C27-04C3-1B2B-1D58-7FAA6BB97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316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5D924-45A8-7EF8-AEC4-89C3A4D03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FE5A9-83B7-1785-A931-4E4709BFC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94C9E-8F56-EF00-E1B5-5D9BC31B7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F4A39B-1D7E-3E24-D759-05A412849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428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A2D0E-82E6-60CA-FD12-BBDCC6801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4CF62-FD88-BB8D-C5E4-D3359226C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30D3D3-1018-03E8-7490-48881F933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560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F3E6B-F701-257F-F785-1116B3B37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54ECF-5C45-7413-ADF8-C421657F4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ECF3919-BA07-2EB3-293F-BC8D7FA6FB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522" y="1735138"/>
            <a:ext cx="6721781" cy="37830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F9CFC5-4182-ED0A-3C48-9DEE81745A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55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72D2C2-5B79-2418-FB07-DFD55E43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5884E2-274F-78BF-A5A3-DDFDC5BD7D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958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842354-68E7-C98B-1457-7409B26FF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85D143-FC6E-243D-8234-32D16C47D4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8929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B636661-0CBE-61B4-D5D0-57F6D539B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B76011-EAF0-E399-A8D8-2D6D9FEA5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795993"/>
      </p:ext>
    </p:extLst>
  </p:cSld>
  <p:clrMapOvr>
    <a:masterClrMapping/>
  </p:clrMapOvr>
</p:sld>
</file>

<file path=ppt/theme/theme1.xml><?xml version="1.0" encoding="utf-8"?>
<a:theme xmlns:a="http://schemas.openxmlformats.org/drawingml/2006/main" name="ThinLineVTI">
  <a:themeElements>
    <a:clrScheme name="ThinLines Color Schem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AC8"/>
      </a:accent1>
      <a:accent2>
        <a:srgbClr val="794DFF"/>
      </a:accent2>
      <a:accent3>
        <a:srgbClr val="00D17D"/>
      </a:accent3>
      <a:accent4>
        <a:srgbClr val="404040"/>
      </a:accent4>
      <a:accent5>
        <a:srgbClr val="FE5D21"/>
      </a:accent5>
      <a:accent6>
        <a:srgbClr val="B3B3B3"/>
      </a:accent6>
      <a:hlink>
        <a:srgbClr val="3E8FF1"/>
      </a:hlink>
      <a:folHlink>
        <a:srgbClr val="939393"/>
      </a:folHlink>
    </a:clrScheme>
    <a:fontScheme name="Custom 3">
      <a:majorFont>
        <a:latin typeface="Sagona Book"/>
        <a:ea typeface=""/>
        <a:cs typeface=""/>
      </a:majorFont>
      <a:minorFont>
        <a:latin typeface="Univer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inLineVTI" id="{DA2A884B-D36C-4F63-9FE8-3C89F2B99A40}" vid="{62C1F77B-42AE-47B9-869B-5CE48C8ED8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1A51792A418F4A9A575028F3A039FF" ma:contentTypeVersion="13" ma:contentTypeDescription="Create a new document." ma:contentTypeScope="" ma:versionID="5cd347ea72b658dd0a2482c575c97aba">
  <xsd:schema xmlns:xsd="http://www.w3.org/2001/XMLSchema" xmlns:xs="http://www.w3.org/2001/XMLSchema" xmlns:p="http://schemas.microsoft.com/office/2006/metadata/properties" xmlns:ns3="bbf2655a-b97a-4cd5-9749-fa15d2d37c4f" xmlns:ns4="6327976d-0e7f-4f4d-9e8d-9adece0280c7" targetNamespace="http://schemas.microsoft.com/office/2006/metadata/properties" ma:root="true" ma:fieldsID="3aaad5019f95630ab79125be91e6d4b5" ns3:_="" ns4:_="">
    <xsd:import namespace="bbf2655a-b97a-4cd5-9749-fa15d2d37c4f"/>
    <xsd:import namespace="6327976d-0e7f-4f4d-9e8d-9adece0280c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f2655a-b97a-4cd5-9749-fa15d2d37c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27976d-0e7f-4f4d-9e8d-9adece0280c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bf2655a-b97a-4cd5-9749-fa15d2d37c4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74B26E4-8BCA-4568-A05F-027B703221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bf2655a-b97a-4cd5-9749-fa15d2d37c4f"/>
    <ds:schemaRef ds:uri="6327976d-0e7f-4f4d-9e8d-9adece0280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3DBB244-4B99-4743-9647-3D18C5BA9F31}">
  <ds:schemaRefs>
    <ds:schemaRef ds:uri="http://schemas.microsoft.com/office/2006/documentManagement/types"/>
    <ds:schemaRef ds:uri="http://purl.org/dc/terms/"/>
    <ds:schemaRef ds:uri="6327976d-0e7f-4f4d-9e8d-9adece0280c7"/>
    <ds:schemaRef ds:uri="http://schemas.microsoft.com/office/infopath/2007/PartnerControls"/>
    <ds:schemaRef ds:uri="bbf2655a-b97a-4cd5-9749-fa15d2d37c4f"/>
    <ds:schemaRef ds:uri="http://www.w3.org/XML/1998/namespace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B8FE001C-CEE6-45CA-B1B1-E7041A6C2AE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5464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 Light</vt:lpstr>
      <vt:lpstr>Sagona Book</vt:lpstr>
      <vt:lpstr>Univers</vt:lpstr>
      <vt:lpstr>ThinLineVTI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 PPG Dinesh Asanka</dc:creator>
  <cp:lastModifiedBy>Mr. PPG Dinesh Asanka</cp:lastModifiedBy>
  <cp:revision>7</cp:revision>
  <dcterms:created xsi:type="dcterms:W3CDTF">2026-06-21T09:38:34Z</dcterms:created>
  <dcterms:modified xsi:type="dcterms:W3CDTF">2026-08-13T18:55:26Z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0x010100F51A51792A418F4A9A575028F3A039FF</vt:lpwstr>
  </property>
</Properties>
</file>