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396217-12E7-4933-834D-F485BA25A69D}" v="282" dt="2026-07-16T12:37:03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PPG Dinesh Asanka" userId="54a4306b-b9cd-436b-92bf-e616bbdb8176" providerId="ADAL" clId="{763A7EB7-061F-4CF3-9E06-47EACA773A05}"/>
    <pc:docChg chg="custSel addSld delSld modSld">
      <pc:chgData name="Mr. PPG Dinesh Asanka" userId="54a4306b-b9cd-436b-92bf-e616bbdb8176" providerId="ADAL" clId="{763A7EB7-061F-4CF3-9E06-47EACA773A05}" dt="2026-07-16T12:37:03.781" v="562"/>
      <pc:docMkLst>
        <pc:docMk/>
      </pc:docMkLst>
      <pc:sldChg chg="addSp delSp modSp mod">
        <pc:chgData name="Mr. PPG Dinesh Asanka" userId="54a4306b-b9cd-436b-92bf-e616bbdb8176" providerId="ADAL" clId="{763A7EB7-061F-4CF3-9E06-47EACA773A05}" dt="2026-07-16T12:37:03.606" v="144"/>
        <pc:sldMkLst>
          <pc:docMk/>
          <pc:sldMk cId="2601207686" sldId="256"/>
        </pc:sldMkLst>
        <pc:picChg chg="add mod">
          <ac:chgData name="Mr. PPG Dinesh Asanka" userId="54a4306b-b9cd-436b-92bf-e616bbdb8176" providerId="ADAL" clId="{763A7EB7-061F-4CF3-9E06-47EACA773A05}" dt="2026-07-14T20:48:33.317" v="5"/>
          <ac:picMkLst>
            <pc:docMk/>
            <pc:sldMk cId="2601207686" sldId="256"/>
            <ac:picMk id="8" creationId="{C25CEA26-3234-CA8D-A4A2-C8E275052655}"/>
          </ac:picMkLst>
        </pc:picChg>
        <pc:cxnChg chg="add mod modVis">
          <ac:chgData name="Mr. PPG Dinesh Asanka" userId="54a4306b-b9cd-436b-92bf-e616bbdb8176" providerId="ADAL" clId="{763A7EB7-061F-4CF3-9E06-47EACA773A05}" dt="2026-07-16T12:37:03.606" v="144"/>
          <ac:cxnSpMkLst>
            <pc:docMk/>
            <pc:sldMk cId="2601207686" sldId="256"/>
            <ac:cxnSpMk id="4" creationId="{39483292-9A78-9ED8-6DEA-B2501BB11CF5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7-16T12:37:03.606" v="163"/>
        <pc:sldMkLst>
          <pc:docMk/>
          <pc:sldMk cId="937485193" sldId="257"/>
        </pc:sldMkLst>
        <pc:spChg chg="add">
          <ac:chgData name="Mr. PPG Dinesh Asanka" userId="54a4306b-b9cd-436b-92bf-e616bbdb8176" providerId="ADAL" clId="{763A7EB7-061F-4CF3-9E06-47EACA773A05}" dt="2026-07-14T20:49:38.207" v="31" actId="26606"/>
          <ac:spMkLst>
            <pc:docMk/>
            <pc:sldMk cId="937485193" sldId="257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4T20:49:38.207" v="31" actId="26606"/>
          <ac:picMkLst>
            <pc:docMk/>
            <pc:sldMk cId="937485193" sldId="257"/>
            <ac:picMk id="5" creationId="{6372D772-4E36-15C9-5C0B-3CD55462918E}"/>
          </ac:picMkLst>
        </pc:picChg>
        <pc:cxnChg chg="add mod modVis">
          <ac:chgData name="Mr. PPG Dinesh Asanka" userId="54a4306b-b9cd-436b-92bf-e616bbdb8176" providerId="ADAL" clId="{763A7EB7-061F-4CF3-9E06-47EACA773A05}" dt="2026-07-16T12:37:03.606" v="163"/>
          <ac:cxnSpMkLst>
            <pc:docMk/>
            <pc:sldMk cId="937485193" sldId="257"/>
            <ac:cxnSpMk id="2" creationId="{883CAE82-9C1B-6485-7124-5A3401CD00DA}"/>
          </ac:cxnSpMkLst>
        </pc:cxnChg>
      </pc:sldChg>
      <pc:sldChg chg="addSp delSp modSp new mod">
        <pc:chgData name="Mr. PPG Dinesh Asanka" userId="54a4306b-b9cd-436b-92bf-e616bbdb8176" providerId="ADAL" clId="{763A7EB7-061F-4CF3-9E06-47EACA773A05}" dt="2026-07-16T12:37:03.624" v="182"/>
        <pc:sldMkLst>
          <pc:docMk/>
          <pc:sldMk cId="2311909389" sldId="258"/>
        </pc:sldMkLst>
        <pc:picChg chg="add mod ord">
          <ac:chgData name="Mr. PPG Dinesh Asanka" userId="54a4306b-b9cd-436b-92bf-e616bbdb8176" providerId="ADAL" clId="{763A7EB7-061F-4CF3-9E06-47EACA773A05}" dt="2026-07-14T20:54:34.043" v="42" actId="1076"/>
          <ac:picMkLst>
            <pc:docMk/>
            <pc:sldMk cId="2311909389" sldId="258"/>
            <ac:picMk id="5" creationId="{FBC031A1-71B3-3911-8D74-64487E970975}"/>
          </ac:picMkLst>
        </pc:picChg>
        <pc:cxnChg chg="add mod modVis">
          <ac:chgData name="Mr. PPG Dinesh Asanka" userId="54a4306b-b9cd-436b-92bf-e616bbdb8176" providerId="ADAL" clId="{763A7EB7-061F-4CF3-9E06-47EACA773A05}" dt="2026-07-16T12:37:03.624" v="182"/>
          <ac:cxnSpMkLst>
            <pc:docMk/>
            <pc:sldMk cId="2311909389" sldId="258"/>
            <ac:cxnSpMk id="3" creationId="{15303F8B-39CE-94F5-0122-B872A7E003BA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7-16T12:37:03.638" v="201"/>
        <pc:sldMkLst>
          <pc:docMk/>
          <pc:sldMk cId="4281604709" sldId="259"/>
        </pc:sldMkLst>
        <pc:spChg chg="del">
          <ac:chgData name="Mr. PPG Dinesh Asanka" userId="54a4306b-b9cd-436b-92bf-e616bbdb8176" providerId="ADAL" clId="{763A7EB7-061F-4CF3-9E06-47EACA773A05}" dt="2026-07-16T05:49:40.503" v="47" actId="26606"/>
          <ac:spMkLst>
            <pc:docMk/>
            <pc:sldMk cId="4281604709" sldId="259"/>
            <ac:spMk id="2" creationId="{FA14B34E-FA33-5D49-FDE6-433B44706325}"/>
          </ac:spMkLst>
        </pc:spChg>
        <pc:spChg chg="add">
          <ac:chgData name="Mr. PPG Dinesh Asanka" userId="54a4306b-b9cd-436b-92bf-e616bbdb8176" providerId="ADAL" clId="{763A7EB7-061F-4CF3-9E06-47EACA773A05}" dt="2026-07-16T05:49:40.503" v="47" actId="26606"/>
          <ac:spMkLst>
            <pc:docMk/>
            <pc:sldMk cId="4281604709" sldId="259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05:49:40.503" v="47" actId="26606"/>
          <ac:picMkLst>
            <pc:docMk/>
            <pc:sldMk cId="4281604709" sldId="259"/>
            <ac:picMk id="5" creationId="{DDF09C3F-4712-3677-6F6A-647D5CC1E059}"/>
          </ac:picMkLst>
        </pc:picChg>
        <pc:cxnChg chg="add mod modVis">
          <ac:chgData name="Mr. PPG Dinesh Asanka" userId="54a4306b-b9cd-436b-92bf-e616bbdb8176" providerId="ADAL" clId="{763A7EB7-061F-4CF3-9E06-47EACA773A05}" dt="2026-07-16T12:37:03.638" v="201"/>
          <ac:cxnSpMkLst>
            <pc:docMk/>
            <pc:sldMk cId="4281604709" sldId="259"/>
            <ac:cxnSpMk id="2" creationId="{4CF39EA2-17BD-CE38-F5B1-77F0C5822C26}"/>
          </ac:cxnSpMkLst>
        </pc:cxnChg>
      </pc:sldChg>
      <pc:sldChg chg="addSp delSp modSp add mod setBg">
        <pc:chgData name="Mr. PPG Dinesh Asanka" userId="54a4306b-b9cd-436b-92bf-e616bbdb8176" providerId="ADAL" clId="{763A7EB7-061F-4CF3-9E06-47EACA773A05}" dt="2026-07-16T12:37:03.638" v="220"/>
        <pc:sldMkLst>
          <pc:docMk/>
          <pc:sldMk cId="565751895" sldId="260"/>
        </pc:sldMkLst>
        <pc:spChg chg="del">
          <ac:chgData name="Mr. PPG Dinesh Asanka" userId="54a4306b-b9cd-436b-92bf-e616bbdb8176" providerId="ADAL" clId="{763A7EB7-061F-4CF3-9E06-47EACA773A05}" dt="2026-07-16T05:50:02.224" v="48" actId="26606"/>
          <ac:spMkLst>
            <pc:docMk/>
            <pc:sldMk cId="565751895" sldId="260"/>
            <ac:spMk id="2" creationId="{699661D8-2CB2-227E-2B69-5B870813AEFA}"/>
          </ac:spMkLst>
        </pc:spChg>
        <pc:spChg chg="add">
          <ac:chgData name="Mr. PPG Dinesh Asanka" userId="54a4306b-b9cd-436b-92bf-e616bbdb8176" providerId="ADAL" clId="{763A7EB7-061F-4CF3-9E06-47EACA773A05}" dt="2026-07-16T05:50:02.224" v="48" actId="26606"/>
          <ac:spMkLst>
            <pc:docMk/>
            <pc:sldMk cId="565751895" sldId="260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05:50:02.224" v="48" actId="26606"/>
          <ac:picMkLst>
            <pc:docMk/>
            <pc:sldMk cId="565751895" sldId="260"/>
            <ac:picMk id="5" creationId="{B63EF28F-FA98-BD51-0086-39B260EDE280}"/>
          </ac:picMkLst>
        </pc:picChg>
        <pc:cxnChg chg="add mod modVis">
          <ac:chgData name="Mr. PPG Dinesh Asanka" userId="54a4306b-b9cd-436b-92bf-e616bbdb8176" providerId="ADAL" clId="{763A7EB7-061F-4CF3-9E06-47EACA773A05}" dt="2026-07-16T12:37:03.638" v="220"/>
          <ac:cxnSpMkLst>
            <pc:docMk/>
            <pc:sldMk cId="565751895" sldId="260"/>
            <ac:cxnSpMk id="2" creationId="{D75BD756-EB9A-945C-A08B-EA57CB4A886D}"/>
          </ac:cxnSpMkLst>
        </pc:cxnChg>
      </pc:sldChg>
      <pc:sldChg chg="addSp delSp modSp add mod setBg">
        <pc:chgData name="Mr. PPG Dinesh Asanka" userId="54a4306b-b9cd-436b-92bf-e616bbdb8176" providerId="ADAL" clId="{763A7EB7-061F-4CF3-9E06-47EACA773A05}" dt="2026-07-16T12:37:03.654" v="239"/>
        <pc:sldMkLst>
          <pc:docMk/>
          <pc:sldMk cId="783483571" sldId="261"/>
        </pc:sldMkLst>
        <pc:spChg chg="del">
          <ac:chgData name="Mr. PPG Dinesh Asanka" userId="54a4306b-b9cd-436b-92bf-e616bbdb8176" providerId="ADAL" clId="{763A7EB7-061F-4CF3-9E06-47EACA773A05}" dt="2026-07-16T07:09:34.061" v="51" actId="26606"/>
          <ac:spMkLst>
            <pc:docMk/>
            <pc:sldMk cId="783483571" sldId="261"/>
            <ac:spMk id="2" creationId="{C3B01AF4-28D3-56F3-603D-FD0151B7580B}"/>
          </ac:spMkLst>
        </pc:spChg>
        <pc:spChg chg="del">
          <ac:chgData name="Mr. PPG Dinesh Asanka" userId="54a4306b-b9cd-436b-92bf-e616bbdb8176" providerId="ADAL" clId="{763A7EB7-061F-4CF3-9E06-47EACA773A05}" dt="2026-07-16T07:09:23.359" v="50"/>
          <ac:spMkLst>
            <pc:docMk/>
            <pc:sldMk cId="783483571" sldId="261"/>
            <ac:spMk id="3" creationId="{F0909338-4834-12AC-1131-D0C26538FD91}"/>
          </ac:spMkLst>
        </pc:spChg>
        <pc:spChg chg="add">
          <ac:chgData name="Mr. PPG Dinesh Asanka" userId="54a4306b-b9cd-436b-92bf-e616bbdb8176" providerId="ADAL" clId="{763A7EB7-061F-4CF3-9E06-47EACA773A05}" dt="2026-07-16T07:09:34.061" v="51" actId="26606"/>
          <ac:spMkLst>
            <pc:docMk/>
            <pc:sldMk cId="783483571" sldId="261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07:09:34.061" v="51" actId="26606"/>
          <ac:picMkLst>
            <pc:docMk/>
            <pc:sldMk cId="783483571" sldId="261"/>
            <ac:picMk id="5" creationId="{C1508E40-5969-09F8-B4E3-EC935B0002F6}"/>
          </ac:picMkLst>
        </pc:picChg>
        <pc:cxnChg chg="add mod modVis">
          <ac:chgData name="Mr. PPG Dinesh Asanka" userId="54a4306b-b9cd-436b-92bf-e616bbdb8176" providerId="ADAL" clId="{763A7EB7-061F-4CF3-9E06-47EACA773A05}" dt="2026-07-16T12:37:03.654" v="239"/>
          <ac:cxnSpMkLst>
            <pc:docMk/>
            <pc:sldMk cId="783483571" sldId="261"/>
            <ac:cxnSpMk id="6" creationId="{E6BB0EEB-7C4D-9012-4FB6-0D717D07CB9C}"/>
          </ac:cxnSpMkLst>
        </pc:cxnChg>
      </pc:sldChg>
      <pc:sldChg chg="addSp delSp modSp add mod setBg">
        <pc:chgData name="Mr. PPG Dinesh Asanka" userId="54a4306b-b9cd-436b-92bf-e616bbdb8176" providerId="ADAL" clId="{763A7EB7-061F-4CF3-9E06-47EACA773A05}" dt="2026-07-16T12:37:03.654" v="258"/>
        <pc:sldMkLst>
          <pc:docMk/>
          <pc:sldMk cId="3568130417" sldId="262"/>
        </pc:sldMkLst>
        <pc:spChg chg="del">
          <ac:chgData name="Mr. PPG Dinesh Asanka" userId="54a4306b-b9cd-436b-92bf-e616bbdb8176" providerId="ADAL" clId="{763A7EB7-061F-4CF3-9E06-47EACA773A05}" dt="2026-07-16T07:12:59.489" v="54" actId="26606"/>
          <ac:spMkLst>
            <pc:docMk/>
            <pc:sldMk cId="3568130417" sldId="262"/>
            <ac:spMk id="2" creationId="{783D1748-5295-EB7F-D46B-8F37FEB7AD0B}"/>
          </ac:spMkLst>
        </pc:spChg>
        <pc:spChg chg="del">
          <ac:chgData name="Mr. PPG Dinesh Asanka" userId="54a4306b-b9cd-436b-92bf-e616bbdb8176" providerId="ADAL" clId="{763A7EB7-061F-4CF3-9E06-47EACA773A05}" dt="2026-07-16T07:12:56.221" v="53"/>
          <ac:spMkLst>
            <pc:docMk/>
            <pc:sldMk cId="3568130417" sldId="262"/>
            <ac:spMk id="3" creationId="{F3B6D796-0521-7343-CD22-3BBEE5D17B79}"/>
          </ac:spMkLst>
        </pc:spChg>
        <pc:spChg chg="add">
          <ac:chgData name="Mr. PPG Dinesh Asanka" userId="54a4306b-b9cd-436b-92bf-e616bbdb8176" providerId="ADAL" clId="{763A7EB7-061F-4CF3-9E06-47EACA773A05}" dt="2026-07-16T07:12:59.489" v="54" actId="26606"/>
          <ac:spMkLst>
            <pc:docMk/>
            <pc:sldMk cId="3568130417" sldId="262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07:12:59.489" v="54" actId="26606"/>
          <ac:picMkLst>
            <pc:docMk/>
            <pc:sldMk cId="3568130417" sldId="262"/>
            <ac:picMk id="5" creationId="{A7458614-BFC2-2BB5-8C7D-285BB810B35B}"/>
          </ac:picMkLst>
        </pc:picChg>
        <pc:cxnChg chg="add mod modVis">
          <ac:chgData name="Mr. PPG Dinesh Asanka" userId="54a4306b-b9cd-436b-92bf-e616bbdb8176" providerId="ADAL" clId="{763A7EB7-061F-4CF3-9E06-47EACA773A05}" dt="2026-07-16T12:37:03.654" v="258"/>
          <ac:cxnSpMkLst>
            <pc:docMk/>
            <pc:sldMk cId="3568130417" sldId="262"/>
            <ac:cxnSpMk id="6" creationId="{8FDE8786-954A-D050-C6B1-E8EE76D3B536}"/>
          </ac:cxnSpMkLst>
        </pc:cxnChg>
      </pc:sldChg>
      <pc:sldChg chg="addSp delSp modSp add mod setBg">
        <pc:chgData name="Mr. PPG Dinesh Asanka" userId="54a4306b-b9cd-436b-92bf-e616bbdb8176" providerId="ADAL" clId="{763A7EB7-061F-4CF3-9E06-47EACA773A05}" dt="2026-07-16T12:37:03.670" v="277"/>
        <pc:sldMkLst>
          <pc:docMk/>
          <pc:sldMk cId="3429900648" sldId="263"/>
        </pc:sldMkLst>
        <pc:spChg chg="del">
          <ac:chgData name="Mr. PPG Dinesh Asanka" userId="54a4306b-b9cd-436b-92bf-e616bbdb8176" providerId="ADAL" clId="{763A7EB7-061F-4CF3-9E06-47EACA773A05}" dt="2026-07-16T07:15:37.281" v="57" actId="26606"/>
          <ac:spMkLst>
            <pc:docMk/>
            <pc:sldMk cId="3429900648" sldId="263"/>
            <ac:spMk id="2" creationId="{B1424CED-FF61-D305-C2BF-0162407F684D}"/>
          </ac:spMkLst>
        </pc:spChg>
        <pc:spChg chg="del">
          <ac:chgData name="Mr. PPG Dinesh Asanka" userId="54a4306b-b9cd-436b-92bf-e616bbdb8176" providerId="ADAL" clId="{763A7EB7-061F-4CF3-9E06-47EACA773A05}" dt="2026-07-16T07:15:35.201" v="56"/>
          <ac:spMkLst>
            <pc:docMk/>
            <pc:sldMk cId="3429900648" sldId="263"/>
            <ac:spMk id="3" creationId="{B5BAF6AF-7577-B88C-2988-387C2DF19659}"/>
          </ac:spMkLst>
        </pc:spChg>
        <pc:spChg chg="add">
          <ac:chgData name="Mr. PPG Dinesh Asanka" userId="54a4306b-b9cd-436b-92bf-e616bbdb8176" providerId="ADAL" clId="{763A7EB7-061F-4CF3-9E06-47EACA773A05}" dt="2026-07-16T07:15:37.281" v="57" actId="26606"/>
          <ac:spMkLst>
            <pc:docMk/>
            <pc:sldMk cId="3429900648" sldId="263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07:15:37.281" v="57" actId="26606"/>
          <ac:picMkLst>
            <pc:docMk/>
            <pc:sldMk cId="3429900648" sldId="263"/>
            <ac:picMk id="5" creationId="{145F382D-C3A2-ECFD-A75E-63CEB4ABEB8A}"/>
          </ac:picMkLst>
        </pc:picChg>
        <pc:cxnChg chg="add mod modVis">
          <ac:chgData name="Mr. PPG Dinesh Asanka" userId="54a4306b-b9cd-436b-92bf-e616bbdb8176" providerId="ADAL" clId="{763A7EB7-061F-4CF3-9E06-47EACA773A05}" dt="2026-07-16T12:37:03.670" v="277"/>
          <ac:cxnSpMkLst>
            <pc:docMk/>
            <pc:sldMk cId="3429900648" sldId="263"/>
            <ac:cxnSpMk id="6" creationId="{A6521ECD-B0F4-A069-2BAD-DC58A7658726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7-16T12:37:03.672" v="296"/>
        <pc:sldMkLst>
          <pc:docMk/>
          <pc:sldMk cId="4021480102" sldId="264"/>
        </pc:sldMkLst>
        <pc:spChg chg="del">
          <ac:chgData name="Mr. PPG Dinesh Asanka" userId="54a4306b-b9cd-436b-92bf-e616bbdb8176" providerId="ADAL" clId="{763A7EB7-061F-4CF3-9E06-47EACA773A05}" dt="2026-07-16T07:28:18.009" v="61" actId="26606"/>
          <ac:spMkLst>
            <pc:docMk/>
            <pc:sldMk cId="4021480102" sldId="264"/>
            <ac:spMk id="2" creationId="{106596B2-4655-363C-6BC5-9F5A1FBF222D}"/>
          </ac:spMkLst>
        </pc:spChg>
        <pc:spChg chg="del">
          <ac:chgData name="Mr. PPG Dinesh Asanka" userId="54a4306b-b9cd-436b-92bf-e616bbdb8176" providerId="ADAL" clId="{763A7EB7-061F-4CF3-9E06-47EACA773A05}" dt="2026-07-16T07:28:15.859" v="60"/>
          <ac:spMkLst>
            <pc:docMk/>
            <pc:sldMk cId="4021480102" sldId="264"/>
            <ac:spMk id="3" creationId="{83D2170D-4B57-3177-1FAD-1740DB396D78}"/>
          </ac:spMkLst>
        </pc:spChg>
        <pc:spChg chg="add">
          <ac:chgData name="Mr. PPG Dinesh Asanka" userId="54a4306b-b9cd-436b-92bf-e616bbdb8176" providerId="ADAL" clId="{763A7EB7-061F-4CF3-9E06-47EACA773A05}" dt="2026-07-16T07:28:18.009" v="61" actId="26606"/>
          <ac:spMkLst>
            <pc:docMk/>
            <pc:sldMk cId="4021480102" sldId="264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07:28:18.009" v="61" actId="26606"/>
          <ac:picMkLst>
            <pc:docMk/>
            <pc:sldMk cId="4021480102" sldId="264"/>
            <ac:picMk id="5" creationId="{16B9284B-D3BD-C724-7E31-7E93C2C53A58}"/>
          </ac:picMkLst>
        </pc:picChg>
        <pc:cxnChg chg="add mod modVis">
          <ac:chgData name="Mr. PPG Dinesh Asanka" userId="54a4306b-b9cd-436b-92bf-e616bbdb8176" providerId="ADAL" clId="{763A7EB7-061F-4CF3-9E06-47EACA773A05}" dt="2026-07-16T12:37:03.672" v="296"/>
          <ac:cxnSpMkLst>
            <pc:docMk/>
            <pc:sldMk cId="4021480102" sldId="264"/>
            <ac:cxnSpMk id="6" creationId="{4ACEB415-A196-4090-0AEC-DD46E02E7A77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7-16T12:37:03.686" v="315"/>
        <pc:sldMkLst>
          <pc:docMk/>
          <pc:sldMk cId="854656966" sldId="265"/>
        </pc:sldMkLst>
        <pc:spChg chg="del">
          <ac:chgData name="Mr. PPG Dinesh Asanka" userId="54a4306b-b9cd-436b-92bf-e616bbdb8176" providerId="ADAL" clId="{763A7EB7-061F-4CF3-9E06-47EACA773A05}" dt="2026-07-16T10:41:49.159" v="65" actId="26606"/>
          <ac:spMkLst>
            <pc:docMk/>
            <pc:sldMk cId="854656966" sldId="265"/>
            <ac:spMk id="2" creationId="{9E57EA1D-E60C-3C33-9432-5DDC93901FB0}"/>
          </ac:spMkLst>
        </pc:spChg>
        <pc:spChg chg="del">
          <ac:chgData name="Mr. PPG Dinesh Asanka" userId="54a4306b-b9cd-436b-92bf-e616bbdb8176" providerId="ADAL" clId="{763A7EB7-061F-4CF3-9E06-47EACA773A05}" dt="2026-07-16T10:41:47.712" v="64"/>
          <ac:spMkLst>
            <pc:docMk/>
            <pc:sldMk cId="854656966" sldId="265"/>
            <ac:spMk id="3" creationId="{AB32912F-6EE1-D9B0-0E1F-495ED1EE729F}"/>
          </ac:spMkLst>
        </pc:spChg>
        <pc:spChg chg="add">
          <ac:chgData name="Mr. PPG Dinesh Asanka" userId="54a4306b-b9cd-436b-92bf-e616bbdb8176" providerId="ADAL" clId="{763A7EB7-061F-4CF3-9E06-47EACA773A05}" dt="2026-07-16T10:41:49.159" v="65" actId="26606"/>
          <ac:spMkLst>
            <pc:docMk/>
            <pc:sldMk cId="854656966" sldId="265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10:41:49.159" v="65" actId="26606"/>
          <ac:picMkLst>
            <pc:docMk/>
            <pc:sldMk cId="854656966" sldId="265"/>
            <ac:picMk id="5" creationId="{89DE7B97-4660-2DA2-C0B5-24E462EA799A}"/>
          </ac:picMkLst>
        </pc:picChg>
        <pc:cxnChg chg="add mod modVis">
          <ac:chgData name="Mr. PPG Dinesh Asanka" userId="54a4306b-b9cd-436b-92bf-e616bbdb8176" providerId="ADAL" clId="{763A7EB7-061F-4CF3-9E06-47EACA773A05}" dt="2026-07-16T12:37:03.686" v="315"/>
          <ac:cxnSpMkLst>
            <pc:docMk/>
            <pc:sldMk cId="854656966" sldId="265"/>
            <ac:cxnSpMk id="6" creationId="{7E014F8F-48B6-3609-F819-BC4FB34A90D6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7-16T12:37:03.686" v="334"/>
        <pc:sldMkLst>
          <pc:docMk/>
          <pc:sldMk cId="2655300466" sldId="266"/>
        </pc:sldMkLst>
        <pc:spChg chg="del">
          <ac:chgData name="Mr. PPG Dinesh Asanka" userId="54a4306b-b9cd-436b-92bf-e616bbdb8176" providerId="ADAL" clId="{763A7EB7-061F-4CF3-9E06-47EACA773A05}" dt="2026-07-16T11:02:51.768" v="69" actId="26606"/>
          <ac:spMkLst>
            <pc:docMk/>
            <pc:sldMk cId="2655300466" sldId="266"/>
            <ac:spMk id="2" creationId="{B1F910B0-A6FC-0159-F574-A60A45E1B50F}"/>
          </ac:spMkLst>
        </pc:spChg>
        <pc:spChg chg="del">
          <ac:chgData name="Mr. PPG Dinesh Asanka" userId="54a4306b-b9cd-436b-92bf-e616bbdb8176" providerId="ADAL" clId="{763A7EB7-061F-4CF3-9E06-47EACA773A05}" dt="2026-07-16T11:02:49.614" v="68"/>
          <ac:spMkLst>
            <pc:docMk/>
            <pc:sldMk cId="2655300466" sldId="266"/>
            <ac:spMk id="3" creationId="{7BDF8BF6-F502-A903-444A-CFC82CC72554}"/>
          </ac:spMkLst>
        </pc:spChg>
        <pc:spChg chg="add">
          <ac:chgData name="Mr. PPG Dinesh Asanka" userId="54a4306b-b9cd-436b-92bf-e616bbdb8176" providerId="ADAL" clId="{763A7EB7-061F-4CF3-9E06-47EACA773A05}" dt="2026-07-16T11:02:51.768" v="69" actId="26606"/>
          <ac:spMkLst>
            <pc:docMk/>
            <pc:sldMk cId="2655300466" sldId="266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11:02:51.768" v="69" actId="26606"/>
          <ac:picMkLst>
            <pc:docMk/>
            <pc:sldMk cId="2655300466" sldId="266"/>
            <ac:picMk id="5" creationId="{22C6A61A-4989-7385-8813-28FB24D285AE}"/>
          </ac:picMkLst>
        </pc:picChg>
        <pc:cxnChg chg="add mod modVis">
          <ac:chgData name="Mr. PPG Dinesh Asanka" userId="54a4306b-b9cd-436b-92bf-e616bbdb8176" providerId="ADAL" clId="{763A7EB7-061F-4CF3-9E06-47EACA773A05}" dt="2026-07-16T12:37:03.686" v="334"/>
          <ac:cxnSpMkLst>
            <pc:docMk/>
            <pc:sldMk cId="2655300466" sldId="266"/>
            <ac:cxnSpMk id="6" creationId="{1CF240D1-996C-46A0-01F9-76363C622520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7-16T12:37:03.702" v="353"/>
        <pc:sldMkLst>
          <pc:docMk/>
          <pc:sldMk cId="36008227" sldId="267"/>
        </pc:sldMkLst>
        <pc:spChg chg="del">
          <ac:chgData name="Mr. PPG Dinesh Asanka" userId="54a4306b-b9cd-436b-92bf-e616bbdb8176" providerId="ADAL" clId="{763A7EB7-061F-4CF3-9E06-47EACA773A05}" dt="2026-07-16T11:05:18.765" v="77" actId="26606"/>
          <ac:spMkLst>
            <pc:docMk/>
            <pc:sldMk cId="36008227" sldId="267"/>
            <ac:spMk id="2" creationId="{67B0FD47-6E9D-1E72-74D4-DA00086B32F6}"/>
          </ac:spMkLst>
        </pc:spChg>
        <pc:spChg chg="del">
          <ac:chgData name="Mr. PPG Dinesh Asanka" userId="54a4306b-b9cd-436b-92bf-e616bbdb8176" providerId="ADAL" clId="{763A7EB7-061F-4CF3-9E06-47EACA773A05}" dt="2026-07-16T11:05:06.787" v="72"/>
          <ac:spMkLst>
            <pc:docMk/>
            <pc:sldMk cId="36008227" sldId="267"/>
            <ac:spMk id="3" creationId="{677D6243-DFC4-E8D0-46B7-3E4530A8CE25}"/>
          </ac:spMkLst>
        </pc:spChg>
        <pc:spChg chg="add">
          <ac:chgData name="Mr. PPG Dinesh Asanka" userId="54a4306b-b9cd-436b-92bf-e616bbdb8176" providerId="ADAL" clId="{763A7EB7-061F-4CF3-9E06-47EACA773A05}" dt="2026-07-16T11:05:18.765" v="77" actId="26606"/>
          <ac:spMkLst>
            <pc:docMk/>
            <pc:sldMk cId="36008227" sldId="267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11:05:18.765" v="77" actId="26606"/>
          <ac:picMkLst>
            <pc:docMk/>
            <pc:sldMk cId="36008227" sldId="267"/>
            <ac:picMk id="5" creationId="{541AEA4C-74C5-A85F-5168-3BDBDAF04463}"/>
          </ac:picMkLst>
        </pc:picChg>
        <pc:cxnChg chg="add mod modVis">
          <ac:chgData name="Mr. PPG Dinesh Asanka" userId="54a4306b-b9cd-436b-92bf-e616bbdb8176" providerId="ADAL" clId="{763A7EB7-061F-4CF3-9E06-47EACA773A05}" dt="2026-07-16T12:37:03.702" v="353"/>
          <ac:cxnSpMkLst>
            <pc:docMk/>
            <pc:sldMk cId="36008227" sldId="267"/>
            <ac:cxnSpMk id="6" creationId="{3B7E862A-7FCE-A202-258E-E73D2E0CF6ED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7-16T12:37:03.702" v="372"/>
        <pc:sldMkLst>
          <pc:docMk/>
          <pc:sldMk cId="2585216007" sldId="268"/>
        </pc:sldMkLst>
        <pc:spChg chg="del">
          <ac:chgData name="Mr. PPG Dinesh Asanka" userId="54a4306b-b9cd-436b-92bf-e616bbdb8176" providerId="ADAL" clId="{763A7EB7-061F-4CF3-9E06-47EACA773A05}" dt="2026-07-16T11:07:45.970" v="80" actId="26606"/>
          <ac:spMkLst>
            <pc:docMk/>
            <pc:sldMk cId="2585216007" sldId="268"/>
            <ac:spMk id="2" creationId="{D7279168-301E-DBB7-3F64-98871F2DF39D}"/>
          </ac:spMkLst>
        </pc:spChg>
        <pc:spChg chg="del">
          <ac:chgData name="Mr. PPG Dinesh Asanka" userId="54a4306b-b9cd-436b-92bf-e616bbdb8176" providerId="ADAL" clId="{763A7EB7-061F-4CF3-9E06-47EACA773A05}" dt="2026-07-16T11:07:44.147" v="79"/>
          <ac:spMkLst>
            <pc:docMk/>
            <pc:sldMk cId="2585216007" sldId="268"/>
            <ac:spMk id="3" creationId="{EB132DFD-9423-1761-93DF-C7A87E8B8C18}"/>
          </ac:spMkLst>
        </pc:spChg>
        <pc:spChg chg="add">
          <ac:chgData name="Mr. PPG Dinesh Asanka" userId="54a4306b-b9cd-436b-92bf-e616bbdb8176" providerId="ADAL" clId="{763A7EB7-061F-4CF3-9E06-47EACA773A05}" dt="2026-07-16T11:07:45.970" v="80" actId="26606"/>
          <ac:spMkLst>
            <pc:docMk/>
            <pc:sldMk cId="2585216007" sldId="268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11:07:45.970" v="80" actId="26606"/>
          <ac:picMkLst>
            <pc:docMk/>
            <pc:sldMk cId="2585216007" sldId="268"/>
            <ac:picMk id="5" creationId="{4DF75F01-C6B7-DF2C-F878-384DFEDB39FF}"/>
          </ac:picMkLst>
        </pc:picChg>
        <pc:cxnChg chg="add mod modVis">
          <ac:chgData name="Mr. PPG Dinesh Asanka" userId="54a4306b-b9cd-436b-92bf-e616bbdb8176" providerId="ADAL" clId="{763A7EB7-061F-4CF3-9E06-47EACA773A05}" dt="2026-07-16T12:37:03.702" v="372"/>
          <ac:cxnSpMkLst>
            <pc:docMk/>
            <pc:sldMk cId="2585216007" sldId="268"/>
            <ac:cxnSpMk id="6" creationId="{32CD6F30-6D7A-C442-DA47-FACB2B079B2D}"/>
          </ac:cxnSpMkLst>
        </pc:cxnChg>
      </pc:sldChg>
      <pc:sldChg chg="addSp delSp modSp add mod setBg">
        <pc:chgData name="Mr. PPG Dinesh Asanka" userId="54a4306b-b9cd-436b-92bf-e616bbdb8176" providerId="ADAL" clId="{763A7EB7-061F-4CF3-9E06-47EACA773A05}" dt="2026-07-16T12:37:03.718" v="391"/>
        <pc:sldMkLst>
          <pc:docMk/>
          <pc:sldMk cId="1245022727" sldId="269"/>
        </pc:sldMkLst>
        <pc:spChg chg="del">
          <ac:chgData name="Mr. PPG Dinesh Asanka" userId="54a4306b-b9cd-436b-92bf-e616bbdb8176" providerId="ADAL" clId="{763A7EB7-061F-4CF3-9E06-47EACA773A05}" dt="2026-07-16T11:30:45.048" v="83" actId="26606"/>
          <ac:spMkLst>
            <pc:docMk/>
            <pc:sldMk cId="1245022727" sldId="269"/>
            <ac:spMk id="2" creationId="{CE586041-7EC9-DBB8-45A5-D20F6191A9CA}"/>
          </ac:spMkLst>
        </pc:spChg>
        <pc:spChg chg="del">
          <ac:chgData name="Mr. PPG Dinesh Asanka" userId="54a4306b-b9cd-436b-92bf-e616bbdb8176" providerId="ADAL" clId="{763A7EB7-061F-4CF3-9E06-47EACA773A05}" dt="2026-07-16T11:30:43.238" v="82"/>
          <ac:spMkLst>
            <pc:docMk/>
            <pc:sldMk cId="1245022727" sldId="269"/>
            <ac:spMk id="3" creationId="{94AF4A04-C863-4785-30BF-E4C0BA081BA9}"/>
          </ac:spMkLst>
        </pc:spChg>
        <pc:spChg chg="add">
          <ac:chgData name="Mr. PPG Dinesh Asanka" userId="54a4306b-b9cd-436b-92bf-e616bbdb8176" providerId="ADAL" clId="{763A7EB7-061F-4CF3-9E06-47EACA773A05}" dt="2026-07-16T11:30:45.048" v="83" actId="26606"/>
          <ac:spMkLst>
            <pc:docMk/>
            <pc:sldMk cId="1245022727" sldId="269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11:30:45.048" v="83" actId="26606"/>
          <ac:picMkLst>
            <pc:docMk/>
            <pc:sldMk cId="1245022727" sldId="269"/>
            <ac:picMk id="5" creationId="{E330CF72-5F99-E642-F997-C02B3E57C7CD}"/>
          </ac:picMkLst>
        </pc:picChg>
        <pc:cxnChg chg="add mod modVis">
          <ac:chgData name="Mr. PPG Dinesh Asanka" userId="54a4306b-b9cd-436b-92bf-e616bbdb8176" providerId="ADAL" clId="{763A7EB7-061F-4CF3-9E06-47EACA773A05}" dt="2026-07-16T12:37:03.718" v="391"/>
          <ac:cxnSpMkLst>
            <pc:docMk/>
            <pc:sldMk cId="1245022727" sldId="269"/>
            <ac:cxnSpMk id="6" creationId="{19CAE04B-9E76-80DB-020A-48D37BFC7A11}"/>
          </ac:cxnSpMkLst>
        </pc:cxnChg>
      </pc:sldChg>
      <pc:sldChg chg="addSp delSp modSp add mod setBg">
        <pc:chgData name="Mr. PPG Dinesh Asanka" userId="54a4306b-b9cd-436b-92bf-e616bbdb8176" providerId="ADAL" clId="{763A7EB7-061F-4CF3-9E06-47EACA773A05}" dt="2026-07-16T12:37:03.718" v="410"/>
        <pc:sldMkLst>
          <pc:docMk/>
          <pc:sldMk cId="4076872109" sldId="270"/>
        </pc:sldMkLst>
        <pc:spChg chg="del">
          <ac:chgData name="Mr. PPG Dinesh Asanka" userId="54a4306b-b9cd-436b-92bf-e616bbdb8176" providerId="ADAL" clId="{763A7EB7-061F-4CF3-9E06-47EACA773A05}" dt="2026-07-16T11:32:30.355" v="86" actId="26606"/>
          <ac:spMkLst>
            <pc:docMk/>
            <pc:sldMk cId="4076872109" sldId="270"/>
            <ac:spMk id="2" creationId="{A3386774-BEBC-B472-F0A8-58C50728CC2F}"/>
          </ac:spMkLst>
        </pc:spChg>
        <pc:spChg chg="del">
          <ac:chgData name="Mr. PPG Dinesh Asanka" userId="54a4306b-b9cd-436b-92bf-e616bbdb8176" providerId="ADAL" clId="{763A7EB7-061F-4CF3-9E06-47EACA773A05}" dt="2026-07-16T11:32:28.660" v="85"/>
          <ac:spMkLst>
            <pc:docMk/>
            <pc:sldMk cId="4076872109" sldId="270"/>
            <ac:spMk id="3" creationId="{B3A9784A-EF09-EFB5-E50C-7A7B3D4C8FC4}"/>
          </ac:spMkLst>
        </pc:spChg>
        <pc:spChg chg="add">
          <ac:chgData name="Mr. PPG Dinesh Asanka" userId="54a4306b-b9cd-436b-92bf-e616bbdb8176" providerId="ADAL" clId="{763A7EB7-061F-4CF3-9E06-47EACA773A05}" dt="2026-07-16T11:32:30.355" v="86" actId="26606"/>
          <ac:spMkLst>
            <pc:docMk/>
            <pc:sldMk cId="4076872109" sldId="270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11:32:30.355" v="86" actId="26606"/>
          <ac:picMkLst>
            <pc:docMk/>
            <pc:sldMk cId="4076872109" sldId="270"/>
            <ac:picMk id="5" creationId="{41651A3A-59BF-AA7F-ECF4-B9C275FADB85}"/>
          </ac:picMkLst>
        </pc:picChg>
        <pc:cxnChg chg="add mod modVis">
          <ac:chgData name="Mr. PPG Dinesh Asanka" userId="54a4306b-b9cd-436b-92bf-e616bbdb8176" providerId="ADAL" clId="{763A7EB7-061F-4CF3-9E06-47EACA773A05}" dt="2026-07-16T12:37:03.718" v="410"/>
          <ac:cxnSpMkLst>
            <pc:docMk/>
            <pc:sldMk cId="4076872109" sldId="270"/>
            <ac:cxnSpMk id="6" creationId="{59E9A606-2368-59B3-A5E1-3E44125EABA4}"/>
          </ac:cxnSpMkLst>
        </pc:cxnChg>
      </pc:sldChg>
      <pc:sldChg chg="addSp delSp modSp add mod setBg">
        <pc:chgData name="Mr. PPG Dinesh Asanka" userId="54a4306b-b9cd-436b-92bf-e616bbdb8176" providerId="ADAL" clId="{763A7EB7-061F-4CF3-9E06-47EACA773A05}" dt="2026-07-16T12:37:03.734" v="429"/>
        <pc:sldMkLst>
          <pc:docMk/>
          <pc:sldMk cId="3104368655" sldId="271"/>
        </pc:sldMkLst>
        <pc:spChg chg="del">
          <ac:chgData name="Mr. PPG Dinesh Asanka" userId="54a4306b-b9cd-436b-92bf-e616bbdb8176" providerId="ADAL" clId="{763A7EB7-061F-4CF3-9E06-47EACA773A05}" dt="2026-07-16T11:35:37.705" v="89" actId="26606"/>
          <ac:spMkLst>
            <pc:docMk/>
            <pc:sldMk cId="3104368655" sldId="271"/>
            <ac:spMk id="2" creationId="{BAEDCCF9-1C97-2D08-12AC-B536566BC3A5}"/>
          </ac:spMkLst>
        </pc:spChg>
        <pc:spChg chg="del">
          <ac:chgData name="Mr. PPG Dinesh Asanka" userId="54a4306b-b9cd-436b-92bf-e616bbdb8176" providerId="ADAL" clId="{763A7EB7-061F-4CF3-9E06-47EACA773A05}" dt="2026-07-16T11:35:35.833" v="88"/>
          <ac:spMkLst>
            <pc:docMk/>
            <pc:sldMk cId="3104368655" sldId="271"/>
            <ac:spMk id="3" creationId="{744C270D-D992-CEFE-7D0B-64F156991778}"/>
          </ac:spMkLst>
        </pc:spChg>
        <pc:spChg chg="add">
          <ac:chgData name="Mr. PPG Dinesh Asanka" userId="54a4306b-b9cd-436b-92bf-e616bbdb8176" providerId="ADAL" clId="{763A7EB7-061F-4CF3-9E06-47EACA773A05}" dt="2026-07-16T11:35:37.705" v="89" actId="26606"/>
          <ac:spMkLst>
            <pc:docMk/>
            <pc:sldMk cId="3104368655" sldId="271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11:35:37.705" v="89" actId="26606"/>
          <ac:picMkLst>
            <pc:docMk/>
            <pc:sldMk cId="3104368655" sldId="271"/>
            <ac:picMk id="5" creationId="{0D19F4DD-D3C3-A6C7-8CF1-DDA96FD847D1}"/>
          </ac:picMkLst>
        </pc:picChg>
        <pc:cxnChg chg="add mod modVis">
          <ac:chgData name="Mr. PPG Dinesh Asanka" userId="54a4306b-b9cd-436b-92bf-e616bbdb8176" providerId="ADAL" clId="{763A7EB7-061F-4CF3-9E06-47EACA773A05}" dt="2026-07-16T12:37:03.734" v="429"/>
          <ac:cxnSpMkLst>
            <pc:docMk/>
            <pc:sldMk cId="3104368655" sldId="271"/>
            <ac:cxnSpMk id="6" creationId="{BC7AF253-CEE7-FD2D-68E1-6E494C012209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7-16T12:37:03.734" v="448"/>
        <pc:sldMkLst>
          <pc:docMk/>
          <pc:sldMk cId="2692251018" sldId="272"/>
        </pc:sldMkLst>
        <pc:spChg chg="del">
          <ac:chgData name="Mr. PPG Dinesh Asanka" userId="54a4306b-b9cd-436b-92bf-e616bbdb8176" providerId="ADAL" clId="{763A7EB7-061F-4CF3-9E06-47EACA773A05}" dt="2026-07-16T11:38:51.889" v="94" actId="26606"/>
          <ac:spMkLst>
            <pc:docMk/>
            <pc:sldMk cId="2692251018" sldId="272"/>
            <ac:spMk id="2" creationId="{707DDAC7-A206-2834-4A73-E92568B99866}"/>
          </ac:spMkLst>
        </pc:spChg>
        <pc:spChg chg="del">
          <ac:chgData name="Mr. PPG Dinesh Asanka" userId="54a4306b-b9cd-436b-92bf-e616bbdb8176" providerId="ADAL" clId="{763A7EB7-061F-4CF3-9E06-47EACA773A05}" dt="2026-07-16T11:38:49.842" v="93"/>
          <ac:spMkLst>
            <pc:docMk/>
            <pc:sldMk cId="2692251018" sldId="272"/>
            <ac:spMk id="3" creationId="{A3E8F26D-22DB-AA96-1AED-79A25E498FC5}"/>
          </ac:spMkLst>
        </pc:spChg>
        <pc:spChg chg="add del mod">
          <ac:chgData name="Mr. PPG Dinesh Asanka" userId="54a4306b-b9cd-436b-92bf-e616bbdb8176" providerId="ADAL" clId="{763A7EB7-061F-4CF3-9E06-47EACA773A05}" dt="2026-07-16T11:39:32.234" v="97"/>
          <ac:spMkLst>
            <pc:docMk/>
            <pc:sldMk cId="2692251018" sldId="272"/>
            <ac:spMk id="7" creationId="{ABB12333-8E8F-000D-2F84-A912827FB587}"/>
          </ac:spMkLst>
        </pc:spChg>
        <pc:spChg chg="add del">
          <ac:chgData name="Mr. PPG Dinesh Asanka" userId="54a4306b-b9cd-436b-92bf-e616bbdb8176" providerId="ADAL" clId="{763A7EB7-061F-4CF3-9E06-47EACA773A05}" dt="2026-07-16T11:39:33.848" v="98" actId="26606"/>
          <ac:spMkLst>
            <pc:docMk/>
            <pc:sldMk cId="2692251018" sldId="272"/>
            <ac:spMk id="10" creationId="{EBC95D3F-C52F-4F07-95D4-836E1078E555}"/>
          </ac:spMkLst>
        </pc:spChg>
        <pc:spChg chg="add">
          <ac:chgData name="Mr. PPG Dinesh Asanka" userId="54a4306b-b9cd-436b-92bf-e616bbdb8176" providerId="ADAL" clId="{763A7EB7-061F-4CF3-9E06-47EACA773A05}" dt="2026-07-16T11:39:33.848" v="98" actId="26606"/>
          <ac:spMkLst>
            <pc:docMk/>
            <pc:sldMk cId="2692251018" sldId="272"/>
            <ac:spMk id="15" creationId="{EBC95D3F-C52F-4F07-95D4-836E1078E555}"/>
          </ac:spMkLst>
        </pc:spChg>
        <pc:picChg chg="add del mod ord">
          <ac:chgData name="Mr. PPG Dinesh Asanka" userId="54a4306b-b9cd-436b-92bf-e616bbdb8176" providerId="ADAL" clId="{763A7EB7-061F-4CF3-9E06-47EACA773A05}" dt="2026-07-16T11:39:16.353" v="95" actId="478"/>
          <ac:picMkLst>
            <pc:docMk/>
            <pc:sldMk cId="2692251018" sldId="272"/>
            <ac:picMk id="5" creationId="{D0D92810-720B-6B3D-84AE-87E9CE55DB0E}"/>
          </ac:picMkLst>
        </pc:picChg>
        <pc:picChg chg="add mod ord">
          <ac:chgData name="Mr. PPG Dinesh Asanka" userId="54a4306b-b9cd-436b-92bf-e616bbdb8176" providerId="ADAL" clId="{763A7EB7-061F-4CF3-9E06-47EACA773A05}" dt="2026-07-16T11:39:33.848" v="98" actId="26606"/>
          <ac:picMkLst>
            <pc:docMk/>
            <pc:sldMk cId="2692251018" sldId="272"/>
            <ac:picMk id="9" creationId="{3286F675-4046-6CE6-3488-3E1DAFF0D44B}"/>
          </ac:picMkLst>
        </pc:picChg>
        <pc:cxnChg chg="add mod modVis">
          <ac:chgData name="Mr. PPG Dinesh Asanka" userId="54a4306b-b9cd-436b-92bf-e616bbdb8176" providerId="ADAL" clId="{763A7EB7-061F-4CF3-9E06-47EACA773A05}" dt="2026-07-16T12:37:03.734" v="448"/>
          <ac:cxnSpMkLst>
            <pc:docMk/>
            <pc:sldMk cId="2692251018" sldId="272"/>
            <ac:cxnSpMk id="11" creationId="{A469E947-624E-AD63-E197-616C44422904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7-16T12:37:03.752" v="467"/>
        <pc:sldMkLst>
          <pc:docMk/>
          <pc:sldMk cId="3841476714" sldId="273"/>
        </pc:sldMkLst>
        <pc:spChg chg="del">
          <ac:chgData name="Mr. PPG Dinesh Asanka" userId="54a4306b-b9cd-436b-92bf-e616bbdb8176" providerId="ADAL" clId="{763A7EB7-061F-4CF3-9E06-47EACA773A05}" dt="2026-07-16T11:57:19.156" v="101" actId="26606"/>
          <ac:spMkLst>
            <pc:docMk/>
            <pc:sldMk cId="3841476714" sldId="273"/>
            <ac:spMk id="2" creationId="{170774B0-F52A-1407-BACB-374EE23DAFFE}"/>
          </ac:spMkLst>
        </pc:spChg>
        <pc:spChg chg="del">
          <ac:chgData name="Mr. PPG Dinesh Asanka" userId="54a4306b-b9cd-436b-92bf-e616bbdb8176" providerId="ADAL" clId="{763A7EB7-061F-4CF3-9E06-47EACA773A05}" dt="2026-07-16T11:57:16.868" v="100"/>
          <ac:spMkLst>
            <pc:docMk/>
            <pc:sldMk cId="3841476714" sldId="273"/>
            <ac:spMk id="3" creationId="{B59CF563-BB70-BCD4-6E94-CC75F9767C95}"/>
          </ac:spMkLst>
        </pc:spChg>
        <pc:spChg chg="add">
          <ac:chgData name="Mr. PPG Dinesh Asanka" userId="54a4306b-b9cd-436b-92bf-e616bbdb8176" providerId="ADAL" clId="{763A7EB7-061F-4CF3-9E06-47EACA773A05}" dt="2026-07-16T11:57:19.156" v="101" actId="26606"/>
          <ac:spMkLst>
            <pc:docMk/>
            <pc:sldMk cId="3841476714" sldId="273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11:57:19.156" v="101" actId="26606"/>
          <ac:picMkLst>
            <pc:docMk/>
            <pc:sldMk cId="3841476714" sldId="273"/>
            <ac:picMk id="5" creationId="{2F28D90A-FF17-CA25-C896-4F2F86D7B3DA}"/>
          </ac:picMkLst>
        </pc:picChg>
        <pc:cxnChg chg="add mod modVis">
          <ac:chgData name="Mr. PPG Dinesh Asanka" userId="54a4306b-b9cd-436b-92bf-e616bbdb8176" providerId="ADAL" clId="{763A7EB7-061F-4CF3-9E06-47EACA773A05}" dt="2026-07-16T12:37:03.752" v="467"/>
          <ac:cxnSpMkLst>
            <pc:docMk/>
            <pc:sldMk cId="3841476714" sldId="273"/>
            <ac:cxnSpMk id="6" creationId="{BADAD903-7C99-1F4E-7A8E-3C31565A3F93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7-16T12:37:03.759" v="486"/>
        <pc:sldMkLst>
          <pc:docMk/>
          <pc:sldMk cId="1713700181" sldId="274"/>
        </pc:sldMkLst>
        <pc:spChg chg="del">
          <ac:chgData name="Mr. PPG Dinesh Asanka" userId="54a4306b-b9cd-436b-92bf-e616bbdb8176" providerId="ADAL" clId="{763A7EB7-061F-4CF3-9E06-47EACA773A05}" dt="2026-07-16T12:00:33.714" v="105" actId="26606"/>
          <ac:spMkLst>
            <pc:docMk/>
            <pc:sldMk cId="1713700181" sldId="274"/>
            <ac:spMk id="2" creationId="{315BB660-8678-E679-358A-F3A1B5929DFF}"/>
          </ac:spMkLst>
        </pc:spChg>
        <pc:spChg chg="del">
          <ac:chgData name="Mr. PPG Dinesh Asanka" userId="54a4306b-b9cd-436b-92bf-e616bbdb8176" providerId="ADAL" clId="{763A7EB7-061F-4CF3-9E06-47EACA773A05}" dt="2026-07-16T12:00:32.372" v="104"/>
          <ac:spMkLst>
            <pc:docMk/>
            <pc:sldMk cId="1713700181" sldId="274"/>
            <ac:spMk id="3" creationId="{7B8A2B56-8D95-28DF-1874-08C94BC80217}"/>
          </ac:spMkLst>
        </pc:spChg>
        <pc:spChg chg="add">
          <ac:chgData name="Mr. PPG Dinesh Asanka" userId="54a4306b-b9cd-436b-92bf-e616bbdb8176" providerId="ADAL" clId="{763A7EB7-061F-4CF3-9E06-47EACA773A05}" dt="2026-07-16T12:00:33.714" v="105" actId="26606"/>
          <ac:spMkLst>
            <pc:docMk/>
            <pc:sldMk cId="1713700181" sldId="274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12:00:33.714" v="105" actId="26606"/>
          <ac:picMkLst>
            <pc:docMk/>
            <pc:sldMk cId="1713700181" sldId="274"/>
            <ac:picMk id="5" creationId="{25B9F792-2C06-3BC5-CF59-C788EA071951}"/>
          </ac:picMkLst>
        </pc:picChg>
        <pc:cxnChg chg="add mod modVis">
          <ac:chgData name="Mr. PPG Dinesh Asanka" userId="54a4306b-b9cd-436b-92bf-e616bbdb8176" providerId="ADAL" clId="{763A7EB7-061F-4CF3-9E06-47EACA773A05}" dt="2026-07-16T12:37:03.759" v="486"/>
          <ac:cxnSpMkLst>
            <pc:docMk/>
            <pc:sldMk cId="1713700181" sldId="274"/>
            <ac:cxnSpMk id="6" creationId="{C468DA94-6559-CAAE-957D-11873F829BF1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7-16T12:37:03.766" v="505"/>
        <pc:sldMkLst>
          <pc:docMk/>
          <pc:sldMk cId="2093006088" sldId="275"/>
        </pc:sldMkLst>
        <pc:spChg chg="del">
          <ac:chgData name="Mr. PPG Dinesh Asanka" userId="54a4306b-b9cd-436b-92bf-e616bbdb8176" providerId="ADAL" clId="{763A7EB7-061F-4CF3-9E06-47EACA773A05}" dt="2026-07-16T12:02:36.919" v="109" actId="26606"/>
          <ac:spMkLst>
            <pc:docMk/>
            <pc:sldMk cId="2093006088" sldId="275"/>
            <ac:spMk id="2" creationId="{4B80EB3D-8FB1-9D89-32A5-1A9C479AC500}"/>
          </ac:spMkLst>
        </pc:spChg>
        <pc:spChg chg="del">
          <ac:chgData name="Mr. PPG Dinesh Asanka" userId="54a4306b-b9cd-436b-92bf-e616bbdb8176" providerId="ADAL" clId="{763A7EB7-061F-4CF3-9E06-47EACA773A05}" dt="2026-07-16T12:02:34.795" v="108"/>
          <ac:spMkLst>
            <pc:docMk/>
            <pc:sldMk cId="2093006088" sldId="275"/>
            <ac:spMk id="3" creationId="{EE4C9CAC-9789-EFAB-EBD9-17B811671085}"/>
          </ac:spMkLst>
        </pc:spChg>
        <pc:spChg chg="add">
          <ac:chgData name="Mr. PPG Dinesh Asanka" userId="54a4306b-b9cd-436b-92bf-e616bbdb8176" providerId="ADAL" clId="{763A7EB7-061F-4CF3-9E06-47EACA773A05}" dt="2026-07-16T12:02:36.919" v="109" actId="26606"/>
          <ac:spMkLst>
            <pc:docMk/>
            <pc:sldMk cId="2093006088" sldId="275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12:02:36.919" v="109" actId="26606"/>
          <ac:picMkLst>
            <pc:docMk/>
            <pc:sldMk cId="2093006088" sldId="275"/>
            <ac:picMk id="5" creationId="{15622031-DC19-6941-312C-7A181019B5A2}"/>
          </ac:picMkLst>
        </pc:picChg>
        <pc:cxnChg chg="add mod modVis">
          <ac:chgData name="Mr. PPG Dinesh Asanka" userId="54a4306b-b9cd-436b-92bf-e616bbdb8176" providerId="ADAL" clId="{763A7EB7-061F-4CF3-9E06-47EACA773A05}" dt="2026-07-16T12:37:03.766" v="505"/>
          <ac:cxnSpMkLst>
            <pc:docMk/>
            <pc:sldMk cId="2093006088" sldId="275"/>
            <ac:cxnSpMk id="6" creationId="{29A52C56-C409-A678-0FFA-BD2796FD12BF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7-16T12:37:03.766" v="524"/>
        <pc:sldMkLst>
          <pc:docMk/>
          <pc:sldMk cId="3491733007" sldId="276"/>
        </pc:sldMkLst>
        <pc:spChg chg="del">
          <ac:chgData name="Mr. PPG Dinesh Asanka" userId="54a4306b-b9cd-436b-92bf-e616bbdb8176" providerId="ADAL" clId="{763A7EB7-061F-4CF3-9E06-47EACA773A05}" dt="2026-07-16T12:04:50.863" v="113" actId="26606"/>
          <ac:spMkLst>
            <pc:docMk/>
            <pc:sldMk cId="3491733007" sldId="276"/>
            <ac:spMk id="2" creationId="{B7EA9CC7-2F16-B5F6-B8DE-926D72CA6D44}"/>
          </ac:spMkLst>
        </pc:spChg>
        <pc:spChg chg="del">
          <ac:chgData name="Mr. PPG Dinesh Asanka" userId="54a4306b-b9cd-436b-92bf-e616bbdb8176" providerId="ADAL" clId="{763A7EB7-061F-4CF3-9E06-47EACA773A05}" dt="2026-07-16T12:04:48.852" v="112"/>
          <ac:spMkLst>
            <pc:docMk/>
            <pc:sldMk cId="3491733007" sldId="276"/>
            <ac:spMk id="3" creationId="{4AC8D426-C0BF-CCAF-31B8-8B6A734CA46C}"/>
          </ac:spMkLst>
        </pc:spChg>
        <pc:spChg chg="add">
          <ac:chgData name="Mr. PPG Dinesh Asanka" userId="54a4306b-b9cd-436b-92bf-e616bbdb8176" providerId="ADAL" clId="{763A7EB7-061F-4CF3-9E06-47EACA773A05}" dt="2026-07-16T12:04:50.863" v="113" actId="26606"/>
          <ac:spMkLst>
            <pc:docMk/>
            <pc:sldMk cId="3491733007" sldId="276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12:04:50.863" v="113" actId="26606"/>
          <ac:picMkLst>
            <pc:docMk/>
            <pc:sldMk cId="3491733007" sldId="276"/>
            <ac:picMk id="5" creationId="{6D2800B9-4DD4-0EDE-B6FD-E6BEF782B73E}"/>
          </ac:picMkLst>
        </pc:picChg>
        <pc:cxnChg chg="add mod modVis">
          <ac:chgData name="Mr. PPG Dinesh Asanka" userId="54a4306b-b9cd-436b-92bf-e616bbdb8176" providerId="ADAL" clId="{763A7EB7-061F-4CF3-9E06-47EACA773A05}" dt="2026-07-16T12:37:03.766" v="524"/>
          <ac:cxnSpMkLst>
            <pc:docMk/>
            <pc:sldMk cId="3491733007" sldId="276"/>
            <ac:cxnSpMk id="6" creationId="{F5574A17-2643-E32D-F283-5B2D1845852B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7-16T12:37:03.781" v="543"/>
        <pc:sldMkLst>
          <pc:docMk/>
          <pc:sldMk cId="3579528606" sldId="277"/>
        </pc:sldMkLst>
        <pc:spChg chg="del">
          <ac:chgData name="Mr. PPG Dinesh Asanka" userId="54a4306b-b9cd-436b-92bf-e616bbdb8176" providerId="ADAL" clId="{763A7EB7-061F-4CF3-9E06-47EACA773A05}" dt="2026-07-16T12:07:49.040" v="120" actId="26606"/>
          <ac:spMkLst>
            <pc:docMk/>
            <pc:sldMk cId="3579528606" sldId="277"/>
            <ac:spMk id="2" creationId="{B5B3B8AA-C03B-0A17-51D9-2D1140941440}"/>
          </ac:spMkLst>
        </pc:spChg>
        <pc:spChg chg="del">
          <ac:chgData name="Mr. PPG Dinesh Asanka" userId="54a4306b-b9cd-436b-92bf-e616bbdb8176" providerId="ADAL" clId="{763A7EB7-061F-4CF3-9E06-47EACA773A05}" dt="2026-07-16T12:07:47.060" v="119"/>
          <ac:spMkLst>
            <pc:docMk/>
            <pc:sldMk cId="3579528606" sldId="277"/>
            <ac:spMk id="3" creationId="{FC77C6CA-8679-C5FF-BCFB-167292DA946B}"/>
          </ac:spMkLst>
        </pc:spChg>
        <pc:spChg chg="add">
          <ac:chgData name="Mr. PPG Dinesh Asanka" userId="54a4306b-b9cd-436b-92bf-e616bbdb8176" providerId="ADAL" clId="{763A7EB7-061F-4CF3-9E06-47EACA773A05}" dt="2026-07-16T12:07:49.040" v="120" actId="26606"/>
          <ac:spMkLst>
            <pc:docMk/>
            <pc:sldMk cId="3579528606" sldId="277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12:07:49.040" v="120" actId="26606"/>
          <ac:picMkLst>
            <pc:docMk/>
            <pc:sldMk cId="3579528606" sldId="277"/>
            <ac:picMk id="5" creationId="{63D4B310-CDD4-9725-B10D-22659953D906}"/>
          </ac:picMkLst>
        </pc:picChg>
        <pc:cxnChg chg="add mod modVis">
          <ac:chgData name="Mr. PPG Dinesh Asanka" userId="54a4306b-b9cd-436b-92bf-e616bbdb8176" providerId="ADAL" clId="{763A7EB7-061F-4CF3-9E06-47EACA773A05}" dt="2026-07-16T12:37:03.781" v="543"/>
          <ac:cxnSpMkLst>
            <pc:docMk/>
            <pc:sldMk cId="3579528606" sldId="277"/>
            <ac:cxnSpMk id="6" creationId="{3CEA3B72-737C-B311-0DC6-53D13A5418AD}"/>
          </ac:cxnSpMkLst>
        </pc:cxnChg>
      </pc:sldChg>
      <pc:sldChg chg="addSp delSp modSp add mod setBg">
        <pc:chgData name="Mr. PPG Dinesh Asanka" userId="54a4306b-b9cd-436b-92bf-e616bbdb8176" providerId="ADAL" clId="{763A7EB7-061F-4CF3-9E06-47EACA773A05}" dt="2026-07-16T12:37:03.781" v="562"/>
        <pc:sldMkLst>
          <pc:docMk/>
          <pc:sldMk cId="2547998932" sldId="278"/>
        </pc:sldMkLst>
        <pc:spChg chg="del">
          <ac:chgData name="Mr. PPG Dinesh Asanka" userId="54a4306b-b9cd-436b-92bf-e616bbdb8176" providerId="ADAL" clId="{763A7EB7-061F-4CF3-9E06-47EACA773A05}" dt="2026-07-16T12:10:37.514" v="123" actId="26606"/>
          <ac:spMkLst>
            <pc:docMk/>
            <pc:sldMk cId="2547998932" sldId="278"/>
            <ac:spMk id="2" creationId="{C3FBA15D-A3FE-FBBA-8496-9BDE23858E09}"/>
          </ac:spMkLst>
        </pc:spChg>
        <pc:spChg chg="del">
          <ac:chgData name="Mr. PPG Dinesh Asanka" userId="54a4306b-b9cd-436b-92bf-e616bbdb8176" providerId="ADAL" clId="{763A7EB7-061F-4CF3-9E06-47EACA773A05}" dt="2026-07-16T12:10:35.441" v="122"/>
          <ac:spMkLst>
            <pc:docMk/>
            <pc:sldMk cId="2547998932" sldId="278"/>
            <ac:spMk id="3" creationId="{7F657AAD-654B-C29E-C686-CC2EA4B58232}"/>
          </ac:spMkLst>
        </pc:spChg>
        <pc:spChg chg="add">
          <ac:chgData name="Mr. PPG Dinesh Asanka" userId="54a4306b-b9cd-436b-92bf-e616bbdb8176" providerId="ADAL" clId="{763A7EB7-061F-4CF3-9E06-47EACA773A05}" dt="2026-07-16T12:10:37.514" v="123" actId="26606"/>
          <ac:spMkLst>
            <pc:docMk/>
            <pc:sldMk cId="2547998932" sldId="278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16T12:10:37.514" v="123" actId="26606"/>
          <ac:picMkLst>
            <pc:docMk/>
            <pc:sldMk cId="2547998932" sldId="278"/>
            <ac:picMk id="5" creationId="{A7B7FD8C-FB98-5F5F-C79D-F02F0C0B5D01}"/>
          </ac:picMkLst>
        </pc:picChg>
        <pc:cxnChg chg="add mod modVis">
          <ac:chgData name="Mr. PPG Dinesh Asanka" userId="54a4306b-b9cd-436b-92bf-e616bbdb8176" providerId="ADAL" clId="{763A7EB7-061F-4CF3-9E06-47EACA773A05}" dt="2026-07-16T12:37:03.781" v="562"/>
          <ac:cxnSpMkLst>
            <pc:docMk/>
            <pc:sldMk cId="2547998932" sldId="278"/>
            <ac:cxnSpMk id="6" creationId="{F5BA7400-929D-C381-F985-5A1AB59D35A5}"/>
          </ac:cxnSpMkLst>
        </pc:cxnChg>
      </pc:sldChg>
      <pc:sldChg chg="add del">
        <pc:chgData name="Mr. PPG Dinesh Asanka" userId="54a4306b-b9cd-436b-92bf-e616bbdb8176" providerId="ADAL" clId="{763A7EB7-061F-4CF3-9E06-47EACA773A05}" dt="2026-07-16T12:10:39.845" v="124" actId="47"/>
        <pc:sldMkLst>
          <pc:docMk/>
          <pc:sldMk cId="838203942" sldId="279"/>
        </pc:sldMkLst>
      </pc:sldChg>
      <pc:sldChg chg="add del">
        <pc:chgData name="Mr. PPG Dinesh Asanka" userId="54a4306b-b9cd-436b-92bf-e616bbdb8176" providerId="ADAL" clId="{763A7EB7-061F-4CF3-9E06-47EACA773A05}" dt="2026-07-16T12:10:41.058" v="125" actId="47"/>
        <pc:sldMkLst>
          <pc:docMk/>
          <pc:sldMk cId="1357853852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28E57-31E0-4258-AB42-58FAFCC1E4C6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5683A-002F-4205-BB98-902D75560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5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92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53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85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35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46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40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24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19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92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79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1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72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25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777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23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725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7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7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797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397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966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75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52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July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July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3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Thursday, July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5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Thursday, July 16,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Thursday, July 16,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2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Thursday, July 16,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7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Thursday, July 16,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5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Thursday, July 16,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Thursday, July 16,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6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Thursday, July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2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Thursday, July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July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7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483292-9A78-9ED8-6DEA-B2501BB11CF5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BB1612F-822C-3412-2FA4-5E37F44054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848EE-8511-F39C-6F5B-88F736F125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5CEA26-3234-CA8D-A4A2-C8E275052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7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83CAE82-9C1B-6485-7124-5A3401CD00DA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72D772-4E36-15C9-5C0B-3CD554629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85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303F8B-39CE-94F5-0122-B872A7E003BA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FFA645F-C544-9E3F-3091-497EF3097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C031A1-71B3-3911-8D74-64487E970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09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CF39EA2-17BD-CE38-F5B1-77F0C5822C2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F09C3F-4712-3677-6F6A-647D5CC1E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0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9A1955-2339-8955-FC1A-D19DFF9B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75BD756-EB9A-945C-A08B-EA57CB4A886D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3EF28F-FA98-BD51-0086-39B260EDE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5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F2985-1D20-2B3B-071C-C7C6D3564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BB0EEB-7C4D-9012-4FB6-0D717D07CB9C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508E40-5969-09F8-B4E3-EC935B000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48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0A84DF-91AB-3E75-63E1-6B8A7C783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DE8786-954A-D050-C6B1-E8EE76D3B53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458614-BFC2-2BB5-8C7D-285BB810B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30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1D921-0A13-E2EE-43F2-897B373E6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521ECD-B0F4-A069-2BAD-DC58A765872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5F382D-C3A2-ECFD-A75E-63CEB4ABE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00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CEB415-A196-4090-0AEC-DD46E02E7A77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B9284B-D3BD-C724-7E31-7E93C2C53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80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014F8F-48B6-3609-F819-BC4FB34A90D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DE7B97-4660-2DA2-C0B5-24E462EA7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56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CF240D1-996C-46A0-01F9-76363C622520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C6A61A-4989-7385-8813-28FB24D28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300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7E862A-7FCE-A202-258E-E73D2E0CF6ED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1AEA4C-74C5-A85F-5168-3BDBDAF04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CD6F30-6D7A-C442-DA47-FACB2B079B2D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F75F01-C6B7-DF2C-F878-384DFEDB3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16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0027C1-8282-C12A-7852-54C0B5CB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9CAE04B-9E76-80DB-020A-48D37BFC7A11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30CF72-5F99-E642-F997-C02B3E57C7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22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95B53E-7E73-4B0E-BC70-1D40D716E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E9A606-2368-59B3-A5E1-3E44125EABA4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651A3A-59BF-AA7F-ECF4-B9C275FAD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872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1C489-AC11-67DF-C7BC-621FE2A83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7AF253-CEE7-FD2D-68E1-6E494C012209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19F4DD-D3C3-A6C7-8CF1-DDA96FD84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368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69E947-624E-AD63-E197-616C44422904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286F675-4046-6CE6-3488-3E1DAFF0D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51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DAD903-7C99-1F4E-7A8E-3C31565A3F93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28D90A-FF17-CA25-C896-4F2F86D7B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76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68DA94-6559-CAAE-957D-11873F829BF1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B9F792-2C06-3BC5-CF59-C788EA071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700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A52C56-C409-A678-0FFA-BD2796FD12B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622031-DC19-6941-312C-7A181019B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06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574A17-2643-E32D-F283-5B2D1845852B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2800B9-4DD4-0EDE-B6FD-E6BEF782B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33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EA3B72-737C-B311-0DC6-53D13A5418AD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D4B310-CDD4-9725-B10D-22659953D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28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0B9CA-1FAA-6F99-78B8-B20917F9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BA7400-929D-C381-F985-5A1AB59D35A5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B7FD8C-FB98-5F5F-C79D-F02F0C0B5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98932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5cd347ea72b658dd0a2482c575c97ab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3aaad5019f95630ab79125be91e6d4b5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DBB244-4B99-4743-9647-3D18C5BA9F31}">
  <ds:schemaRefs>
    <ds:schemaRef ds:uri="bbf2655a-b97a-4cd5-9749-fa15d2d37c4f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6327976d-0e7f-4f4d-9e8d-9adece0280c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74B26E4-8BCA-4568-A05F-027B703221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f2655a-b97a-4cd5-9749-fa15d2d37c4f"/>
    <ds:schemaRef ds:uri="6327976d-0e7f-4f4d-9e8d-9adece02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FE001C-CEE6-45CA-B1B1-E7041A6C2AE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4921</TotalTime>
  <Words>23</Words>
  <Application>Microsoft Office PowerPoint</Application>
  <PresentationFormat>Widescreen</PresentationFormat>
  <Paragraphs>23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 Light</vt:lpstr>
      <vt:lpstr>Sagona Book</vt:lpstr>
      <vt:lpstr>Univers</vt:lpstr>
      <vt:lpstr>ThinLineVTI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PPG Dinesh Asanka</dc:creator>
  <cp:lastModifiedBy>Mr. PPG Dinesh Asanka</cp:lastModifiedBy>
  <cp:revision>5</cp:revision>
  <dcterms:created xsi:type="dcterms:W3CDTF">2026-06-21T09:38:34Z</dcterms:created>
  <dcterms:modified xsi:type="dcterms:W3CDTF">2026-07-16T12:37:21Z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