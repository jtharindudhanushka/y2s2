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1" r:id="rId9"/>
    <p:sldId id="260" r:id="rId10"/>
    <p:sldId id="262" r:id="rId11"/>
    <p:sldId id="264" r:id="rId12"/>
    <p:sldId id="265" r:id="rId13"/>
    <p:sldId id="266" r:id="rId14"/>
    <p:sldId id="263" r:id="rId15"/>
    <p:sldId id="267" r:id="rId16"/>
    <p:sldId id="272" r:id="rId17"/>
    <p:sldId id="271" r:id="rId18"/>
    <p:sldId id="274" r:id="rId19"/>
    <p:sldId id="268" r:id="rId20"/>
    <p:sldId id="269" r:id="rId21"/>
    <p:sldId id="270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custSel addSld modSld sldOrd">
      <pc:chgData name="Mr. PPG Dinesh Asanka" userId="54a4306b-b9cd-436b-92bf-e616bbdb8176" providerId="ADAL" clId="{763A7EB7-061F-4CF3-9E06-47EACA773A05}" dt="2026-08-10T09:03:35.803" v="36" actId="26606"/>
      <pc:docMkLst>
        <pc:docMk/>
      </pc:docMkLst>
      <pc:sldChg chg="addSp">
        <pc:chgData name="Mr. PPG Dinesh Asanka" userId="54a4306b-b9cd-436b-92bf-e616bbdb8176" providerId="ADAL" clId="{763A7EB7-061F-4CF3-9E06-47EACA773A05}" dt="2026-08-06T14:50:31.745" v="0"/>
        <pc:sldMkLst>
          <pc:docMk/>
          <pc:sldMk cId="1199638295" sldId="256"/>
        </pc:sldMkLst>
        <pc:picChg chg="add">
          <ac:chgData name="Mr. PPG Dinesh Asanka" userId="54a4306b-b9cd-436b-92bf-e616bbdb8176" providerId="ADAL" clId="{763A7EB7-061F-4CF3-9E06-47EACA773A05}" dt="2026-08-06T14:50:31.745" v="0"/>
          <ac:picMkLst>
            <pc:docMk/>
            <pc:sldMk cId="1199638295" sldId="256"/>
            <ac:picMk id="5" creationId="{2193A02E-1B8C-1B9B-D8F9-B69F0B2DB77A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8-06T14:53:15.137" v="1"/>
        <pc:sldMkLst>
          <pc:docMk/>
          <pc:sldMk cId="2837954491" sldId="257"/>
        </pc:sldMkLst>
        <pc:picChg chg="add mod">
          <ac:chgData name="Mr. PPG Dinesh Asanka" userId="54a4306b-b9cd-436b-92bf-e616bbdb8176" providerId="ADAL" clId="{763A7EB7-061F-4CF3-9E06-47EACA773A05}" dt="2026-08-06T14:53:15.137" v="1"/>
          <ac:picMkLst>
            <pc:docMk/>
            <pc:sldMk cId="2837954491" sldId="257"/>
            <ac:picMk id="5" creationId="{5AAB514E-F16A-D22C-DB72-9C802BA6EB7C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8-06T14:53:36.994" v="2"/>
        <pc:sldMkLst>
          <pc:docMk/>
          <pc:sldMk cId="3293937335" sldId="258"/>
        </pc:sldMkLst>
        <pc:picChg chg="add mod">
          <ac:chgData name="Mr. PPG Dinesh Asanka" userId="54a4306b-b9cd-436b-92bf-e616bbdb8176" providerId="ADAL" clId="{763A7EB7-061F-4CF3-9E06-47EACA773A05}" dt="2026-08-06T14:53:36.994" v="2"/>
          <ac:picMkLst>
            <pc:docMk/>
            <pc:sldMk cId="3293937335" sldId="258"/>
            <ac:picMk id="5" creationId="{E3FF296C-AC06-C425-889C-ED0848A720FC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8-06T15:00:25.313" v="7"/>
        <pc:sldMkLst>
          <pc:docMk/>
          <pc:sldMk cId="3234054576" sldId="259"/>
        </pc:sldMkLst>
        <pc:picChg chg="add mod">
          <ac:chgData name="Mr. PPG Dinesh Asanka" userId="54a4306b-b9cd-436b-92bf-e616bbdb8176" providerId="ADAL" clId="{763A7EB7-061F-4CF3-9E06-47EACA773A05}" dt="2026-08-06T15:00:25.313" v="7"/>
          <ac:picMkLst>
            <pc:docMk/>
            <pc:sldMk cId="3234054576" sldId="259"/>
            <ac:picMk id="5" creationId="{AC447828-9847-46F7-C0C9-519B70ED2B58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8-06T15:03:01.431" v="8"/>
        <pc:sldMkLst>
          <pc:docMk/>
          <pc:sldMk cId="1978466974" sldId="260"/>
        </pc:sldMkLst>
        <pc:picChg chg="add mod">
          <ac:chgData name="Mr. PPG Dinesh Asanka" userId="54a4306b-b9cd-436b-92bf-e616bbdb8176" providerId="ADAL" clId="{763A7EB7-061F-4CF3-9E06-47EACA773A05}" dt="2026-08-06T15:03:01.431" v="8"/>
          <ac:picMkLst>
            <pc:docMk/>
            <pc:sldMk cId="1978466974" sldId="260"/>
            <ac:picMk id="5" creationId="{234116A3-9B90-43EF-DB03-C0CB08A352F3}"/>
          </ac:picMkLst>
        </pc:picChg>
      </pc:sldChg>
      <pc:sldChg chg="addSp delSp modSp add ord">
        <pc:chgData name="Mr. PPG Dinesh Asanka" userId="54a4306b-b9cd-436b-92bf-e616bbdb8176" providerId="ADAL" clId="{763A7EB7-061F-4CF3-9E06-47EACA773A05}" dt="2026-08-06T15:03:41.139" v="10"/>
        <pc:sldMkLst>
          <pc:docMk/>
          <pc:sldMk cId="2487260768" sldId="261"/>
        </pc:sldMkLst>
        <pc:picChg chg="add mod">
          <ac:chgData name="Mr. PPG Dinesh Asanka" userId="54a4306b-b9cd-436b-92bf-e616bbdb8176" providerId="ADAL" clId="{763A7EB7-061F-4CF3-9E06-47EACA773A05}" dt="2026-08-06T15:03:41.139" v="10"/>
          <ac:picMkLst>
            <pc:docMk/>
            <pc:sldMk cId="2487260768" sldId="261"/>
            <ac:picMk id="5" creationId="{F31C88DB-89F7-EDFF-20C6-0C0F1F0CD493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8-06T15:05:58.858" v="14"/>
        <pc:sldMkLst>
          <pc:docMk/>
          <pc:sldMk cId="2354590790" sldId="262"/>
        </pc:sldMkLst>
        <pc:picChg chg="add mod">
          <ac:chgData name="Mr. PPG Dinesh Asanka" userId="54a4306b-b9cd-436b-92bf-e616bbdb8176" providerId="ADAL" clId="{763A7EB7-061F-4CF3-9E06-47EACA773A05}" dt="2026-08-06T15:05:58.858" v="14"/>
          <ac:picMkLst>
            <pc:docMk/>
            <pc:sldMk cId="2354590790" sldId="262"/>
            <ac:picMk id="5" creationId="{1272EEB5-E93B-C79A-B7F2-2A60458C25C4}"/>
          </ac:picMkLst>
        </pc:picChg>
      </pc:sldChg>
      <pc:sldChg chg="addSp delSp modSp add mod">
        <pc:chgData name="Mr. PPG Dinesh Asanka" userId="54a4306b-b9cd-436b-92bf-e616bbdb8176" providerId="ADAL" clId="{763A7EB7-061F-4CF3-9E06-47EACA773A05}" dt="2026-08-10T09:03:35.803" v="36" actId="26606"/>
        <pc:sldMkLst>
          <pc:docMk/>
          <pc:sldMk cId="1356385379" sldId="263"/>
        </pc:sldMkLst>
        <pc:spChg chg="add del mod">
          <ac:chgData name="Mr. PPG Dinesh Asanka" userId="54a4306b-b9cd-436b-92bf-e616bbdb8176" providerId="ADAL" clId="{763A7EB7-061F-4CF3-9E06-47EACA773A05}" dt="2026-08-10T09:03:31.619" v="35"/>
          <ac:spMkLst>
            <pc:docMk/>
            <pc:sldMk cId="1356385379" sldId="263"/>
            <ac:spMk id="3" creationId="{AFA0A7C2-2103-AEE8-68A1-C611894E2207}"/>
          </ac:spMkLst>
        </pc:spChg>
        <pc:spChg chg="del">
          <ac:chgData name="Mr. PPG Dinesh Asanka" userId="54a4306b-b9cd-436b-92bf-e616bbdb8176" providerId="ADAL" clId="{763A7EB7-061F-4CF3-9E06-47EACA773A05}" dt="2026-08-10T09:03:35.803" v="36" actId="26606"/>
          <ac:spMkLst>
            <pc:docMk/>
            <pc:sldMk cId="1356385379" sldId="263"/>
            <ac:spMk id="10" creationId="{EBC95D3F-C52F-4F07-95D4-836E1078E555}"/>
          </ac:spMkLst>
        </pc:spChg>
        <pc:spChg chg="add">
          <ac:chgData name="Mr. PPG Dinesh Asanka" userId="54a4306b-b9cd-436b-92bf-e616bbdb8176" providerId="ADAL" clId="{763A7EB7-061F-4CF3-9E06-47EACA773A05}" dt="2026-08-10T09:03:35.803" v="36" actId="26606"/>
          <ac:spMkLst>
            <pc:docMk/>
            <pc:sldMk cId="1356385379" sldId="263"/>
            <ac:spMk id="15" creationId="{EBC95D3F-C52F-4F07-95D4-836E1078E555}"/>
          </ac:spMkLst>
        </pc:spChg>
        <pc:picChg chg="add del mod">
          <ac:chgData name="Mr. PPG Dinesh Asanka" userId="54a4306b-b9cd-436b-92bf-e616bbdb8176" providerId="ADAL" clId="{763A7EB7-061F-4CF3-9E06-47EACA773A05}" dt="2026-08-10T09:03:30.692" v="33" actId="478"/>
          <ac:picMkLst>
            <pc:docMk/>
            <pc:sldMk cId="1356385379" sldId="263"/>
            <ac:picMk id="5" creationId="{1E2D96D0-AC5E-7477-C8B4-18BFED2EACF3}"/>
          </ac:picMkLst>
        </pc:picChg>
        <pc:picChg chg="add mod ord">
          <ac:chgData name="Mr. PPG Dinesh Asanka" userId="54a4306b-b9cd-436b-92bf-e616bbdb8176" providerId="ADAL" clId="{763A7EB7-061F-4CF3-9E06-47EACA773A05}" dt="2026-08-10T09:03:35.803" v="36" actId="26606"/>
          <ac:picMkLst>
            <pc:docMk/>
            <pc:sldMk cId="1356385379" sldId="263"/>
            <ac:picMk id="6" creationId="{E94D4F7F-7701-342C-C0FF-9BAA80E59AC2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8-06T15:06:44.443" v="15"/>
        <pc:sldMkLst>
          <pc:docMk/>
          <pc:sldMk cId="1439182096" sldId="264"/>
        </pc:sldMkLst>
        <pc:picChg chg="add mod">
          <ac:chgData name="Mr. PPG Dinesh Asanka" userId="54a4306b-b9cd-436b-92bf-e616bbdb8176" providerId="ADAL" clId="{763A7EB7-061F-4CF3-9E06-47EACA773A05}" dt="2026-08-06T15:06:44.443" v="15"/>
          <ac:picMkLst>
            <pc:docMk/>
            <pc:sldMk cId="1439182096" sldId="264"/>
            <ac:picMk id="5" creationId="{6E28F3EF-164F-7EDB-3831-8C4080F45862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8-06T15:07:37.841" v="16"/>
        <pc:sldMkLst>
          <pc:docMk/>
          <pc:sldMk cId="1385525235" sldId="265"/>
        </pc:sldMkLst>
        <pc:picChg chg="add mod">
          <ac:chgData name="Mr. PPG Dinesh Asanka" userId="54a4306b-b9cd-436b-92bf-e616bbdb8176" providerId="ADAL" clId="{763A7EB7-061F-4CF3-9E06-47EACA773A05}" dt="2026-08-06T15:07:37.841" v="16"/>
          <ac:picMkLst>
            <pc:docMk/>
            <pc:sldMk cId="1385525235" sldId="265"/>
            <ac:picMk id="5" creationId="{984D3F1D-1418-FF33-19DD-D91C2AA2D149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8-06T15:08:26.121" v="17"/>
        <pc:sldMkLst>
          <pc:docMk/>
          <pc:sldMk cId="1780679512" sldId="266"/>
        </pc:sldMkLst>
        <pc:picChg chg="add mod">
          <ac:chgData name="Mr. PPG Dinesh Asanka" userId="54a4306b-b9cd-436b-92bf-e616bbdb8176" providerId="ADAL" clId="{763A7EB7-061F-4CF3-9E06-47EACA773A05}" dt="2026-08-06T15:08:26.121" v="17"/>
          <ac:picMkLst>
            <pc:docMk/>
            <pc:sldMk cId="1780679512" sldId="266"/>
            <ac:picMk id="5" creationId="{3E1C2080-E1AA-8DFC-EE58-0AF2B816BA1A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8-06T15:14:14.459" v="23"/>
        <pc:sldMkLst>
          <pc:docMk/>
          <pc:sldMk cId="1903130467" sldId="267"/>
        </pc:sldMkLst>
        <pc:picChg chg="add mod">
          <ac:chgData name="Mr. PPG Dinesh Asanka" userId="54a4306b-b9cd-436b-92bf-e616bbdb8176" providerId="ADAL" clId="{763A7EB7-061F-4CF3-9E06-47EACA773A05}" dt="2026-08-06T15:14:14.459" v="23"/>
          <ac:picMkLst>
            <pc:docMk/>
            <pc:sldMk cId="1903130467" sldId="267"/>
            <ac:picMk id="9" creationId="{7F2C8BA5-65FB-ACB4-06BB-576391582BEB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8-06T15:14:41.073" v="24"/>
        <pc:sldMkLst>
          <pc:docMk/>
          <pc:sldMk cId="1514365204" sldId="268"/>
        </pc:sldMkLst>
        <pc:picChg chg="add mod">
          <ac:chgData name="Mr. PPG Dinesh Asanka" userId="54a4306b-b9cd-436b-92bf-e616bbdb8176" providerId="ADAL" clId="{763A7EB7-061F-4CF3-9E06-47EACA773A05}" dt="2026-08-06T15:14:41.073" v="24"/>
          <ac:picMkLst>
            <pc:docMk/>
            <pc:sldMk cId="1514365204" sldId="268"/>
            <ac:picMk id="5" creationId="{FB7F09C2-69A7-6849-24FC-704F439AAC42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8-06T15:16:26.327" v="25"/>
        <pc:sldMkLst>
          <pc:docMk/>
          <pc:sldMk cId="3447962233" sldId="269"/>
        </pc:sldMkLst>
        <pc:picChg chg="add mod">
          <ac:chgData name="Mr. PPG Dinesh Asanka" userId="54a4306b-b9cd-436b-92bf-e616bbdb8176" providerId="ADAL" clId="{763A7EB7-061F-4CF3-9E06-47EACA773A05}" dt="2026-08-06T15:16:26.327" v="25"/>
          <ac:picMkLst>
            <pc:docMk/>
            <pc:sldMk cId="3447962233" sldId="269"/>
            <ac:picMk id="5" creationId="{D26BD711-3AB2-601B-A746-E0CA8587E53A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8-06T15:17:27.641" v="26"/>
        <pc:sldMkLst>
          <pc:docMk/>
          <pc:sldMk cId="990294573" sldId="270"/>
        </pc:sldMkLst>
        <pc:picChg chg="add mod">
          <ac:chgData name="Mr. PPG Dinesh Asanka" userId="54a4306b-b9cd-436b-92bf-e616bbdb8176" providerId="ADAL" clId="{763A7EB7-061F-4CF3-9E06-47EACA773A05}" dt="2026-08-06T15:17:27.641" v="26"/>
          <ac:picMkLst>
            <pc:docMk/>
            <pc:sldMk cId="990294573" sldId="270"/>
            <ac:picMk id="5" creationId="{A31D90CC-3469-FDEB-07BF-D303D8157DD0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8-06T15:22:44.865" v="28"/>
        <pc:sldMkLst>
          <pc:docMk/>
          <pc:sldMk cId="3175892514" sldId="271"/>
        </pc:sldMkLst>
        <pc:picChg chg="add mod">
          <ac:chgData name="Mr. PPG Dinesh Asanka" userId="54a4306b-b9cd-436b-92bf-e616bbdb8176" providerId="ADAL" clId="{763A7EB7-061F-4CF3-9E06-47EACA773A05}" dt="2026-08-06T15:22:44.865" v="28"/>
          <ac:picMkLst>
            <pc:docMk/>
            <pc:sldMk cId="3175892514" sldId="271"/>
            <ac:picMk id="9" creationId="{C5CE2BFD-7CB6-64AE-8B91-98857F73BEB8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8-06T16:39:23.429" v="29"/>
        <pc:sldMkLst>
          <pc:docMk/>
          <pc:sldMk cId="2594945017" sldId="272"/>
        </pc:sldMkLst>
        <pc:picChg chg="add mod">
          <ac:chgData name="Mr. PPG Dinesh Asanka" userId="54a4306b-b9cd-436b-92bf-e616bbdb8176" providerId="ADAL" clId="{763A7EB7-061F-4CF3-9E06-47EACA773A05}" dt="2026-08-06T16:39:23.429" v="29"/>
          <ac:picMkLst>
            <pc:docMk/>
            <pc:sldMk cId="2594945017" sldId="272"/>
            <ac:picMk id="5" creationId="{87437406-CDE4-2700-0010-FAB4B99AF575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8-06T16:50:02.087" v="30"/>
        <pc:sldMkLst>
          <pc:docMk/>
          <pc:sldMk cId="1254115371" sldId="273"/>
        </pc:sldMkLst>
        <pc:picChg chg="add mod">
          <ac:chgData name="Mr. PPG Dinesh Asanka" userId="54a4306b-b9cd-436b-92bf-e616bbdb8176" providerId="ADAL" clId="{763A7EB7-061F-4CF3-9E06-47EACA773A05}" dt="2026-08-06T16:50:02.087" v="30"/>
          <ac:picMkLst>
            <pc:docMk/>
            <pc:sldMk cId="1254115371" sldId="273"/>
            <ac:picMk id="5" creationId="{A8C73C2B-9059-AE48-DB00-B0B7D0743E48}"/>
          </ac:picMkLst>
        </pc:picChg>
      </pc:sldChg>
      <pc:sldChg chg="addSp new mod">
        <pc:chgData name="Mr. PPG Dinesh Asanka" userId="54a4306b-b9cd-436b-92bf-e616bbdb8176" providerId="ADAL" clId="{763A7EB7-061F-4CF3-9E06-47EACA773A05}" dt="2026-08-10T07:24:49.717" v="32" actId="22"/>
        <pc:sldMkLst>
          <pc:docMk/>
          <pc:sldMk cId="272794041" sldId="274"/>
        </pc:sldMkLst>
        <pc:picChg chg="add">
          <ac:chgData name="Mr. PPG Dinesh Asanka" userId="54a4306b-b9cd-436b-92bf-e616bbdb8176" providerId="ADAL" clId="{763A7EB7-061F-4CF3-9E06-47EACA773A05}" dt="2026-08-10T07:24:49.717" v="32" actId="22"/>
          <ac:picMkLst>
            <pc:docMk/>
            <pc:sldMk cId="272794041" sldId="274"/>
            <ac:picMk id="5" creationId="{DBA59E8F-2B4B-20CA-7469-CBF8B29F9F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8E57-31E0-4258-AB42-58FAFCC1E4C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683A-002F-4205-BB98-902D75560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August 10,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August 10,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Monday, August 10,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August 10,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E5EF-7A83-18AE-8ACB-65245D757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0F156-952E-9732-FC77-82F3D6ADA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93A02E-1B8C-1B9B-D8F9-B69F0B2DB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3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B514E-F16A-D22C-DB72-9C802BA6E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5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FF296C-AC06-C425-889C-ED0848A72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3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447828-9847-46F7-C0C9-519B70ED2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5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7560BD-DC9A-3F19-5AA1-C4EB8751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1C88DB-89F7-EDFF-20C6-0C0F1F0CD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60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4E931-7B02-CDC0-9E7E-A3810DE2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4116A3-9B90-43EF-DB03-C0CB08A35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66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DD109-69C1-C142-B45F-2034D400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72EEB5-E93B-C79A-B7F2-2A60458C2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9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70A87-5D78-75A7-FD36-C5783D4F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28F3EF-164F-7EDB-3831-8C4080F45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8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45AA9-1EFA-B71D-6997-BB87D96FE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4D3F1D-1418-FF33-19DD-D91C2AA2D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25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6B457-33F7-3461-1ECB-C238DB19F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1C2080-E1AA-8DFC-EE58-0AF2B816B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7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95588-A15F-40EC-3B32-ACB6FE8F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4D4F7F-7701-342C-C0FF-9BAA80E59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85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14C703-7163-1B64-A1DB-6C4341D5E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2C8BA5-65FB-ACB4-06BB-576391582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37406-CDE4-2700-0010-FAB4B99AF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45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CE2BFD-7CB6-64AE-8B91-98857F73B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92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534A-55B0-1998-5F08-AD46FC23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6859-559D-0CBD-290E-0B2BC17BA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59E8F-2B4B-20CA-7469-CBF8B29F9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4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DFD47-E426-100A-E2A6-377DBE4C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7F09C2-69A7-6849-24FC-704F439AA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65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4AFE1-3604-B1CA-5E74-EE20A1B3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6BD711-3AB2-601B-A746-E0CA8587E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6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1D90CC-3469-FDEB-07BF-D303D8157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94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C73C2B-9059-AE48-DB00-B0B7D0743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15371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BB244-4B99-4743-9647-3D18C5BA9F31}">
  <ds:schemaRefs>
    <ds:schemaRef ds:uri="http://purl.org/dc/elements/1.1/"/>
    <ds:schemaRef ds:uri="http://schemas.openxmlformats.org/package/2006/metadata/core-properties"/>
    <ds:schemaRef ds:uri="6327976d-0e7f-4f4d-9e8d-9adece0280c7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bbf2655a-b97a-4cd5-9749-fa15d2d37c4f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5354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6</cp:revision>
  <dcterms:created xsi:type="dcterms:W3CDTF">2026-06-21T09:38:34Z</dcterms:created>
  <dcterms:modified xsi:type="dcterms:W3CDTF">2026-08-10T09:03:41Z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