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30"/>
  </p:notesMasterIdLst>
  <p:sldIdLst>
    <p:sldId id="277" r:id="rId5"/>
    <p:sldId id="281" r:id="rId6"/>
    <p:sldId id="287" r:id="rId7"/>
    <p:sldId id="259" r:id="rId8"/>
    <p:sldId id="256" r:id="rId9"/>
    <p:sldId id="258" r:id="rId10"/>
    <p:sldId id="260" r:id="rId11"/>
    <p:sldId id="261" r:id="rId12"/>
    <p:sldId id="263" r:id="rId13"/>
    <p:sldId id="262" r:id="rId14"/>
    <p:sldId id="264" r:id="rId15"/>
    <p:sldId id="265" r:id="rId16"/>
    <p:sldId id="266" r:id="rId17"/>
    <p:sldId id="283" r:id="rId18"/>
    <p:sldId id="285" r:id="rId19"/>
    <p:sldId id="267" r:id="rId20"/>
    <p:sldId id="268" r:id="rId21"/>
    <p:sldId id="269" r:id="rId22"/>
    <p:sldId id="270" r:id="rId23"/>
    <p:sldId id="273" r:id="rId24"/>
    <p:sldId id="274" r:id="rId25"/>
    <p:sldId id="275" r:id="rId26"/>
    <p:sldId id="276" r:id="rId27"/>
    <p:sldId id="286" r:id="rId28"/>
    <p:sldId id="284" r:id="rId2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aa232db2-7a78-4414-a529-33db9124cba7::" providerId="AD" clId="Web-{D6BCECDB-D6F3-9E68-50F6-F64B977CB453}"/>
    <pc:docChg chg="modSld">
      <pc:chgData name="Guest User" userId="S::urn:spo:tenantanon#aa232db2-7a78-4414-a529-33db9124cba7::" providerId="AD" clId="Web-{D6BCECDB-D6F3-9E68-50F6-F64B977CB453}" dt="2026-08-02T11:20:57.522" v="1" actId="1076"/>
      <pc:docMkLst>
        <pc:docMk/>
      </pc:docMkLst>
      <pc:sldChg chg="modSp">
        <pc:chgData name="Guest User" userId="S::urn:spo:tenantanon#aa232db2-7a78-4414-a529-33db9124cba7::" providerId="AD" clId="Web-{D6BCECDB-D6F3-9E68-50F6-F64B977CB453}" dt="2026-08-02T11:20:57.522" v="1" actId="1076"/>
        <pc:sldMkLst>
          <pc:docMk/>
          <pc:sldMk cId="2900225516" sldId="281"/>
        </pc:sldMkLst>
        <pc:graphicFrameChg chg="mod">
          <ac:chgData name="Guest User" userId="S::urn:spo:tenantanon#aa232db2-7a78-4414-a529-33db9124cba7::" providerId="AD" clId="Web-{D6BCECDB-D6F3-9E68-50F6-F64B977CB453}" dt="2026-08-02T11:20:57.522" v="1" actId="1076"/>
          <ac:graphicFrameMkLst>
            <pc:docMk/>
            <pc:sldMk cId="2900225516" sldId="281"/>
            <ac:graphicFrameMk id="6" creationId="{E6835F0D-D0CE-F6D1-3C6D-ADE1410B5D8C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pixabay.com/en/check-correct-tick-mark-symbol-303401/" TargetMode="External"/><Relationship Id="rId1" Type="http://schemas.openxmlformats.org/officeDocument/2006/relationships/image" Target="../media/image2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pixabay.com/en/check-correct-tick-mark-symbol-303401/" TargetMode="External"/><Relationship Id="rId1" Type="http://schemas.openxmlformats.org/officeDocument/2006/relationships/image" Target="../media/image2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ABC285D-7C90-45EC-919F-95B8ED8A0C28}" type="doc">
      <dgm:prSet loTypeId="urn:microsoft.com/office/officeart/2008/layout/PictureAccent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0B67E32-E6BD-4983-9653-5C720FF5C9AC}">
      <dgm:prSet phldrT="[Text]" custT="1"/>
      <dgm:spPr/>
      <dgm:t>
        <a:bodyPr/>
        <a:lstStyle/>
        <a:p>
          <a:r>
            <a:rPr lang="en-US" sz="2000" b="1" kern="1200">
              <a:latin typeface="Arial"/>
              <a:ea typeface="+mn-ea"/>
              <a:cs typeface="+mn-cs"/>
            </a:rPr>
            <a:t>Creational</a:t>
          </a:r>
          <a:r>
            <a:rPr lang="en-US" sz="2000" b="1" kern="1200"/>
            <a:t> (5)</a:t>
          </a:r>
        </a:p>
      </dgm:t>
    </dgm:pt>
    <dgm:pt modelId="{B68382FD-FCD8-48AC-880B-F2BD8AC3B529}" type="parTrans" cxnId="{22882534-2790-41E0-92AE-8362E66D5214}">
      <dgm:prSet/>
      <dgm:spPr/>
      <dgm:t>
        <a:bodyPr/>
        <a:lstStyle/>
        <a:p>
          <a:endParaRPr lang="en-US"/>
        </a:p>
      </dgm:t>
    </dgm:pt>
    <dgm:pt modelId="{33370808-742A-410A-9059-EEB54400542E}" type="sibTrans" cxnId="{22882534-2790-41E0-92AE-8362E66D5214}">
      <dgm:prSet/>
      <dgm:spPr/>
      <dgm:t>
        <a:bodyPr/>
        <a:lstStyle/>
        <a:p>
          <a:endParaRPr lang="en-US"/>
        </a:p>
      </dgm:t>
    </dgm:pt>
    <dgm:pt modelId="{1CC591C8-C948-45EE-867F-895B7CBBB002}">
      <dgm:prSet phldrT="[Text]"/>
      <dgm:spPr/>
      <dgm:t>
        <a:bodyPr/>
        <a:lstStyle/>
        <a:p>
          <a:pPr>
            <a:buNone/>
          </a:pPr>
          <a:r>
            <a:rPr lang="en-US"/>
            <a:t>Factory</a:t>
          </a:r>
        </a:p>
      </dgm:t>
    </dgm:pt>
    <dgm:pt modelId="{7FE73F14-D9A5-4858-A7DF-D2C46AFBF238}" type="parTrans" cxnId="{A4DEB4F5-060F-416B-978E-D01D324F86C3}">
      <dgm:prSet/>
      <dgm:spPr/>
      <dgm:t>
        <a:bodyPr/>
        <a:lstStyle/>
        <a:p>
          <a:endParaRPr lang="en-US"/>
        </a:p>
      </dgm:t>
    </dgm:pt>
    <dgm:pt modelId="{EA925A09-6AA5-4185-9E26-54802AAEBCC0}" type="sibTrans" cxnId="{A4DEB4F5-060F-416B-978E-D01D324F86C3}">
      <dgm:prSet/>
      <dgm:spPr/>
      <dgm:t>
        <a:bodyPr/>
        <a:lstStyle/>
        <a:p>
          <a:endParaRPr lang="en-US"/>
        </a:p>
      </dgm:t>
    </dgm:pt>
    <dgm:pt modelId="{DDBB3C66-D5E4-4FC0-91BC-C61300BC37FA}">
      <dgm:prSet phldrT="[Text]"/>
      <dgm:spPr/>
      <dgm:t>
        <a:bodyPr/>
        <a:lstStyle/>
        <a:p>
          <a:r>
            <a:rPr lang="en-US" b="1"/>
            <a:t>Structural (7)</a:t>
          </a:r>
          <a:endParaRPr lang="en-US"/>
        </a:p>
      </dgm:t>
    </dgm:pt>
    <dgm:pt modelId="{8048B7FF-CAC6-410A-B397-445FF483B94B}" type="parTrans" cxnId="{1657EFE0-2A26-4DE8-9B3D-CAD70A5B058F}">
      <dgm:prSet/>
      <dgm:spPr/>
      <dgm:t>
        <a:bodyPr/>
        <a:lstStyle/>
        <a:p>
          <a:endParaRPr lang="en-US"/>
        </a:p>
      </dgm:t>
    </dgm:pt>
    <dgm:pt modelId="{D41F61FF-4452-4981-9F84-CF1EDCB01EE5}" type="sibTrans" cxnId="{1657EFE0-2A26-4DE8-9B3D-CAD70A5B058F}">
      <dgm:prSet/>
      <dgm:spPr/>
      <dgm:t>
        <a:bodyPr/>
        <a:lstStyle/>
        <a:p>
          <a:endParaRPr lang="en-US"/>
        </a:p>
      </dgm:t>
    </dgm:pt>
    <dgm:pt modelId="{2B657BF5-4A26-4CD9-B902-E0676D265266}">
      <dgm:prSet phldrT="[Text]"/>
      <dgm:spPr/>
      <dgm:t>
        <a:bodyPr/>
        <a:lstStyle/>
        <a:p>
          <a:pPr>
            <a:buNone/>
          </a:pPr>
          <a:r>
            <a:rPr lang="en-US"/>
            <a:t>Adapter</a:t>
          </a:r>
        </a:p>
      </dgm:t>
    </dgm:pt>
    <dgm:pt modelId="{AD2F32A6-90CE-40CD-8475-A244527A9B19}" type="parTrans" cxnId="{169A3ED5-5052-43A0-82D4-8E4B3A319F13}">
      <dgm:prSet/>
      <dgm:spPr/>
      <dgm:t>
        <a:bodyPr/>
        <a:lstStyle/>
        <a:p>
          <a:endParaRPr lang="en-US"/>
        </a:p>
      </dgm:t>
    </dgm:pt>
    <dgm:pt modelId="{DDB011C5-727F-4AA9-8D3F-4766D235E191}" type="sibTrans" cxnId="{169A3ED5-5052-43A0-82D4-8E4B3A319F13}">
      <dgm:prSet/>
      <dgm:spPr/>
      <dgm:t>
        <a:bodyPr/>
        <a:lstStyle/>
        <a:p>
          <a:endParaRPr lang="en-US"/>
        </a:p>
      </dgm:t>
    </dgm:pt>
    <dgm:pt modelId="{435E0EAF-C8D9-4EA8-BA75-E6227BC64A76}">
      <dgm:prSet phldrT="[Text]"/>
      <dgm:spPr/>
      <dgm:t>
        <a:bodyPr/>
        <a:lstStyle/>
        <a:p>
          <a:r>
            <a:rPr lang="en-US" b="1"/>
            <a:t>Behavioral (11)</a:t>
          </a:r>
          <a:endParaRPr lang="en-US"/>
        </a:p>
      </dgm:t>
    </dgm:pt>
    <dgm:pt modelId="{D12C3D16-34C0-4F23-9339-C8E1307B2628}" type="parTrans" cxnId="{8B733144-9B60-4310-A6E8-4DBA91DF05EF}">
      <dgm:prSet/>
      <dgm:spPr/>
      <dgm:t>
        <a:bodyPr/>
        <a:lstStyle/>
        <a:p>
          <a:endParaRPr lang="en-US"/>
        </a:p>
      </dgm:t>
    </dgm:pt>
    <dgm:pt modelId="{5A3E3F88-25FD-4B91-9416-5FFE41347D4C}" type="sibTrans" cxnId="{8B733144-9B60-4310-A6E8-4DBA91DF05EF}">
      <dgm:prSet/>
      <dgm:spPr/>
      <dgm:t>
        <a:bodyPr/>
        <a:lstStyle/>
        <a:p>
          <a:endParaRPr lang="en-US"/>
        </a:p>
      </dgm:t>
    </dgm:pt>
    <dgm:pt modelId="{518A4EE0-101F-44E6-991F-C21F5D23D07B}">
      <dgm:prSet phldrT="[Text]"/>
      <dgm:spPr/>
      <dgm:t>
        <a:bodyPr/>
        <a:lstStyle/>
        <a:p>
          <a:pPr>
            <a:buNone/>
          </a:pPr>
          <a:r>
            <a:rPr lang="en-US"/>
            <a:t>Chain Of Responsibility</a:t>
          </a:r>
        </a:p>
      </dgm:t>
    </dgm:pt>
    <dgm:pt modelId="{B568E182-4317-46C3-AF4D-3D1F55BAA12A}" type="parTrans" cxnId="{E12F90BE-AFA1-4A6D-BE07-03C33995C4DF}">
      <dgm:prSet/>
      <dgm:spPr/>
      <dgm:t>
        <a:bodyPr/>
        <a:lstStyle/>
        <a:p>
          <a:endParaRPr lang="en-US"/>
        </a:p>
      </dgm:t>
    </dgm:pt>
    <dgm:pt modelId="{70FD0B30-9EA2-4660-B21E-A06A2E6E4FA8}" type="sibTrans" cxnId="{E12F90BE-AFA1-4A6D-BE07-03C33995C4DF}">
      <dgm:prSet/>
      <dgm:spPr/>
      <dgm:t>
        <a:bodyPr/>
        <a:lstStyle/>
        <a:p>
          <a:endParaRPr lang="en-US"/>
        </a:p>
      </dgm:t>
    </dgm:pt>
    <dgm:pt modelId="{9FC16266-A3AA-4006-AC28-6A1678432771}">
      <dgm:prSet/>
      <dgm:spPr/>
      <dgm:t>
        <a:bodyPr/>
        <a:lstStyle/>
        <a:p>
          <a:pPr>
            <a:buNone/>
          </a:pPr>
          <a:r>
            <a:rPr lang="en-US"/>
            <a:t>Abstract Factory</a:t>
          </a:r>
        </a:p>
      </dgm:t>
    </dgm:pt>
    <dgm:pt modelId="{BE0196EE-5E3E-401E-BACB-F03B93060EC4}" type="parTrans" cxnId="{E2966B05-27BF-4A87-83D2-96954AC255DD}">
      <dgm:prSet/>
      <dgm:spPr/>
      <dgm:t>
        <a:bodyPr/>
        <a:lstStyle/>
        <a:p>
          <a:endParaRPr lang="en-US"/>
        </a:p>
      </dgm:t>
    </dgm:pt>
    <dgm:pt modelId="{001EA975-2D26-444D-AE7E-AABAB071BCDE}" type="sibTrans" cxnId="{E2966B05-27BF-4A87-83D2-96954AC255DD}">
      <dgm:prSet/>
      <dgm:spPr/>
      <dgm:t>
        <a:bodyPr/>
        <a:lstStyle/>
        <a:p>
          <a:endParaRPr lang="en-US"/>
        </a:p>
      </dgm:t>
    </dgm:pt>
    <dgm:pt modelId="{F9DF6F99-84D7-480E-8CB8-F8A20F1E0D1F}">
      <dgm:prSet/>
      <dgm:spPr/>
      <dgm:t>
        <a:bodyPr/>
        <a:lstStyle/>
        <a:p>
          <a:pPr>
            <a:buNone/>
          </a:pPr>
          <a:r>
            <a:rPr lang="en-US"/>
            <a:t>Singleton</a:t>
          </a:r>
        </a:p>
      </dgm:t>
    </dgm:pt>
    <dgm:pt modelId="{7ECA580C-D664-4A37-8F26-24C5067218E0}" type="parTrans" cxnId="{20F134B8-79FB-4B23-9BD4-9B63BE13AF7F}">
      <dgm:prSet/>
      <dgm:spPr/>
      <dgm:t>
        <a:bodyPr/>
        <a:lstStyle/>
        <a:p>
          <a:endParaRPr lang="en-US"/>
        </a:p>
      </dgm:t>
    </dgm:pt>
    <dgm:pt modelId="{6D7AEB61-BADC-4244-B351-402FCB861B47}" type="sibTrans" cxnId="{20F134B8-79FB-4B23-9BD4-9B63BE13AF7F}">
      <dgm:prSet/>
      <dgm:spPr/>
      <dgm:t>
        <a:bodyPr/>
        <a:lstStyle/>
        <a:p>
          <a:endParaRPr lang="en-US"/>
        </a:p>
      </dgm:t>
    </dgm:pt>
    <dgm:pt modelId="{DC603C3D-2F0D-4E4A-BECB-D8F7204D360E}">
      <dgm:prSet/>
      <dgm:spPr/>
      <dgm:t>
        <a:bodyPr/>
        <a:lstStyle/>
        <a:p>
          <a:pPr>
            <a:buNone/>
          </a:pPr>
          <a:r>
            <a:rPr lang="en-US"/>
            <a:t>Prototype</a:t>
          </a:r>
        </a:p>
      </dgm:t>
    </dgm:pt>
    <dgm:pt modelId="{A4A24C9D-E7A5-4F26-8673-CBE836464CE3}" type="parTrans" cxnId="{32918213-176B-48F2-8652-A011D7D5FAB5}">
      <dgm:prSet/>
      <dgm:spPr/>
      <dgm:t>
        <a:bodyPr/>
        <a:lstStyle/>
        <a:p>
          <a:endParaRPr lang="en-US"/>
        </a:p>
      </dgm:t>
    </dgm:pt>
    <dgm:pt modelId="{90C20434-8BE4-4795-B82E-AB3BDCCB4AF2}" type="sibTrans" cxnId="{32918213-176B-48F2-8652-A011D7D5FAB5}">
      <dgm:prSet/>
      <dgm:spPr/>
      <dgm:t>
        <a:bodyPr/>
        <a:lstStyle/>
        <a:p>
          <a:endParaRPr lang="en-US"/>
        </a:p>
      </dgm:t>
    </dgm:pt>
    <dgm:pt modelId="{C3605881-D93E-4CFF-B6EA-86A7364DB81C}">
      <dgm:prSet/>
      <dgm:spPr/>
      <dgm:t>
        <a:bodyPr/>
        <a:lstStyle/>
        <a:p>
          <a:pPr>
            <a:buNone/>
          </a:pPr>
          <a:r>
            <a:rPr lang="en-US"/>
            <a:t>Builder</a:t>
          </a:r>
        </a:p>
      </dgm:t>
    </dgm:pt>
    <dgm:pt modelId="{695E3AF8-0E64-43A8-8D8A-97F41BA6ACA8}" type="parTrans" cxnId="{A250B4AE-6502-4D80-8F80-C7F726E0C869}">
      <dgm:prSet/>
      <dgm:spPr/>
      <dgm:t>
        <a:bodyPr/>
        <a:lstStyle/>
        <a:p>
          <a:endParaRPr lang="en-US"/>
        </a:p>
      </dgm:t>
    </dgm:pt>
    <dgm:pt modelId="{E77B7C0D-D5EE-4956-8154-486FD6109B6F}" type="sibTrans" cxnId="{A250B4AE-6502-4D80-8F80-C7F726E0C869}">
      <dgm:prSet/>
      <dgm:spPr/>
      <dgm:t>
        <a:bodyPr/>
        <a:lstStyle/>
        <a:p>
          <a:endParaRPr lang="en-US"/>
        </a:p>
      </dgm:t>
    </dgm:pt>
    <dgm:pt modelId="{82F0C38A-EC2F-4D67-BAAD-D7B855C1D441}">
      <dgm:prSet/>
      <dgm:spPr/>
      <dgm:t>
        <a:bodyPr/>
        <a:lstStyle/>
        <a:p>
          <a:pPr>
            <a:buNone/>
          </a:pPr>
          <a:r>
            <a:rPr lang="en-US"/>
            <a:t>Bridge</a:t>
          </a:r>
        </a:p>
      </dgm:t>
    </dgm:pt>
    <dgm:pt modelId="{00F2F01F-1A72-4E07-AB55-DE41748EBCAD}" type="parTrans" cxnId="{53654585-08E8-415C-B5F4-9463E6D6E423}">
      <dgm:prSet/>
      <dgm:spPr/>
      <dgm:t>
        <a:bodyPr/>
        <a:lstStyle/>
        <a:p>
          <a:endParaRPr lang="en-US"/>
        </a:p>
      </dgm:t>
    </dgm:pt>
    <dgm:pt modelId="{22ED902E-568C-480E-97DE-B5056D89D754}" type="sibTrans" cxnId="{53654585-08E8-415C-B5F4-9463E6D6E423}">
      <dgm:prSet/>
      <dgm:spPr/>
      <dgm:t>
        <a:bodyPr/>
        <a:lstStyle/>
        <a:p>
          <a:endParaRPr lang="en-US"/>
        </a:p>
      </dgm:t>
    </dgm:pt>
    <dgm:pt modelId="{D7C1C573-0399-4C46-8690-32E6A99B632E}">
      <dgm:prSet/>
      <dgm:spPr/>
      <dgm:t>
        <a:bodyPr/>
        <a:lstStyle/>
        <a:p>
          <a:pPr>
            <a:buNone/>
          </a:pPr>
          <a:r>
            <a:rPr lang="en-US"/>
            <a:t>Composite</a:t>
          </a:r>
        </a:p>
      </dgm:t>
    </dgm:pt>
    <dgm:pt modelId="{6E530B3A-ACE0-416E-AA20-30F27882CC42}" type="parTrans" cxnId="{D401D52F-C216-49A6-9405-379948C0B45A}">
      <dgm:prSet/>
      <dgm:spPr/>
      <dgm:t>
        <a:bodyPr/>
        <a:lstStyle/>
        <a:p>
          <a:endParaRPr lang="en-US"/>
        </a:p>
      </dgm:t>
    </dgm:pt>
    <dgm:pt modelId="{E8C01554-DC97-4C53-8844-2AE1D6F51951}" type="sibTrans" cxnId="{D401D52F-C216-49A6-9405-379948C0B45A}">
      <dgm:prSet/>
      <dgm:spPr/>
      <dgm:t>
        <a:bodyPr/>
        <a:lstStyle/>
        <a:p>
          <a:endParaRPr lang="en-US"/>
        </a:p>
      </dgm:t>
    </dgm:pt>
    <dgm:pt modelId="{669F23B4-CCA2-4C27-8EEE-FC2C05F7097F}">
      <dgm:prSet/>
      <dgm:spPr/>
      <dgm:t>
        <a:bodyPr/>
        <a:lstStyle/>
        <a:p>
          <a:pPr>
            <a:buNone/>
          </a:pPr>
          <a:r>
            <a:rPr lang="en-US"/>
            <a:t>Decorator</a:t>
          </a:r>
        </a:p>
      </dgm:t>
    </dgm:pt>
    <dgm:pt modelId="{F27C7280-C792-45B5-9626-8EDE9A29266E}" type="parTrans" cxnId="{2698E440-9C8F-4E10-B56C-985CA50D7DFB}">
      <dgm:prSet/>
      <dgm:spPr/>
      <dgm:t>
        <a:bodyPr/>
        <a:lstStyle/>
        <a:p>
          <a:endParaRPr lang="en-US"/>
        </a:p>
      </dgm:t>
    </dgm:pt>
    <dgm:pt modelId="{034E4DD3-30AB-40C4-94D6-70CBB0E3CF50}" type="sibTrans" cxnId="{2698E440-9C8F-4E10-B56C-985CA50D7DFB}">
      <dgm:prSet/>
      <dgm:spPr/>
      <dgm:t>
        <a:bodyPr/>
        <a:lstStyle/>
        <a:p>
          <a:endParaRPr lang="en-US"/>
        </a:p>
      </dgm:t>
    </dgm:pt>
    <dgm:pt modelId="{39EBDA15-7A47-4D7F-A097-53C6F6520B13}">
      <dgm:prSet/>
      <dgm:spPr/>
      <dgm:t>
        <a:bodyPr/>
        <a:lstStyle/>
        <a:p>
          <a:pPr>
            <a:buNone/>
          </a:pPr>
          <a:r>
            <a:rPr lang="en-US"/>
            <a:t>Facade</a:t>
          </a:r>
        </a:p>
      </dgm:t>
    </dgm:pt>
    <dgm:pt modelId="{ED526A3E-13D2-4E98-A1EA-CD84CF223654}" type="parTrans" cxnId="{D28356E7-51DE-434D-9B0A-BE4CBF744C61}">
      <dgm:prSet/>
      <dgm:spPr/>
      <dgm:t>
        <a:bodyPr/>
        <a:lstStyle/>
        <a:p>
          <a:endParaRPr lang="en-US"/>
        </a:p>
      </dgm:t>
    </dgm:pt>
    <dgm:pt modelId="{ADBFF251-E5A0-4A50-A13D-A09C1A8F04A8}" type="sibTrans" cxnId="{D28356E7-51DE-434D-9B0A-BE4CBF744C61}">
      <dgm:prSet/>
      <dgm:spPr/>
      <dgm:t>
        <a:bodyPr/>
        <a:lstStyle/>
        <a:p>
          <a:endParaRPr lang="en-US"/>
        </a:p>
      </dgm:t>
    </dgm:pt>
    <dgm:pt modelId="{CCB4E9EE-D863-4BEF-96B5-C77840A3901D}">
      <dgm:prSet/>
      <dgm:spPr/>
      <dgm:t>
        <a:bodyPr/>
        <a:lstStyle/>
        <a:p>
          <a:pPr>
            <a:buNone/>
          </a:pPr>
          <a:r>
            <a:rPr lang="en-US"/>
            <a:t>Flyweight</a:t>
          </a:r>
        </a:p>
      </dgm:t>
    </dgm:pt>
    <dgm:pt modelId="{E81EF071-A62B-45B8-A526-9A81C705C004}" type="parTrans" cxnId="{1D0D69ED-9C69-4094-A47F-60C8E957D94E}">
      <dgm:prSet/>
      <dgm:spPr/>
      <dgm:t>
        <a:bodyPr/>
        <a:lstStyle/>
        <a:p>
          <a:endParaRPr lang="en-US"/>
        </a:p>
      </dgm:t>
    </dgm:pt>
    <dgm:pt modelId="{50C2F9F6-6754-4BF6-B967-350B36808AB7}" type="sibTrans" cxnId="{1D0D69ED-9C69-4094-A47F-60C8E957D94E}">
      <dgm:prSet/>
      <dgm:spPr/>
      <dgm:t>
        <a:bodyPr/>
        <a:lstStyle/>
        <a:p>
          <a:endParaRPr lang="en-US"/>
        </a:p>
      </dgm:t>
    </dgm:pt>
    <dgm:pt modelId="{265774D4-7499-4C9D-9005-739A780AACC3}">
      <dgm:prSet/>
      <dgm:spPr/>
      <dgm:t>
        <a:bodyPr/>
        <a:lstStyle/>
        <a:p>
          <a:pPr>
            <a:buNone/>
          </a:pPr>
          <a:r>
            <a:rPr lang="en-US"/>
            <a:t>Proxy</a:t>
          </a:r>
        </a:p>
      </dgm:t>
    </dgm:pt>
    <dgm:pt modelId="{28629E04-4ADE-41D8-B8A0-5BFD1F389EDA}" type="parTrans" cxnId="{3F96FEF8-EAF1-4DA7-9FCE-3CBFAB435ED3}">
      <dgm:prSet/>
      <dgm:spPr/>
      <dgm:t>
        <a:bodyPr/>
        <a:lstStyle/>
        <a:p>
          <a:endParaRPr lang="en-US"/>
        </a:p>
      </dgm:t>
    </dgm:pt>
    <dgm:pt modelId="{74356159-1D49-4FA0-AE20-7905C1C0D525}" type="sibTrans" cxnId="{3F96FEF8-EAF1-4DA7-9FCE-3CBFAB435ED3}">
      <dgm:prSet/>
      <dgm:spPr/>
      <dgm:t>
        <a:bodyPr/>
        <a:lstStyle/>
        <a:p>
          <a:endParaRPr lang="en-US"/>
        </a:p>
      </dgm:t>
    </dgm:pt>
    <dgm:pt modelId="{CA16B275-0732-4E58-9C3E-37EFEA069689}">
      <dgm:prSet/>
      <dgm:spPr/>
      <dgm:t>
        <a:bodyPr/>
        <a:lstStyle/>
        <a:p>
          <a:pPr>
            <a:buNone/>
          </a:pPr>
          <a:r>
            <a:rPr lang="en-US"/>
            <a:t>Command</a:t>
          </a:r>
        </a:p>
      </dgm:t>
    </dgm:pt>
    <dgm:pt modelId="{91BB24FE-87C5-4A31-A391-57EC41F3BFA6}" type="parTrans" cxnId="{497ECE6E-3D27-4DB1-B1F4-D8A32A0303AF}">
      <dgm:prSet/>
      <dgm:spPr/>
      <dgm:t>
        <a:bodyPr/>
        <a:lstStyle/>
        <a:p>
          <a:endParaRPr lang="en-US"/>
        </a:p>
      </dgm:t>
    </dgm:pt>
    <dgm:pt modelId="{2E16D0E8-C933-4ABC-B6A3-4344EB32779D}" type="sibTrans" cxnId="{497ECE6E-3D27-4DB1-B1F4-D8A32A0303AF}">
      <dgm:prSet/>
      <dgm:spPr/>
      <dgm:t>
        <a:bodyPr/>
        <a:lstStyle/>
        <a:p>
          <a:endParaRPr lang="en-US"/>
        </a:p>
      </dgm:t>
    </dgm:pt>
    <dgm:pt modelId="{6A3372AB-A568-4FFF-85D4-80965BB08930}">
      <dgm:prSet/>
      <dgm:spPr/>
      <dgm:t>
        <a:bodyPr/>
        <a:lstStyle/>
        <a:p>
          <a:pPr>
            <a:buNone/>
          </a:pPr>
          <a:r>
            <a:rPr lang="en-US"/>
            <a:t>Interpreter</a:t>
          </a:r>
        </a:p>
      </dgm:t>
    </dgm:pt>
    <dgm:pt modelId="{356DE15D-824B-4508-87F3-8EB280FFC20E}" type="parTrans" cxnId="{59774101-5E7B-4D97-9864-A549CE9EFF86}">
      <dgm:prSet/>
      <dgm:spPr/>
      <dgm:t>
        <a:bodyPr/>
        <a:lstStyle/>
        <a:p>
          <a:endParaRPr lang="en-US"/>
        </a:p>
      </dgm:t>
    </dgm:pt>
    <dgm:pt modelId="{86099820-350A-420C-9846-547691F1F63C}" type="sibTrans" cxnId="{59774101-5E7B-4D97-9864-A549CE9EFF86}">
      <dgm:prSet/>
      <dgm:spPr/>
      <dgm:t>
        <a:bodyPr/>
        <a:lstStyle/>
        <a:p>
          <a:endParaRPr lang="en-US"/>
        </a:p>
      </dgm:t>
    </dgm:pt>
    <dgm:pt modelId="{EEFF46E0-E6FA-4831-B1DC-00C8E406704C}">
      <dgm:prSet/>
      <dgm:spPr/>
      <dgm:t>
        <a:bodyPr/>
        <a:lstStyle/>
        <a:p>
          <a:pPr>
            <a:buNone/>
          </a:pPr>
          <a:r>
            <a:rPr lang="en-US"/>
            <a:t>Iterator</a:t>
          </a:r>
        </a:p>
      </dgm:t>
    </dgm:pt>
    <dgm:pt modelId="{3F890DFC-F025-464B-9D0C-83A15CAC76EA}" type="parTrans" cxnId="{C9746F6D-E43C-410D-91F8-166640A76F4A}">
      <dgm:prSet/>
      <dgm:spPr/>
      <dgm:t>
        <a:bodyPr/>
        <a:lstStyle/>
        <a:p>
          <a:endParaRPr lang="en-US"/>
        </a:p>
      </dgm:t>
    </dgm:pt>
    <dgm:pt modelId="{D1615101-46C0-4E6D-AC10-A0234D60888A}" type="sibTrans" cxnId="{C9746F6D-E43C-410D-91F8-166640A76F4A}">
      <dgm:prSet/>
      <dgm:spPr/>
      <dgm:t>
        <a:bodyPr/>
        <a:lstStyle/>
        <a:p>
          <a:endParaRPr lang="en-US"/>
        </a:p>
      </dgm:t>
    </dgm:pt>
    <dgm:pt modelId="{87A40218-308D-4A3F-A3A0-CF713ABC4BE8}">
      <dgm:prSet/>
      <dgm:spPr/>
      <dgm:t>
        <a:bodyPr/>
        <a:lstStyle/>
        <a:p>
          <a:pPr>
            <a:buNone/>
          </a:pPr>
          <a:r>
            <a:rPr lang="en-US"/>
            <a:t>Mediator</a:t>
          </a:r>
        </a:p>
      </dgm:t>
    </dgm:pt>
    <dgm:pt modelId="{C389F307-C7A2-4520-940A-00B70F6D1095}" type="parTrans" cxnId="{B575A5DD-C864-4072-93ED-A77128400134}">
      <dgm:prSet/>
      <dgm:spPr/>
      <dgm:t>
        <a:bodyPr/>
        <a:lstStyle/>
        <a:p>
          <a:endParaRPr lang="en-US"/>
        </a:p>
      </dgm:t>
    </dgm:pt>
    <dgm:pt modelId="{5FBFB786-19B1-4D40-8FF0-29103C6AE401}" type="sibTrans" cxnId="{B575A5DD-C864-4072-93ED-A77128400134}">
      <dgm:prSet/>
      <dgm:spPr/>
      <dgm:t>
        <a:bodyPr/>
        <a:lstStyle/>
        <a:p>
          <a:endParaRPr lang="en-US"/>
        </a:p>
      </dgm:t>
    </dgm:pt>
    <dgm:pt modelId="{C7F4C38C-8F7E-47EC-8029-CF9E9C4C6B48}">
      <dgm:prSet/>
      <dgm:spPr/>
      <dgm:t>
        <a:bodyPr/>
        <a:lstStyle/>
        <a:p>
          <a:pPr>
            <a:buNone/>
          </a:pPr>
          <a:r>
            <a:rPr lang="en-US"/>
            <a:t>Memento</a:t>
          </a:r>
        </a:p>
      </dgm:t>
    </dgm:pt>
    <dgm:pt modelId="{4732F3F3-A9B3-444F-AD05-409FDCD10D3C}" type="parTrans" cxnId="{31F97289-8FC4-4047-AF6C-4CB782EFD1DF}">
      <dgm:prSet/>
      <dgm:spPr/>
      <dgm:t>
        <a:bodyPr/>
        <a:lstStyle/>
        <a:p>
          <a:endParaRPr lang="en-US"/>
        </a:p>
      </dgm:t>
    </dgm:pt>
    <dgm:pt modelId="{70661CD3-5BDB-49D5-AD66-86041FCF0606}" type="sibTrans" cxnId="{31F97289-8FC4-4047-AF6C-4CB782EFD1DF}">
      <dgm:prSet/>
      <dgm:spPr/>
      <dgm:t>
        <a:bodyPr/>
        <a:lstStyle/>
        <a:p>
          <a:endParaRPr lang="en-US"/>
        </a:p>
      </dgm:t>
    </dgm:pt>
    <dgm:pt modelId="{425888E5-CB37-44AE-81D5-E3D0666F2D3D}">
      <dgm:prSet/>
      <dgm:spPr/>
      <dgm:t>
        <a:bodyPr/>
        <a:lstStyle/>
        <a:p>
          <a:pPr>
            <a:buNone/>
          </a:pPr>
          <a:r>
            <a:rPr lang="en-US"/>
            <a:t>Observer</a:t>
          </a:r>
        </a:p>
      </dgm:t>
    </dgm:pt>
    <dgm:pt modelId="{560B05E8-A453-4498-AE82-AD05F89644B0}" type="parTrans" cxnId="{A5F7A6AC-BA74-4BC6-8185-FE34C3CADFB1}">
      <dgm:prSet/>
      <dgm:spPr/>
      <dgm:t>
        <a:bodyPr/>
        <a:lstStyle/>
        <a:p>
          <a:endParaRPr lang="en-US"/>
        </a:p>
      </dgm:t>
    </dgm:pt>
    <dgm:pt modelId="{11957A35-8A8A-4AF9-9ED0-F06F0B18C14F}" type="sibTrans" cxnId="{A5F7A6AC-BA74-4BC6-8185-FE34C3CADFB1}">
      <dgm:prSet/>
      <dgm:spPr/>
      <dgm:t>
        <a:bodyPr/>
        <a:lstStyle/>
        <a:p>
          <a:endParaRPr lang="en-US"/>
        </a:p>
      </dgm:t>
    </dgm:pt>
    <dgm:pt modelId="{D6BB2AC8-D6AB-4F17-91D6-73B46B57B8AC}">
      <dgm:prSet/>
      <dgm:spPr/>
      <dgm:t>
        <a:bodyPr/>
        <a:lstStyle/>
        <a:p>
          <a:pPr>
            <a:buNone/>
          </a:pPr>
          <a:r>
            <a:rPr lang="en-US"/>
            <a:t>State</a:t>
          </a:r>
        </a:p>
      </dgm:t>
    </dgm:pt>
    <dgm:pt modelId="{04B26705-C14D-49E3-A5D9-C550576B93A1}" type="parTrans" cxnId="{8E1F73BF-EE1B-46B8-83C7-0CAFB9920F5B}">
      <dgm:prSet/>
      <dgm:spPr/>
      <dgm:t>
        <a:bodyPr/>
        <a:lstStyle/>
        <a:p>
          <a:endParaRPr lang="en-US"/>
        </a:p>
      </dgm:t>
    </dgm:pt>
    <dgm:pt modelId="{C3B4E574-3DC8-4243-B277-4829317EC681}" type="sibTrans" cxnId="{8E1F73BF-EE1B-46B8-83C7-0CAFB9920F5B}">
      <dgm:prSet/>
      <dgm:spPr/>
      <dgm:t>
        <a:bodyPr/>
        <a:lstStyle/>
        <a:p>
          <a:endParaRPr lang="en-US"/>
        </a:p>
      </dgm:t>
    </dgm:pt>
    <dgm:pt modelId="{611D6A56-F7BF-46EA-9C40-B4E208E6A98B}">
      <dgm:prSet/>
      <dgm:spPr/>
      <dgm:t>
        <a:bodyPr/>
        <a:lstStyle/>
        <a:p>
          <a:pPr>
            <a:buNone/>
          </a:pPr>
          <a:r>
            <a:rPr lang="en-US"/>
            <a:t>Strategy</a:t>
          </a:r>
        </a:p>
      </dgm:t>
    </dgm:pt>
    <dgm:pt modelId="{CDA2FA00-B958-4F3C-97A4-BC059C6C675B}" type="parTrans" cxnId="{654A4F5C-520E-4F9D-B1A7-CCB6D7936D2C}">
      <dgm:prSet/>
      <dgm:spPr/>
      <dgm:t>
        <a:bodyPr/>
        <a:lstStyle/>
        <a:p>
          <a:endParaRPr lang="en-US"/>
        </a:p>
      </dgm:t>
    </dgm:pt>
    <dgm:pt modelId="{D45904F2-DE9A-432F-BAC6-A95CA1ED484F}" type="sibTrans" cxnId="{654A4F5C-520E-4F9D-B1A7-CCB6D7936D2C}">
      <dgm:prSet/>
      <dgm:spPr/>
      <dgm:t>
        <a:bodyPr/>
        <a:lstStyle/>
        <a:p>
          <a:endParaRPr lang="en-US"/>
        </a:p>
      </dgm:t>
    </dgm:pt>
    <dgm:pt modelId="{7E60FE7A-2ABB-4727-86E0-109DD24C069B}">
      <dgm:prSet/>
      <dgm:spPr/>
      <dgm:t>
        <a:bodyPr/>
        <a:lstStyle/>
        <a:p>
          <a:pPr>
            <a:buNone/>
          </a:pPr>
          <a:r>
            <a:rPr lang="en-US"/>
            <a:t>Template</a:t>
          </a:r>
        </a:p>
      </dgm:t>
    </dgm:pt>
    <dgm:pt modelId="{7A46F42A-C22E-4D69-A7B3-3F82FE37F394}" type="parTrans" cxnId="{A4A76D08-11ED-4414-A812-A9D026C55198}">
      <dgm:prSet/>
      <dgm:spPr/>
      <dgm:t>
        <a:bodyPr/>
        <a:lstStyle/>
        <a:p>
          <a:endParaRPr lang="en-US"/>
        </a:p>
      </dgm:t>
    </dgm:pt>
    <dgm:pt modelId="{5A698701-715E-4727-AA86-47F5F27EB7BC}" type="sibTrans" cxnId="{A4A76D08-11ED-4414-A812-A9D026C55198}">
      <dgm:prSet/>
      <dgm:spPr/>
      <dgm:t>
        <a:bodyPr/>
        <a:lstStyle/>
        <a:p>
          <a:endParaRPr lang="en-US"/>
        </a:p>
      </dgm:t>
    </dgm:pt>
    <dgm:pt modelId="{2DEE88D0-B3C5-4AA4-B1BA-92A00E82C15C}">
      <dgm:prSet/>
      <dgm:spPr/>
      <dgm:t>
        <a:bodyPr/>
        <a:lstStyle/>
        <a:p>
          <a:r>
            <a:rPr lang="en-US"/>
            <a:t>Visitor</a:t>
          </a:r>
        </a:p>
      </dgm:t>
    </dgm:pt>
    <dgm:pt modelId="{192EDCD3-686E-4C24-8936-D0EA7444B4B8}" type="parTrans" cxnId="{273FA72A-EAC2-47BC-8B0A-837CF77B6FFD}">
      <dgm:prSet/>
      <dgm:spPr/>
      <dgm:t>
        <a:bodyPr/>
        <a:lstStyle/>
        <a:p>
          <a:endParaRPr lang="en-US"/>
        </a:p>
      </dgm:t>
    </dgm:pt>
    <dgm:pt modelId="{C3DF1EE8-EB94-416A-93E9-603933324492}" type="sibTrans" cxnId="{273FA72A-EAC2-47BC-8B0A-837CF77B6FFD}">
      <dgm:prSet/>
      <dgm:spPr/>
      <dgm:t>
        <a:bodyPr/>
        <a:lstStyle/>
        <a:p>
          <a:endParaRPr lang="en-US"/>
        </a:p>
      </dgm:t>
    </dgm:pt>
    <dgm:pt modelId="{2FE9878E-8CAD-4AB7-89C5-CAE9529326B4}" type="pres">
      <dgm:prSet presAssocID="{3ABC285D-7C90-45EC-919F-95B8ED8A0C28}" presName="layout" presStyleCnt="0">
        <dgm:presLayoutVars>
          <dgm:chMax/>
          <dgm:chPref/>
          <dgm:dir/>
          <dgm:animOne val="branch"/>
          <dgm:animLvl val="lvl"/>
          <dgm:resizeHandles/>
        </dgm:presLayoutVars>
      </dgm:prSet>
      <dgm:spPr/>
    </dgm:pt>
    <dgm:pt modelId="{E8055A6C-2FF6-4CC7-9E1B-174EA89B1612}" type="pres">
      <dgm:prSet presAssocID="{00B67E32-E6BD-4983-9653-5C720FF5C9AC}" presName="root" presStyleCnt="0">
        <dgm:presLayoutVars>
          <dgm:chMax/>
          <dgm:chPref val="4"/>
        </dgm:presLayoutVars>
      </dgm:prSet>
      <dgm:spPr/>
    </dgm:pt>
    <dgm:pt modelId="{B7EA0A2C-AB4D-4E0F-8729-15FA33E7412C}" type="pres">
      <dgm:prSet presAssocID="{00B67E32-E6BD-4983-9653-5C720FF5C9AC}" presName="rootComposite" presStyleCnt="0">
        <dgm:presLayoutVars/>
      </dgm:prSet>
      <dgm:spPr/>
    </dgm:pt>
    <dgm:pt modelId="{7F9C100C-E150-4380-AA70-7990A8A1A21F}" type="pres">
      <dgm:prSet presAssocID="{00B67E32-E6BD-4983-9653-5C720FF5C9AC}" presName="rootText" presStyleLbl="node0" presStyleIdx="0" presStyleCnt="3" custLinFactNeighborX="2059" custLinFactNeighborY="-281">
        <dgm:presLayoutVars>
          <dgm:chMax/>
          <dgm:chPref val="4"/>
        </dgm:presLayoutVars>
      </dgm:prSet>
      <dgm:spPr/>
    </dgm:pt>
    <dgm:pt modelId="{B5E2BECF-3B49-4C1C-B3FE-1DD08699B424}" type="pres">
      <dgm:prSet presAssocID="{00B67E32-E6BD-4983-9653-5C720FF5C9AC}" presName="childShape" presStyleCnt="0">
        <dgm:presLayoutVars>
          <dgm:chMax val="0"/>
          <dgm:chPref val="0"/>
        </dgm:presLayoutVars>
      </dgm:prSet>
      <dgm:spPr/>
    </dgm:pt>
    <dgm:pt modelId="{B6C637CA-AFB6-4412-B11F-8ADB246BF8C6}" type="pres">
      <dgm:prSet presAssocID="{1CC591C8-C948-45EE-867F-895B7CBBB002}" presName="childComposite" presStyleCnt="0">
        <dgm:presLayoutVars>
          <dgm:chMax val="0"/>
          <dgm:chPref val="0"/>
        </dgm:presLayoutVars>
      </dgm:prSet>
      <dgm:spPr/>
    </dgm:pt>
    <dgm:pt modelId="{2345C84C-55F9-4323-BCFB-15982D922E90}" type="pres">
      <dgm:prSet presAssocID="{1CC591C8-C948-45EE-867F-895B7CBBB002}" presName="Image" presStyleLbl="node1" presStyleIdx="0" presStyleCnt="23"/>
      <dgm:spPr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</dgm:spPr>
    </dgm:pt>
    <dgm:pt modelId="{D01F2E92-ECAF-4744-B20C-3B1B8FB0B0E2}" type="pres">
      <dgm:prSet presAssocID="{1CC591C8-C948-45EE-867F-895B7CBBB002}" presName="childText" presStyleLbl="lnNode1" presStyleIdx="0" presStyleCnt="23">
        <dgm:presLayoutVars>
          <dgm:chMax val="0"/>
          <dgm:chPref val="0"/>
          <dgm:bulletEnabled val="1"/>
        </dgm:presLayoutVars>
      </dgm:prSet>
      <dgm:spPr/>
    </dgm:pt>
    <dgm:pt modelId="{165F3019-0E77-4304-B5F4-BD6197DFC814}" type="pres">
      <dgm:prSet presAssocID="{9FC16266-A3AA-4006-AC28-6A1678432771}" presName="childComposite" presStyleCnt="0">
        <dgm:presLayoutVars>
          <dgm:chMax val="0"/>
          <dgm:chPref val="0"/>
        </dgm:presLayoutVars>
      </dgm:prSet>
      <dgm:spPr/>
    </dgm:pt>
    <dgm:pt modelId="{D0D168E3-1E55-4E4B-8795-EEF0CD8A1856}" type="pres">
      <dgm:prSet presAssocID="{9FC16266-A3AA-4006-AC28-6A1678432771}" presName="Image" presStyleLbl="node1" presStyleIdx="1" presStyleCnt="23"/>
      <dgm:spPr/>
    </dgm:pt>
    <dgm:pt modelId="{3A722E23-6447-4473-B5C0-58683C5C0AF1}" type="pres">
      <dgm:prSet presAssocID="{9FC16266-A3AA-4006-AC28-6A1678432771}" presName="childText" presStyleLbl="lnNode1" presStyleIdx="1" presStyleCnt="23">
        <dgm:presLayoutVars>
          <dgm:chMax val="0"/>
          <dgm:chPref val="0"/>
          <dgm:bulletEnabled val="1"/>
        </dgm:presLayoutVars>
      </dgm:prSet>
      <dgm:spPr/>
    </dgm:pt>
    <dgm:pt modelId="{5A2E885C-2611-4E85-B7FD-69F48E74D5FD}" type="pres">
      <dgm:prSet presAssocID="{F9DF6F99-84D7-480E-8CB8-F8A20F1E0D1F}" presName="childComposite" presStyleCnt="0">
        <dgm:presLayoutVars>
          <dgm:chMax val="0"/>
          <dgm:chPref val="0"/>
        </dgm:presLayoutVars>
      </dgm:prSet>
      <dgm:spPr/>
    </dgm:pt>
    <dgm:pt modelId="{F46AB5A2-873D-4B13-B13A-496FE8CDCDCD}" type="pres">
      <dgm:prSet presAssocID="{F9DF6F99-84D7-480E-8CB8-F8A20F1E0D1F}" presName="Image" presStyleLbl="node1" presStyleIdx="2" presStyleCnt="23"/>
      <dgm:spPr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</dgm:spPr>
    </dgm:pt>
    <dgm:pt modelId="{03DB289B-ED83-47B2-AE0B-9D0FA9B3FB77}" type="pres">
      <dgm:prSet presAssocID="{F9DF6F99-84D7-480E-8CB8-F8A20F1E0D1F}" presName="childText" presStyleLbl="lnNode1" presStyleIdx="2" presStyleCnt="23">
        <dgm:presLayoutVars>
          <dgm:chMax val="0"/>
          <dgm:chPref val="0"/>
          <dgm:bulletEnabled val="1"/>
        </dgm:presLayoutVars>
      </dgm:prSet>
      <dgm:spPr/>
    </dgm:pt>
    <dgm:pt modelId="{D2D8DBFF-0F88-4B51-9B7F-D506BB1E600C}" type="pres">
      <dgm:prSet presAssocID="{DC603C3D-2F0D-4E4A-BECB-D8F7204D360E}" presName="childComposite" presStyleCnt="0">
        <dgm:presLayoutVars>
          <dgm:chMax val="0"/>
          <dgm:chPref val="0"/>
        </dgm:presLayoutVars>
      </dgm:prSet>
      <dgm:spPr/>
    </dgm:pt>
    <dgm:pt modelId="{BF4D439D-DD97-4AF3-81AF-A3C89FA119D4}" type="pres">
      <dgm:prSet presAssocID="{DC603C3D-2F0D-4E4A-BECB-D8F7204D360E}" presName="Image" presStyleLbl="node1" presStyleIdx="3" presStyleCnt="23"/>
      <dgm:spPr/>
    </dgm:pt>
    <dgm:pt modelId="{A6AB8507-F1ED-4615-8612-83685BBED448}" type="pres">
      <dgm:prSet presAssocID="{DC603C3D-2F0D-4E4A-BECB-D8F7204D360E}" presName="childText" presStyleLbl="lnNode1" presStyleIdx="3" presStyleCnt="23">
        <dgm:presLayoutVars>
          <dgm:chMax val="0"/>
          <dgm:chPref val="0"/>
          <dgm:bulletEnabled val="1"/>
        </dgm:presLayoutVars>
      </dgm:prSet>
      <dgm:spPr/>
    </dgm:pt>
    <dgm:pt modelId="{EB980DFE-903C-4E00-9F2B-A66162A7A334}" type="pres">
      <dgm:prSet presAssocID="{C3605881-D93E-4CFF-B6EA-86A7364DB81C}" presName="childComposite" presStyleCnt="0">
        <dgm:presLayoutVars>
          <dgm:chMax val="0"/>
          <dgm:chPref val="0"/>
        </dgm:presLayoutVars>
      </dgm:prSet>
      <dgm:spPr/>
    </dgm:pt>
    <dgm:pt modelId="{E050190B-98CC-46A6-BF44-5A0777207822}" type="pres">
      <dgm:prSet presAssocID="{C3605881-D93E-4CFF-B6EA-86A7364DB81C}" presName="Image" presStyleLbl="node1" presStyleIdx="4" presStyleCnt="23"/>
      <dgm:spPr/>
    </dgm:pt>
    <dgm:pt modelId="{8F9F6772-553F-4464-971E-4D6EC3811E40}" type="pres">
      <dgm:prSet presAssocID="{C3605881-D93E-4CFF-B6EA-86A7364DB81C}" presName="childText" presStyleLbl="lnNode1" presStyleIdx="4" presStyleCnt="23">
        <dgm:presLayoutVars>
          <dgm:chMax val="0"/>
          <dgm:chPref val="0"/>
          <dgm:bulletEnabled val="1"/>
        </dgm:presLayoutVars>
      </dgm:prSet>
      <dgm:spPr/>
    </dgm:pt>
    <dgm:pt modelId="{DE0C2747-4C6D-4726-94D5-277EBEAEE0BA}" type="pres">
      <dgm:prSet presAssocID="{DDBB3C66-D5E4-4FC0-91BC-C61300BC37FA}" presName="root" presStyleCnt="0">
        <dgm:presLayoutVars>
          <dgm:chMax/>
          <dgm:chPref val="4"/>
        </dgm:presLayoutVars>
      </dgm:prSet>
      <dgm:spPr/>
    </dgm:pt>
    <dgm:pt modelId="{3139C078-D01C-4E38-9829-DAF6FBC7B06B}" type="pres">
      <dgm:prSet presAssocID="{DDBB3C66-D5E4-4FC0-91BC-C61300BC37FA}" presName="rootComposite" presStyleCnt="0">
        <dgm:presLayoutVars/>
      </dgm:prSet>
      <dgm:spPr/>
    </dgm:pt>
    <dgm:pt modelId="{A724DE05-5801-48B6-B620-AD479B725240}" type="pres">
      <dgm:prSet presAssocID="{DDBB3C66-D5E4-4FC0-91BC-C61300BC37FA}" presName="rootText" presStyleLbl="node0" presStyleIdx="1" presStyleCnt="3">
        <dgm:presLayoutVars>
          <dgm:chMax/>
          <dgm:chPref val="4"/>
        </dgm:presLayoutVars>
      </dgm:prSet>
      <dgm:spPr/>
    </dgm:pt>
    <dgm:pt modelId="{5711A8AF-7FEE-45AC-BC7F-423D9F2B05E2}" type="pres">
      <dgm:prSet presAssocID="{DDBB3C66-D5E4-4FC0-91BC-C61300BC37FA}" presName="childShape" presStyleCnt="0">
        <dgm:presLayoutVars>
          <dgm:chMax val="0"/>
          <dgm:chPref val="0"/>
        </dgm:presLayoutVars>
      </dgm:prSet>
      <dgm:spPr/>
    </dgm:pt>
    <dgm:pt modelId="{F6299DF4-01F2-45FB-830B-843E2DB91664}" type="pres">
      <dgm:prSet presAssocID="{2B657BF5-4A26-4CD9-B902-E0676D265266}" presName="childComposite" presStyleCnt="0">
        <dgm:presLayoutVars>
          <dgm:chMax val="0"/>
          <dgm:chPref val="0"/>
        </dgm:presLayoutVars>
      </dgm:prSet>
      <dgm:spPr/>
    </dgm:pt>
    <dgm:pt modelId="{497DCF19-8D53-422B-922F-049BEE4D63EB}" type="pres">
      <dgm:prSet presAssocID="{2B657BF5-4A26-4CD9-B902-E0676D265266}" presName="Image" presStyleLbl="node1" presStyleIdx="5" presStyleCnt="23"/>
      <dgm:spPr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</dgm:spPr>
    </dgm:pt>
    <dgm:pt modelId="{03F550E2-AF53-4F0D-97D6-0CB4FB98BD14}" type="pres">
      <dgm:prSet presAssocID="{2B657BF5-4A26-4CD9-B902-E0676D265266}" presName="childText" presStyleLbl="lnNode1" presStyleIdx="5" presStyleCnt="23">
        <dgm:presLayoutVars>
          <dgm:chMax val="0"/>
          <dgm:chPref val="0"/>
          <dgm:bulletEnabled val="1"/>
        </dgm:presLayoutVars>
      </dgm:prSet>
      <dgm:spPr/>
    </dgm:pt>
    <dgm:pt modelId="{849CB70B-3AEA-4887-B796-7846A06D2D46}" type="pres">
      <dgm:prSet presAssocID="{82F0C38A-EC2F-4D67-BAAD-D7B855C1D441}" presName="childComposite" presStyleCnt="0">
        <dgm:presLayoutVars>
          <dgm:chMax val="0"/>
          <dgm:chPref val="0"/>
        </dgm:presLayoutVars>
      </dgm:prSet>
      <dgm:spPr/>
    </dgm:pt>
    <dgm:pt modelId="{A913864A-4C21-4370-8497-A818BD170A8C}" type="pres">
      <dgm:prSet presAssocID="{82F0C38A-EC2F-4D67-BAAD-D7B855C1D441}" presName="Image" presStyleLbl="node1" presStyleIdx="6" presStyleCnt="23"/>
      <dgm:spPr/>
    </dgm:pt>
    <dgm:pt modelId="{C93C715B-3942-405E-9B40-48EE24955C90}" type="pres">
      <dgm:prSet presAssocID="{82F0C38A-EC2F-4D67-BAAD-D7B855C1D441}" presName="childText" presStyleLbl="lnNode1" presStyleIdx="6" presStyleCnt="23">
        <dgm:presLayoutVars>
          <dgm:chMax val="0"/>
          <dgm:chPref val="0"/>
          <dgm:bulletEnabled val="1"/>
        </dgm:presLayoutVars>
      </dgm:prSet>
      <dgm:spPr/>
    </dgm:pt>
    <dgm:pt modelId="{A907EC29-A9BF-4C5E-AC10-E5175552A615}" type="pres">
      <dgm:prSet presAssocID="{D7C1C573-0399-4C46-8690-32E6A99B632E}" presName="childComposite" presStyleCnt="0">
        <dgm:presLayoutVars>
          <dgm:chMax val="0"/>
          <dgm:chPref val="0"/>
        </dgm:presLayoutVars>
      </dgm:prSet>
      <dgm:spPr/>
    </dgm:pt>
    <dgm:pt modelId="{5FBD51F4-9665-4409-BB24-104F93CC76F4}" type="pres">
      <dgm:prSet presAssocID="{D7C1C573-0399-4C46-8690-32E6A99B632E}" presName="Image" presStyleLbl="node1" presStyleIdx="7" presStyleCnt="23"/>
      <dgm:spPr/>
    </dgm:pt>
    <dgm:pt modelId="{A130DA05-85B9-4111-AE25-F10BEDD17D53}" type="pres">
      <dgm:prSet presAssocID="{D7C1C573-0399-4C46-8690-32E6A99B632E}" presName="childText" presStyleLbl="lnNode1" presStyleIdx="7" presStyleCnt="23">
        <dgm:presLayoutVars>
          <dgm:chMax val="0"/>
          <dgm:chPref val="0"/>
          <dgm:bulletEnabled val="1"/>
        </dgm:presLayoutVars>
      </dgm:prSet>
      <dgm:spPr/>
    </dgm:pt>
    <dgm:pt modelId="{96789FD7-2A79-4D2F-849A-973A80B346E1}" type="pres">
      <dgm:prSet presAssocID="{669F23B4-CCA2-4C27-8EEE-FC2C05F7097F}" presName="childComposite" presStyleCnt="0">
        <dgm:presLayoutVars>
          <dgm:chMax val="0"/>
          <dgm:chPref val="0"/>
        </dgm:presLayoutVars>
      </dgm:prSet>
      <dgm:spPr/>
    </dgm:pt>
    <dgm:pt modelId="{CFAB9D68-0FFD-4703-8B03-C95501F159AE}" type="pres">
      <dgm:prSet presAssocID="{669F23B4-CCA2-4C27-8EEE-FC2C05F7097F}" presName="Image" presStyleLbl="node1" presStyleIdx="8" presStyleCnt="23"/>
      <dgm:spPr/>
    </dgm:pt>
    <dgm:pt modelId="{4CC93FDD-C574-4EE8-B98A-6203A9F1C55C}" type="pres">
      <dgm:prSet presAssocID="{669F23B4-CCA2-4C27-8EEE-FC2C05F7097F}" presName="childText" presStyleLbl="lnNode1" presStyleIdx="8" presStyleCnt="23">
        <dgm:presLayoutVars>
          <dgm:chMax val="0"/>
          <dgm:chPref val="0"/>
          <dgm:bulletEnabled val="1"/>
        </dgm:presLayoutVars>
      </dgm:prSet>
      <dgm:spPr/>
    </dgm:pt>
    <dgm:pt modelId="{EF521CCC-450A-4AB4-8FEC-1C738C732350}" type="pres">
      <dgm:prSet presAssocID="{39EBDA15-7A47-4D7F-A097-53C6F6520B13}" presName="childComposite" presStyleCnt="0">
        <dgm:presLayoutVars>
          <dgm:chMax val="0"/>
          <dgm:chPref val="0"/>
        </dgm:presLayoutVars>
      </dgm:prSet>
      <dgm:spPr/>
    </dgm:pt>
    <dgm:pt modelId="{50A16B23-398D-42A3-A812-C0B022B6E6FF}" type="pres">
      <dgm:prSet presAssocID="{39EBDA15-7A47-4D7F-A097-53C6F6520B13}" presName="Image" presStyleLbl="node1" presStyleIdx="9" presStyleCnt="23"/>
      <dgm:spPr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</dgm:spPr>
    </dgm:pt>
    <dgm:pt modelId="{CE4BC17D-3F94-4113-A212-9BF8D6AA416C}" type="pres">
      <dgm:prSet presAssocID="{39EBDA15-7A47-4D7F-A097-53C6F6520B13}" presName="childText" presStyleLbl="lnNode1" presStyleIdx="9" presStyleCnt="23">
        <dgm:presLayoutVars>
          <dgm:chMax val="0"/>
          <dgm:chPref val="0"/>
          <dgm:bulletEnabled val="1"/>
        </dgm:presLayoutVars>
      </dgm:prSet>
      <dgm:spPr/>
    </dgm:pt>
    <dgm:pt modelId="{3BF34300-69B6-400C-A248-AECE1F7BB955}" type="pres">
      <dgm:prSet presAssocID="{CCB4E9EE-D863-4BEF-96B5-C77840A3901D}" presName="childComposite" presStyleCnt="0">
        <dgm:presLayoutVars>
          <dgm:chMax val="0"/>
          <dgm:chPref val="0"/>
        </dgm:presLayoutVars>
      </dgm:prSet>
      <dgm:spPr/>
    </dgm:pt>
    <dgm:pt modelId="{FFC86059-D624-40FC-9764-7169490CE198}" type="pres">
      <dgm:prSet presAssocID="{CCB4E9EE-D863-4BEF-96B5-C77840A3901D}" presName="Image" presStyleLbl="node1" presStyleIdx="10" presStyleCnt="23"/>
      <dgm:spPr/>
    </dgm:pt>
    <dgm:pt modelId="{D355510D-29A6-4A95-A7C6-259A149A787E}" type="pres">
      <dgm:prSet presAssocID="{CCB4E9EE-D863-4BEF-96B5-C77840A3901D}" presName="childText" presStyleLbl="lnNode1" presStyleIdx="10" presStyleCnt="23">
        <dgm:presLayoutVars>
          <dgm:chMax val="0"/>
          <dgm:chPref val="0"/>
          <dgm:bulletEnabled val="1"/>
        </dgm:presLayoutVars>
      </dgm:prSet>
      <dgm:spPr/>
    </dgm:pt>
    <dgm:pt modelId="{96341ECF-DE80-47AD-9DE4-56084ED700E2}" type="pres">
      <dgm:prSet presAssocID="{265774D4-7499-4C9D-9005-739A780AACC3}" presName="childComposite" presStyleCnt="0">
        <dgm:presLayoutVars>
          <dgm:chMax val="0"/>
          <dgm:chPref val="0"/>
        </dgm:presLayoutVars>
      </dgm:prSet>
      <dgm:spPr/>
    </dgm:pt>
    <dgm:pt modelId="{D504AA15-27E5-41D8-8629-A6ECB151CDB0}" type="pres">
      <dgm:prSet presAssocID="{265774D4-7499-4C9D-9005-739A780AACC3}" presName="Image" presStyleLbl="node1" presStyleIdx="11" presStyleCnt="23"/>
      <dgm:spPr>
        <a:blipFill>
          <a:blip xmlns:r="http://schemas.openxmlformats.org/officeDocument/2006/relationships" r:embed="rId3"/>
          <a:srcRect/>
          <a:stretch>
            <a:fillRect l="-5000" r="-5000"/>
          </a:stretch>
        </a:blipFill>
      </dgm:spPr>
    </dgm:pt>
    <dgm:pt modelId="{90042E1F-45D6-4DE1-BD0B-45E38C20E5C9}" type="pres">
      <dgm:prSet presAssocID="{265774D4-7499-4C9D-9005-739A780AACC3}" presName="childText" presStyleLbl="lnNode1" presStyleIdx="11" presStyleCnt="23">
        <dgm:presLayoutVars>
          <dgm:chMax val="0"/>
          <dgm:chPref val="0"/>
          <dgm:bulletEnabled val="1"/>
        </dgm:presLayoutVars>
      </dgm:prSet>
      <dgm:spPr/>
    </dgm:pt>
    <dgm:pt modelId="{5AF9AABC-D353-48D7-9E45-08643319AD10}" type="pres">
      <dgm:prSet presAssocID="{435E0EAF-C8D9-4EA8-BA75-E6227BC64A76}" presName="root" presStyleCnt="0">
        <dgm:presLayoutVars>
          <dgm:chMax/>
          <dgm:chPref val="4"/>
        </dgm:presLayoutVars>
      </dgm:prSet>
      <dgm:spPr/>
    </dgm:pt>
    <dgm:pt modelId="{FC8FD02C-327F-447B-97E9-E7115835C1C5}" type="pres">
      <dgm:prSet presAssocID="{435E0EAF-C8D9-4EA8-BA75-E6227BC64A76}" presName="rootComposite" presStyleCnt="0">
        <dgm:presLayoutVars/>
      </dgm:prSet>
      <dgm:spPr/>
    </dgm:pt>
    <dgm:pt modelId="{4D3154D6-B60F-4022-9AFC-B9D0CC58C21F}" type="pres">
      <dgm:prSet presAssocID="{435E0EAF-C8D9-4EA8-BA75-E6227BC64A76}" presName="rootText" presStyleLbl="node0" presStyleIdx="2" presStyleCnt="3">
        <dgm:presLayoutVars>
          <dgm:chMax/>
          <dgm:chPref val="4"/>
        </dgm:presLayoutVars>
      </dgm:prSet>
      <dgm:spPr/>
    </dgm:pt>
    <dgm:pt modelId="{122E4907-328A-460C-8691-1E043BEA7461}" type="pres">
      <dgm:prSet presAssocID="{435E0EAF-C8D9-4EA8-BA75-E6227BC64A76}" presName="childShape" presStyleCnt="0">
        <dgm:presLayoutVars>
          <dgm:chMax val="0"/>
          <dgm:chPref val="0"/>
        </dgm:presLayoutVars>
      </dgm:prSet>
      <dgm:spPr/>
    </dgm:pt>
    <dgm:pt modelId="{DD2D93A5-F865-4BB8-A4FB-DD55A81B67D7}" type="pres">
      <dgm:prSet presAssocID="{518A4EE0-101F-44E6-991F-C21F5D23D07B}" presName="childComposite" presStyleCnt="0">
        <dgm:presLayoutVars>
          <dgm:chMax val="0"/>
          <dgm:chPref val="0"/>
        </dgm:presLayoutVars>
      </dgm:prSet>
      <dgm:spPr/>
    </dgm:pt>
    <dgm:pt modelId="{B9B055B9-C3CD-48B7-B982-D475ACFCD0E7}" type="pres">
      <dgm:prSet presAssocID="{518A4EE0-101F-44E6-991F-C21F5D23D07B}" presName="Image" presStyleLbl="node1" presStyleIdx="12" presStyleCnt="23"/>
      <dgm:spPr/>
    </dgm:pt>
    <dgm:pt modelId="{70DF5B22-9739-4875-8F2A-14FA0D289BE9}" type="pres">
      <dgm:prSet presAssocID="{518A4EE0-101F-44E6-991F-C21F5D23D07B}" presName="childText" presStyleLbl="lnNode1" presStyleIdx="12" presStyleCnt="23">
        <dgm:presLayoutVars>
          <dgm:chMax val="0"/>
          <dgm:chPref val="0"/>
          <dgm:bulletEnabled val="1"/>
        </dgm:presLayoutVars>
      </dgm:prSet>
      <dgm:spPr/>
    </dgm:pt>
    <dgm:pt modelId="{342E0E7B-0EBB-4CBF-9565-45BC6CB0BA48}" type="pres">
      <dgm:prSet presAssocID="{CA16B275-0732-4E58-9C3E-37EFEA069689}" presName="childComposite" presStyleCnt="0">
        <dgm:presLayoutVars>
          <dgm:chMax val="0"/>
          <dgm:chPref val="0"/>
        </dgm:presLayoutVars>
      </dgm:prSet>
      <dgm:spPr/>
    </dgm:pt>
    <dgm:pt modelId="{5D5442EE-7BC0-45BF-BF5D-9AE81721EA0F}" type="pres">
      <dgm:prSet presAssocID="{CA16B275-0732-4E58-9C3E-37EFEA069689}" presName="Image" presStyleLbl="node1" presStyleIdx="13" presStyleCnt="23"/>
      <dgm:spPr/>
    </dgm:pt>
    <dgm:pt modelId="{FA6FB898-050E-4138-B88D-B75B5CEB2255}" type="pres">
      <dgm:prSet presAssocID="{CA16B275-0732-4E58-9C3E-37EFEA069689}" presName="childText" presStyleLbl="lnNode1" presStyleIdx="13" presStyleCnt="23">
        <dgm:presLayoutVars>
          <dgm:chMax val="0"/>
          <dgm:chPref val="0"/>
          <dgm:bulletEnabled val="1"/>
        </dgm:presLayoutVars>
      </dgm:prSet>
      <dgm:spPr/>
    </dgm:pt>
    <dgm:pt modelId="{CDDFDCEA-EA74-40B7-9868-D8EAB8D60DD7}" type="pres">
      <dgm:prSet presAssocID="{6A3372AB-A568-4FFF-85D4-80965BB08930}" presName="childComposite" presStyleCnt="0">
        <dgm:presLayoutVars>
          <dgm:chMax val="0"/>
          <dgm:chPref val="0"/>
        </dgm:presLayoutVars>
      </dgm:prSet>
      <dgm:spPr/>
    </dgm:pt>
    <dgm:pt modelId="{88D5AF92-C238-42D8-8770-67DBBF923132}" type="pres">
      <dgm:prSet presAssocID="{6A3372AB-A568-4FFF-85D4-80965BB08930}" presName="Image" presStyleLbl="node1" presStyleIdx="14" presStyleCnt="23"/>
      <dgm:spPr/>
    </dgm:pt>
    <dgm:pt modelId="{1AF425D0-DE52-4B8D-AC4F-9BE04CC87064}" type="pres">
      <dgm:prSet presAssocID="{6A3372AB-A568-4FFF-85D4-80965BB08930}" presName="childText" presStyleLbl="lnNode1" presStyleIdx="14" presStyleCnt="23">
        <dgm:presLayoutVars>
          <dgm:chMax val="0"/>
          <dgm:chPref val="0"/>
          <dgm:bulletEnabled val="1"/>
        </dgm:presLayoutVars>
      </dgm:prSet>
      <dgm:spPr/>
    </dgm:pt>
    <dgm:pt modelId="{D5A2801D-5768-4E7A-BB04-96225913265D}" type="pres">
      <dgm:prSet presAssocID="{EEFF46E0-E6FA-4831-B1DC-00C8E406704C}" presName="childComposite" presStyleCnt="0">
        <dgm:presLayoutVars>
          <dgm:chMax val="0"/>
          <dgm:chPref val="0"/>
        </dgm:presLayoutVars>
      </dgm:prSet>
      <dgm:spPr/>
    </dgm:pt>
    <dgm:pt modelId="{9C39108E-435B-4162-8581-48791C073AA9}" type="pres">
      <dgm:prSet presAssocID="{EEFF46E0-E6FA-4831-B1DC-00C8E406704C}" presName="Image" presStyleLbl="node1" presStyleIdx="15" presStyleCnt="23"/>
      <dgm:spPr/>
    </dgm:pt>
    <dgm:pt modelId="{BF4CC417-1186-4230-AD5B-6D91D113EF0C}" type="pres">
      <dgm:prSet presAssocID="{EEFF46E0-E6FA-4831-B1DC-00C8E406704C}" presName="childText" presStyleLbl="lnNode1" presStyleIdx="15" presStyleCnt="23">
        <dgm:presLayoutVars>
          <dgm:chMax val="0"/>
          <dgm:chPref val="0"/>
          <dgm:bulletEnabled val="1"/>
        </dgm:presLayoutVars>
      </dgm:prSet>
      <dgm:spPr/>
    </dgm:pt>
    <dgm:pt modelId="{CA67950C-6F0F-444C-AB60-7578C338503A}" type="pres">
      <dgm:prSet presAssocID="{87A40218-308D-4A3F-A3A0-CF713ABC4BE8}" presName="childComposite" presStyleCnt="0">
        <dgm:presLayoutVars>
          <dgm:chMax val="0"/>
          <dgm:chPref val="0"/>
        </dgm:presLayoutVars>
      </dgm:prSet>
      <dgm:spPr/>
    </dgm:pt>
    <dgm:pt modelId="{3B215195-5F87-4FEF-BD94-13AA26E875F2}" type="pres">
      <dgm:prSet presAssocID="{87A40218-308D-4A3F-A3A0-CF713ABC4BE8}" presName="Image" presStyleLbl="node1" presStyleIdx="16" presStyleCnt="23"/>
      <dgm:spPr/>
    </dgm:pt>
    <dgm:pt modelId="{0DB3C14E-245F-4F4B-A0DE-399F2F631D0F}" type="pres">
      <dgm:prSet presAssocID="{87A40218-308D-4A3F-A3A0-CF713ABC4BE8}" presName="childText" presStyleLbl="lnNode1" presStyleIdx="16" presStyleCnt="23">
        <dgm:presLayoutVars>
          <dgm:chMax val="0"/>
          <dgm:chPref val="0"/>
          <dgm:bulletEnabled val="1"/>
        </dgm:presLayoutVars>
      </dgm:prSet>
      <dgm:spPr/>
    </dgm:pt>
    <dgm:pt modelId="{E36936B9-EB40-4FFB-AA2F-92BAD93DA57A}" type="pres">
      <dgm:prSet presAssocID="{C7F4C38C-8F7E-47EC-8029-CF9E9C4C6B48}" presName="childComposite" presStyleCnt="0">
        <dgm:presLayoutVars>
          <dgm:chMax val="0"/>
          <dgm:chPref val="0"/>
        </dgm:presLayoutVars>
      </dgm:prSet>
      <dgm:spPr/>
    </dgm:pt>
    <dgm:pt modelId="{E100C3B7-2558-4803-9D91-8B820ED963D1}" type="pres">
      <dgm:prSet presAssocID="{C7F4C38C-8F7E-47EC-8029-CF9E9C4C6B48}" presName="Image" presStyleLbl="node1" presStyleIdx="17" presStyleCnt="23"/>
      <dgm:spPr/>
    </dgm:pt>
    <dgm:pt modelId="{457638FC-A3FB-4A3D-88A3-C0CDD0967E72}" type="pres">
      <dgm:prSet presAssocID="{C7F4C38C-8F7E-47EC-8029-CF9E9C4C6B48}" presName="childText" presStyleLbl="lnNode1" presStyleIdx="17" presStyleCnt="23">
        <dgm:presLayoutVars>
          <dgm:chMax val="0"/>
          <dgm:chPref val="0"/>
          <dgm:bulletEnabled val="1"/>
        </dgm:presLayoutVars>
      </dgm:prSet>
      <dgm:spPr/>
    </dgm:pt>
    <dgm:pt modelId="{58923C34-47A6-42CE-B8BF-D4EB3D5C10AD}" type="pres">
      <dgm:prSet presAssocID="{425888E5-CB37-44AE-81D5-E3D0666F2D3D}" presName="childComposite" presStyleCnt="0">
        <dgm:presLayoutVars>
          <dgm:chMax val="0"/>
          <dgm:chPref val="0"/>
        </dgm:presLayoutVars>
      </dgm:prSet>
      <dgm:spPr/>
    </dgm:pt>
    <dgm:pt modelId="{A34491CD-89CF-497C-82D5-2DD271105377}" type="pres">
      <dgm:prSet presAssocID="{425888E5-CB37-44AE-81D5-E3D0666F2D3D}" presName="Image" presStyleLbl="node1" presStyleIdx="18" presStyleCnt="23"/>
      <dgm:spPr/>
    </dgm:pt>
    <dgm:pt modelId="{448DA641-69E2-4809-A5D5-A91757C8D4FA}" type="pres">
      <dgm:prSet presAssocID="{425888E5-CB37-44AE-81D5-E3D0666F2D3D}" presName="childText" presStyleLbl="lnNode1" presStyleIdx="18" presStyleCnt="23">
        <dgm:presLayoutVars>
          <dgm:chMax val="0"/>
          <dgm:chPref val="0"/>
          <dgm:bulletEnabled val="1"/>
        </dgm:presLayoutVars>
      </dgm:prSet>
      <dgm:spPr/>
    </dgm:pt>
    <dgm:pt modelId="{610581AC-44C8-42AF-ABDD-AF56C61A0A20}" type="pres">
      <dgm:prSet presAssocID="{D6BB2AC8-D6AB-4F17-91D6-73B46B57B8AC}" presName="childComposite" presStyleCnt="0">
        <dgm:presLayoutVars>
          <dgm:chMax val="0"/>
          <dgm:chPref val="0"/>
        </dgm:presLayoutVars>
      </dgm:prSet>
      <dgm:spPr/>
    </dgm:pt>
    <dgm:pt modelId="{3F4B38C7-0136-419B-B716-232B61B33FCB}" type="pres">
      <dgm:prSet presAssocID="{D6BB2AC8-D6AB-4F17-91D6-73B46B57B8AC}" presName="Image" presStyleLbl="node1" presStyleIdx="19" presStyleCnt="23"/>
      <dgm:spPr/>
    </dgm:pt>
    <dgm:pt modelId="{3D2A943A-717C-4943-BB94-BA88234539BB}" type="pres">
      <dgm:prSet presAssocID="{D6BB2AC8-D6AB-4F17-91D6-73B46B57B8AC}" presName="childText" presStyleLbl="lnNode1" presStyleIdx="19" presStyleCnt="23">
        <dgm:presLayoutVars>
          <dgm:chMax val="0"/>
          <dgm:chPref val="0"/>
          <dgm:bulletEnabled val="1"/>
        </dgm:presLayoutVars>
      </dgm:prSet>
      <dgm:spPr/>
    </dgm:pt>
    <dgm:pt modelId="{141930BC-2FB1-44E0-B21E-0378B677A75E}" type="pres">
      <dgm:prSet presAssocID="{611D6A56-F7BF-46EA-9C40-B4E208E6A98B}" presName="childComposite" presStyleCnt="0">
        <dgm:presLayoutVars>
          <dgm:chMax val="0"/>
          <dgm:chPref val="0"/>
        </dgm:presLayoutVars>
      </dgm:prSet>
      <dgm:spPr/>
    </dgm:pt>
    <dgm:pt modelId="{A6ABA017-0D10-44C5-BCEE-CD0DF141B535}" type="pres">
      <dgm:prSet presAssocID="{611D6A56-F7BF-46EA-9C40-B4E208E6A98B}" presName="Image" presStyleLbl="node1" presStyleIdx="20" presStyleCnt="23"/>
      <dgm:spPr/>
    </dgm:pt>
    <dgm:pt modelId="{54FE1128-ED55-446C-BE19-3C8A7A92491F}" type="pres">
      <dgm:prSet presAssocID="{611D6A56-F7BF-46EA-9C40-B4E208E6A98B}" presName="childText" presStyleLbl="lnNode1" presStyleIdx="20" presStyleCnt="23">
        <dgm:presLayoutVars>
          <dgm:chMax val="0"/>
          <dgm:chPref val="0"/>
          <dgm:bulletEnabled val="1"/>
        </dgm:presLayoutVars>
      </dgm:prSet>
      <dgm:spPr/>
    </dgm:pt>
    <dgm:pt modelId="{BD357CA2-B460-4713-96EC-BC9C6BB90150}" type="pres">
      <dgm:prSet presAssocID="{7E60FE7A-2ABB-4727-86E0-109DD24C069B}" presName="childComposite" presStyleCnt="0">
        <dgm:presLayoutVars>
          <dgm:chMax val="0"/>
          <dgm:chPref val="0"/>
        </dgm:presLayoutVars>
      </dgm:prSet>
      <dgm:spPr/>
    </dgm:pt>
    <dgm:pt modelId="{6AD8CABF-9F91-442C-87AD-408B65C5EF05}" type="pres">
      <dgm:prSet presAssocID="{7E60FE7A-2ABB-4727-86E0-109DD24C069B}" presName="Image" presStyleLbl="node1" presStyleIdx="21" presStyleCnt="23"/>
      <dgm:spPr/>
    </dgm:pt>
    <dgm:pt modelId="{376DA73C-3FD8-486A-9E82-DB3EEDBC6509}" type="pres">
      <dgm:prSet presAssocID="{7E60FE7A-2ABB-4727-86E0-109DD24C069B}" presName="childText" presStyleLbl="lnNode1" presStyleIdx="21" presStyleCnt="23">
        <dgm:presLayoutVars>
          <dgm:chMax val="0"/>
          <dgm:chPref val="0"/>
          <dgm:bulletEnabled val="1"/>
        </dgm:presLayoutVars>
      </dgm:prSet>
      <dgm:spPr/>
    </dgm:pt>
    <dgm:pt modelId="{8F9B82AB-35AD-418C-B4FA-98DD2645CE60}" type="pres">
      <dgm:prSet presAssocID="{2DEE88D0-B3C5-4AA4-B1BA-92A00E82C15C}" presName="childComposite" presStyleCnt="0">
        <dgm:presLayoutVars>
          <dgm:chMax val="0"/>
          <dgm:chPref val="0"/>
        </dgm:presLayoutVars>
      </dgm:prSet>
      <dgm:spPr/>
    </dgm:pt>
    <dgm:pt modelId="{D01E2590-24C4-4460-B40B-73221582E909}" type="pres">
      <dgm:prSet presAssocID="{2DEE88D0-B3C5-4AA4-B1BA-92A00E82C15C}" presName="Image" presStyleLbl="node1" presStyleIdx="22" presStyleCnt="23"/>
      <dgm:spPr/>
    </dgm:pt>
    <dgm:pt modelId="{A9AE038C-6B1B-4DF3-9D08-E54B336EF153}" type="pres">
      <dgm:prSet presAssocID="{2DEE88D0-B3C5-4AA4-B1BA-92A00E82C15C}" presName="childText" presStyleLbl="lnNode1" presStyleIdx="22" presStyleCnt="23">
        <dgm:presLayoutVars>
          <dgm:chMax val="0"/>
          <dgm:chPref val="0"/>
          <dgm:bulletEnabled val="1"/>
        </dgm:presLayoutVars>
      </dgm:prSet>
      <dgm:spPr/>
    </dgm:pt>
  </dgm:ptLst>
  <dgm:cxnLst>
    <dgm:cxn modelId="{59774101-5E7B-4D97-9864-A549CE9EFF86}" srcId="{435E0EAF-C8D9-4EA8-BA75-E6227BC64A76}" destId="{6A3372AB-A568-4FFF-85D4-80965BB08930}" srcOrd="2" destOrd="0" parTransId="{356DE15D-824B-4508-87F3-8EB280FFC20E}" sibTransId="{86099820-350A-420C-9846-547691F1F63C}"/>
    <dgm:cxn modelId="{23103204-7DB7-4F83-BA16-88F1503F595E}" type="presOf" srcId="{9FC16266-A3AA-4006-AC28-6A1678432771}" destId="{3A722E23-6447-4473-B5C0-58683C5C0AF1}" srcOrd="0" destOrd="0" presId="urn:microsoft.com/office/officeart/2008/layout/PictureAccentList"/>
    <dgm:cxn modelId="{E2966B05-27BF-4A87-83D2-96954AC255DD}" srcId="{00B67E32-E6BD-4983-9653-5C720FF5C9AC}" destId="{9FC16266-A3AA-4006-AC28-6A1678432771}" srcOrd="1" destOrd="0" parTransId="{BE0196EE-5E3E-401E-BACB-F03B93060EC4}" sibTransId="{001EA975-2D26-444D-AE7E-AABAB071BCDE}"/>
    <dgm:cxn modelId="{A660CE05-5FD3-413D-84F8-6C1DE5708CB5}" type="presOf" srcId="{C3605881-D93E-4CFF-B6EA-86A7364DB81C}" destId="{8F9F6772-553F-4464-971E-4D6EC3811E40}" srcOrd="0" destOrd="0" presId="urn:microsoft.com/office/officeart/2008/layout/PictureAccentList"/>
    <dgm:cxn modelId="{A4A76D08-11ED-4414-A812-A9D026C55198}" srcId="{435E0EAF-C8D9-4EA8-BA75-E6227BC64A76}" destId="{7E60FE7A-2ABB-4727-86E0-109DD24C069B}" srcOrd="9" destOrd="0" parTransId="{7A46F42A-C22E-4D69-A7B3-3F82FE37F394}" sibTransId="{5A698701-715E-4727-AA86-47F5F27EB7BC}"/>
    <dgm:cxn modelId="{D902B20B-63F1-4377-A856-E8797F587BAC}" type="presOf" srcId="{CA16B275-0732-4E58-9C3E-37EFEA069689}" destId="{FA6FB898-050E-4138-B88D-B75B5CEB2255}" srcOrd="0" destOrd="0" presId="urn:microsoft.com/office/officeart/2008/layout/PictureAccentList"/>
    <dgm:cxn modelId="{32918213-176B-48F2-8652-A011D7D5FAB5}" srcId="{00B67E32-E6BD-4983-9653-5C720FF5C9AC}" destId="{DC603C3D-2F0D-4E4A-BECB-D8F7204D360E}" srcOrd="3" destOrd="0" parTransId="{A4A24C9D-E7A5-4F26-8673-CBE836464CE3}" sibTransId="{90C20434-8BE4-4795-B82E-AB3BDCCB4AF2}"/>
    <dgm:cxn modelId="{273FA72A-EAC2-47BC-8B0A-837CF77B6FFD}" srcId="{435E0EAF-C8D9-4EA8-BA75-E6227BC64A76}" destId="{2DEE88D0-B3C5-4AA4-B1BA-92A00E82C15C}" srcOrd="10" destOrd="0" parTransId="{192EDCD3-686E-4C24-8936-D0EA7444B4B8}" sibTransId="{C3DF1EE8-EB94-416A-93E9-603933324492}"/>
    <dgm:cxn modelId="{D401D52F-C216-49A6-9405-379948C0B45A}" srcId="{DDBB3C66-D5E4-4FC0-91BC-C61300BC37FA}" destId="{D7C1C573-0399-4C46-8690-32E6A99B632E}" srcOrd="2" destOrd="0" parTransId="{6E530B3A-ACE0-416E-AA20-30F27882CC42}" sibTransId="{E8C01554-DC97-4C53-8844-2AE1D6F51951}"/>
    <dgm:cxn modelId="{22882534-2790-41E0-92AE-8362E66D5214}" srcId="{3ABC285D-7C90-45EC-919F-95B8ED8A0C28}" destId="{00B67E32-E6BD-4983-9653-5C720FF5C9AC}" srcOrd="0" destOrd="0" parTransId="{B68382FD-FCD8-48AC-880B-F2BD8AC3B529}" sibTransId="{33370808-742A-410A-9059-EEB54400542E}"/>
    <dgm:cxn modelId="{2698E440-9C8F-4E10-B56C-985CA50D7DFB}" srcId="{DDBB3C66-D5E4-4FC0-91BC-C61300BC37FA}" destId="{669F23B4-CCA2-4C27-8EEE-FC2C05F7097F}" srcOrd="3" destOrd="0" parTransId="{F27C7280-C792-45B5-9626-8EDE9A29266E}" sibTransId="{034E4DD3-30AB-40C4-94D6-70CBB0E3CF50}"/>
    <dgm:cxn modelId="{8951E940-5482-4A24-A1AB-A79038B14992}" type="presOf" srcId="{EEFF46E0-E6FA-4831-B1DC-00C8E406704C}" destId="{BF4CC417-1186-4230-AD5B-6D91D113EF0C}" srcOrd="0" destOrd="0" presId="urn:microsoft.com/office/officeart/2008/layout/PictureAccentList"/>
    <dgm:cxn modelId="{654A4F5C-520E-4F9D-B1A7-CCB6D7936D2C}" srcId="{435E0EAF-C8D9-4EA8-BA75-E6227BC64A76}" destId="{611D6A56-F7BF-46EA-9C40-B4E208E6A98B}" srcOrd="8" destOrd="0" parTransId="{CDA2FA00-B958-4F3C-97A4-BC059C6C675B}" sibTransId="{D45904F2-DE9A-432F-BAC6-A95CA1ED484F}"/>
    <dgm:cxn modelId="{34598C5F-570B-494C-851A-2EFA24E795E1}" type="presOf" srcId="{7E60FE7A-2ABB-4727-86E0-109DD24C069B}" destId="{376DA73C-3FD8-486A-9E82-DB3EEDBC6509}" srcOrd="0" destOrd="0" presId="urn:microsoft.com/office/officeart/2008/layout/PictureAccentList"/>
    <dgm:cxn modelId="{47D2DE61-ABF6-4ECD-B0B2-BF846787A9D4}" type="presOf" srcId="{00B67E32-E6BD-4983-9653-5C720FF5C9AC}" destId="{7F9C100C-E150-4380-AA70-7990A8A1A21F}" srcOrd="0" destOrd="0" presId="urn:microsoft.com/office/officeart/2008/layout/PictureAccentList"/>
    <dgm:cxn modelId="{8B733144-9B60-4310-A6E8-4DBA91DF05EF}" srcId="{3ABC285D-7C90-45EC-919F-95B8ED8A0C28}" destId="{435E0EAF-C8D9-4EA8-BA75-E6227BC64A76}" srcOrd="2" destOrd="0" parTransId="{D12C3D16-34C0-4F23-9339-C8E1307B2628}" sibTransId="{5A3E3F88-25FD-4B91-9416-5FFE41347D4C}"/>
    <dgm:cxn modelId="{4F17C265-2B11-4013-8F38-93813FCB6812}" type="presOf" srcId="{CCB4E9EE-D863-4BEF-96B5-C77840A3901D}" destId="{D355510D-29A6-4A95-A7C6-259A149A787E}" srcOrd="0" destOrd="0" presId="urn:microsoft.com/office/officeart/2008/layout/PictureAccentList"/>
    <dgm:cxn modelId="{EFA93268-5D55-433A-B6B0-8D5855B436D7}" type="presOf" srcId="{1CC591C8-C948-45EE-867F-895B7CBBB002}" destId="{D01F2E92-ECAF-4744-B20C-3B1B8FB0B0E2}" srcOrd="0" destOrd="0" presId="urn:microsoft.com/office/officeart/2008/layout/PictureAccentList"/>
    <dgm:cxn modelId="{C9746F6D-E43C-410D-91F8-166640A76F4A}" srcId="{435E0EAF-C8D9-4EA8-BA75-E6227BC64A76}" destId="{EEFF46E0-E6FA-4831-B1DC-00C8E406704C}" srcOrd="3" destOrd="0" parTransId="{3F890DFC-F025-464B-9D0C-83A15CAC76EA}" sibTransId="{D1615101-46C0-4E6D-AC10-A0234D60888A}"/>
    <dgm:cxn modelId="{497ECE6E-3D27-4DB1-B1F4-D8A32A0303AF}" srcId="{435E0EAF-C8D9-4EA8-BA75-E6227BC64A76}" destId="{CA16B275-0732-4E58-9C3E-37EFEA069689}" srcOrd="1" destOrd="0" parTransId="{91BB24FE-87C5-4A31-A391-57EC41F3BFA6}" sibTransId="{2E16D0E8-C933-4ABC-B6A3-4344EB32779D}"/>
    <dgm:cxn modelId="{6F02A37A-F4AD-4B8F-A1A8-619328BC0BA3}" type="presOf" srcId="{82F0C38A-EC2F-4D67-BAAD-D7B855C1D441}" destId="{C93C715B-3942-405E-9B40-48EE24955C90}" srcOrd="0" destOrd="0" presId="urn:microsoft.com/office/officeart/2008/layout/PictureAccentList"/>
    <dgm:cxn modelId="{53654585-08E8-415C-B5F4-9463E6D6E423}" srcId="{DDBB3C66-D5E4-4FC0-91BC-C61300BC37FA}" destId="{82F0C38A-EC2F-4D67-BAAD-D7B855C1D441}" srcOrd="1" destOrd="0" parTransId="{00F2F01F-1A72-4E07-AB55-DE41748EBCAD}" sibTransId="{22ED902E-568C-480E-97DE-B5056D89D754}"/>
    <dgm:cxn modelId="{E5689386-0966-4B25-90A1-6E7041E64218}" type="presOf" srcId="{39EBDA15-7A47-4D7F-A097-53C6F6520B13}" destId="{CE4BC17D-3F94-4113-A212-9BF8D6AA416C}" srcOrd="0" destOrd="0" presId="urn:microsoft.com/office/officeart/2008/layout/PictureAccentList"/>
    <dgm:cxn modelId="{0621D886-9019-4385-9A35-6D229A449208}" type="presOf" srcId="{265774D4-7499-4C9D-9005-739A780AACC3}" destId="{90042E1F-45D6-4DE1-BD0B-45E38C20E5C9}" srcOrd="0" destOrd="0" presId="urn:microsoft.com/office/officeart/2008/layout/PictureAccentList"/>
    <dgm:cxn modelId="{4821CE88-83E5-4D14-92ED-7F170AEA9B47}" type="presOf" srcId="{2DEE88D0-B3C5-4AA4-B1BA-92A00E82C15C}" destId="{A9AE038C-6B1B-4DF3-9D08-E54B336EF153}" srcOrd="0" destOrd="0" presId="urn:microsoft.com/office/officeart/2008/layout/PictureAccentList"/>
    <dgm:cxn modelId="{31F97289-8FC4-4047-AF6C-4CB782EFD1DF}" srcId="{435E0EAF-C8D9-4EA8-BA75-E6227BC64A76}" destId="{C7F4C38C-8F7E-47EC-8029-CF9E9C4C6B48}" srcOrd="5" destOrd="0" parTransId="{4732F3F3-A9B3-444F-AD05-409FDCD10D3C}" sibTransId="{70661CD3-5BDB-49D5-AD66-86041FCF0606}"/>
    <dgm:cxn modelId="{D56B6C8A-C6C3-4CC5-B4ED-2AF6A8E9958F}" type="presOf" srcId="{D6BB2AC8-D6AB-4F17-91D6-73B46B57B8AC}" destId="{3D2A943A-717C-4943-BB94-BA88234539BB}" srcOrd="0" destOrd="0" presId="urn:microsoft.com/office/officeart/2008/layout/PictureAccentList"/>
    <dgm:cxn modelId="{8CC00C91-66A0-4E7E-ABC2-535C34B0D2C0}" type="presOf" srcId="{518A4EE0-101F-44E6-991F-C21F5D23D07B}" destId="{70DF5B22-9739-4875-8F2A-14FA0D289BE9}" srcOrd="0" destOrd="0" presId="urn:microsoft.com/office/officeart/2008/layout/PictureAccentList"/>
    <dgm:cxn modelId="{D1292496-8924-494D-A4FF-50B024435627}" type="presOf" srcId="{6A3372AB-A568-4FFF-85D4-80965BB08930}" destId="{1AF425D0-DE52-4B8D-AC4F-9BE04CC87064}" srcOrd="0" destOrd="0" presId="urn:microsoft.com/office/officeart/2008/layout/PictureAccentList"/>
    <dgm:cxn modelId="{8F998A96-0323-4033-85B2-986DF3AF1378}" type="presOf" srcId="{C7F4C38C-8F7E-47EC-8029-CF9E9C4C6B48}" destId="{457638FC-A3FB-4A3D-88A3-C0CDD0967E72}" srcOrd="0" destOrd="0" presId="urn:microsoft.com/office/officeart/2008/layout/PictureAccentList"/>
    <dgm:cxn modelId="{1A07A099-1158-4F64-A67E-BCCC6D6F0E74}" type="presOf" srcId="{669F23B4-CCA2-4C27-8EEE-FC2C05F7097F}" destId="{4CC93FDD-C574-4EE8-B98A-6203A9F1C55C}" srcOrd="0" destOrd="0" presId="urn:microsoft.com/office/officeart/2008/layout/PictureAccentList"/>
    <dgm:cxn modelId="{10DF85A2-C6C8-4675-9493-E46CAD4DA278}" type="presOf" srcId="{425888E5-CB37-44AE-81D5-E3D0666F2D3D}" destId="{448DA641-69E2-4809-A5D5-A91757C8D4FA}" srcOrd="0" destOrd="0" presId="urn:microsoft.com/office/officeart/2008/layout/PictureAccentList"/>
    <dgm:cxn modelId="{A5F7A6AC-BA74-4BC6-8185-FE34C3CADFB1}" srcId="{435E0EAF-C8D9-4EA8-BA75-E6227BC64A76}" destId="{425888E5-CB37-44AE-81D5-E3D0666F2D3D}" srcOrd="6" destOrd="0" parTransId="{560B05E8-A453-4498-AE82-AD05F89644B0}" sibTransId="{11957A35-8A8A-4AF9-9ED0-F06F0B18C14F}"/>
    <dgm:cxn modelId="{A250B4AE-6502-4D80-8F80-C7F726E0C869}" srcId="{00B67E32-E6BD-4983-9653-5C720FF5C9AC}" destId="{C3605881-D93E-4CFF-B6EA-86A7364DB81C}" srcOrd="4" destOrd="0" parTransId="{695E3AF8-0E64-43A8-8D8A-97F41BA6ACA8}" sibTransId="{E77B7C0D-D5EE-4956-8154-486FD6109B6F}"/>
    <dgm:cxn modelId="{6BED00AF-93E6-4E95-A59F-2F2467CD61E9}" type="presOf" srcId="{611D6A56-F7BF-46EA-9C40-B4E208E6A98B}" destId="{54FE1128-ED55-446C-BE19-3C8A7A92491F}" srcOrd="0" destOrd="0" presId="urn:microsoft.com/office/officeart/2008/layout/PictureAccentList"/>
    <dgm:cxn modelId="{20F134B8-79FB-4B23-9BD4-9B63BE13AF7F}" srcId="{00B67E32-E6BD-4983-9653-5C720FF5C9AC}" destId="{F9DF6F99-84D7-480E-8CB8-F8A20F1E0D1F}" srcOrd="2" destOrd="0" parTransId="{7ECA580C-D664-4A37-8F26-24C5067218E0}" sibTransId="{6D7AEB61-BADC-4244-B351-402FCB861B47}"/>
    <dgm:cxn modelId="{E12F90BE-AFA1-4A6D-BE07-03C33995C4DF}" srcId="{435E0EAF-C8D9-4EA8-BA75-E6227BC64A76}" destId="{518A4EE0-101F-44E6-991F-C21F5D23D07B}" srcOrd="0" destOrd="0" parTransId="{B568E182-4317-46C3-AF4D-3D1F55BAA12A}" sibTransId="{70FD0B30-9EA2-4660-B21E-A06A2E6E4FA8}"/>
    <dgm:cxn modelId="{8E1F73BF-EE1B-46B8-83C7-0CAFB9920F5B}" srcId="{435E0EAF-C8D9-4EA8-BA75-E6227BC64A76}" destId="{D6BB2AC8-D6AB-4F17-91D6-73B46B57B8AC}" srcOrd="7" destOrd="0" parTransId="{04B26705-C14D-49E3-A5D9-C550576B93A1}" sibTransId="{C3B4E574-3DC8-4243-B277-4829317EC681}"/>
    <dgm:cxn modelId="{D52353C3-CD2B-483F-B689-C9596D3BF8BE}" type="presOf" srcId="{87A40218-308D-4A3F-A3A0-CF713ABC4BE8}" destId="{0DB3C14E-245F-4F4B-A0DE-399F2F631D0F}" srcOrd="0" destOrd="0" presId="urn:microsoft.com/office/officeart/2008/layout/PictureAccentList"/>
    <dgm:cxn modelId="{DC342AC5-46A8-4FC1-8390-B0AC399C2F34}" type="presOf" srcId="{DC603C3D-2F0D-4E4A-BECB-D8F7204D360E}" destId="{A6AB8507-F1ED-4615-8612-83685BBED448}" srcOrd="0" destOrd="0" presId="urn:microsoft.com/office/officeart/2008/layout/PictureAccentList"/>
    <dgm:cxn modelId="{169A3ED5-5052-43A0-82D4-8E4B3A319F13}" srcId="{DDBB3C66-D5E4-4FC0-91BC-C61300BC37FA}" destId="{2B657BF5-4A26-4CD9-B902-E0676D265266}" srcOrd="0" destOrd="0" parTransId="{AD2F32A6-90CE-40CD-8475-A244527A9B19}" sibTransId="{DDB011C5-727F-4AA9-8D3F-4766D235E191}"/>
    <dgm:cxn modelId="{B575A5DD-C864-4072-93ED-A77128400134}" srcId="{435E0EAF-C8D9-4EA8-BA75-E6227BC64A76}" destId="{87A40218-308D-4A3F-A3A0-CF713ABC4BE8}" srcOrd="4" destOrd="0" parTransId="{C389F307-C7A2-4520-940A-00B70F6D1095}" sibTransId="{5FBFB786-19B1-4D40-8FF0-29103C6AE401}"/>
    <dgm:cxn modelId="{C27141E0-C987-486B-A822-3936F1CB3395}" type="presOf" srcId="{DDBB3C66-D5E4-4FC0-91BC-C61300BC37FA}" destId="{A724DE05-5801-48B6-B620-AD479B725240}" srcOrd="0" destOrd="0" presId="urn:microsoft.com/office/officeart/2008/layout/PictureAccentList"/>
    <dgm:cxn modelId="{1657EFE0-2A26-4DE8-9B3D-CAD70A5B058F}" srcId="{3ABC285D-7C90-45EC-919F-95B8ED8A0C28}" destId="{DDBB3C66-D5E4-4FC0-91BC-C61300BC37FA}" srcOrd="1" destOrd="0" parTransId="{8048B7FF-CAC6-410A-B397-445FF483B94B}" sibTransId="{D41F61FF-4452-4981-9F84-CF1EDCB01EE5}"/>
    <dgm:cxn modelId="{88CF90E3-940C-4C93-98A8-7A096321893A}" type="presOf" srcId="{435E0EAF-C8D9-4EA8-BA75-E6227BC64A76}" destId="{4D3154D6-B60F-4022-9AFC-B9D0CC58C21F}" srcOrd="0" destOrd="0" presId="urn:microsoft.com/office/officeart/2008/layout/PictureAccentList"/>
    <dgm:cxn modelId="{D28356E7-51DE-434D-9B0A-BE4CBF744C61}" srcId="{DDBB3C66-D5E4-4FC0-91BC-C61300BC37FA}" destId="{39EBDA15-7A47-4D7F-A097-53C6F6520B13}" srcOrd="4" destOrd="0" parTransId="{ED526A3E-13D2-4E98-A1EA-CD84CF223654}" sibTransId="{ADBFF251-E5A0-4A50-A13D-A09C1A8F04A8}"/>
    <dgm:cxn modelId="{1D0D69ED-9C69-4094-A47F-60C8E957D94E}" srcId="{DDBB3C66-D5E4-4FC0-91BC-C61300BC37FA}" destId="{CCB4E9EE-D863-4BEF-96B5-C77840A3901D}" srcOrd="5" destOrd="0" parTransId="{E81EF071-A62B-45B8-A526-9A81C705C004}" sibTransId="{50C2F9F6-6754-4BF6-B967-350B36808AB7}"/>
    <dgm:cxn modelId="{88C3ABF0-3802-4216-9F5C-ECF856786577}" type="presOf" srcId="{3ABC285D-7C90-45EC-919F-95B8ED8A0C28}" destId="{2FE9878E-8CAD-4AB7-89C5-CAE9529326B4}" srcOrd="0" destOrd="0" presId="urn:microsoft.com/office/officeart/2008/layout/PictureAccentList"/>
    <dgm:cxn modelId="{A4DEB4F5-060F-416B-978E-D01D324F86C3}" srcId="{00B67E32-E6BD-4983-9653-5C720FF5C9AC}" destId="{1CC591C8-C948-45EE-867F-895B7CBBB002}" srcOrd="0" destOrd="0" parTransId="{7FE73F14-D9A5-4858-A7DF-D2C46AFBF238}" sibTransId="{EA925A09-6AA5-4185-9E26-54802AAEBCC0}"/>
    <dgm:cxn modelId="{3F96FEF8-EAF1-4DA7-9FCE-3CBFAB435ED3}" srcId="{DDBB3C66-D5E4-4FC0-91BC-C61300BC37FA}" destId="{265774D4-7499-4C9D-9005-739A780AACC3}" srcOrd="6" destOrd="0" parTransId="{28629E04-4ADE-41D8-B8A0-5BFD1F389EDA}" sibTransId="{74356159-1D49-4FA0-AE20-7905C1C0D525}"/>
    <dgm:cxn modelId="{A13013F9-940A-4711-ADCF-75214A23C5D9}" type="presOf" srcId="{2B657BF5-4A26-4CD9-B902-E0676D265266}" destId="{03F550E2-AF53-4F0D-97D6-0CB4FB98BD14}" srcOrd="0" destOrd="0" presId="urn:microsoft.com/office/officeart/2008/layout/PictureAccentList"/>
    <dgm:cxn modelId="{AEFEB5FC-3B8A-4C79-96A8-AC6B735D76E6}" type="presOf" srcId="{D7C1C573-0399-4C46-8690-32E6A99B632E}" destId="{A130DA05-85B9-4111-AE25-F10BEDD17D53}" srcOrd="0" destOrd="0" presId="urn:microsoft.com/office/officeart/2008/layout/PictureAccentList"/>
    <dgm:cxn modelId="{E0C96AFD-A34A-4291-B3EC-404F7A93DC2B}" type="presOf" srcId="{F9DF6F99-84D7-480E-8CB8-F8A20F1E0D1F}" destId="{03DB289B-ED83-47B2-AE0B-9D0FA9B3FB77}" srcOrd="0" destOrd="0" presId="urn:microsoft.com/office/officeart/2008/layout/PictureAccentList"/>
    <dgm:cxn modelId="{E7217C5B-F17D-4BE4-9368-9B14E9EA7F4C}" type="presParOf" srcId="{2FE9878E-8CAD-4AB7-89C5-CAE9529326B4}" destId="{E8055A6C-2FF6-4CC7-9E1B-174EA89B1612}" srcOrd="0" destOrd="0" presId="urn:microsoft.com/office/officeart/2008/layout/PictureAccentList"/>
    <dgm:cxn modelId="{E7034699-19D7-4328-8832-3FD95622E9B2}" type="presParOf" srcId="{E8055A6C-2FF6-4CC7-9E1B-174EA89B1612}" destId="{B7EA0A2C-AB4D-4E0F-8729-15FA33E7412C}" srcOrd="0" destOrd="0" presId="urn:microsoft.com/office/officeart/2008/layout/PictureAccentList"/>
    <dgm:cxn modelId="{4AB86C7B-E2D3-4770-8BE7-15D608CF2D89}" type="presParOf" srcId="{B7EA0A2C-AB4D-4E0F-8729-15FA33E7412C}" destId="{7F9C100C-E150-4380-AA70-7990A8A1A21F}" srcOrd="0" destOrd="0" presId="urn:microsoft.com/office/officeart/2008/layout/PictureAccentList"/>
    <dgm:cxn modelId="{A4FD5B47-0334-4DE9-83D8-2CCBA964C40D}" type="presParOf" srcId="{E8055A6C-2FF6-4CC7-9E1B-174EA89B1612}" destId="{B5E2BECF-3B49-4C1C-B3FE-1DD08699B424}" srcOrd="1" destOrd="0" presId="urn:microsoft.com/office/officeart/2008/layout/PictureAccentList"/>
    <dgm:cxn modelId="{BFB27DEC-A9C7-4FA2-8841-A47EBEE604FA}" type="presParOf" srcId="{B5E2BECF-3B49-4C1C-B3FE-1DD08699B424}" destId="{B6C637CA-AFB6-4412-B11F-8ADB246BF8C6}" srcOrd="0" destOrd="0" presId="urn:microsoft.com/office/officeart/2008/layout/PictureAccentList"/>
    <dgm:cxn modelId="{F9BB74A6-90AB-44F9-BCAB-D87B43F4F8B7}" type="presParOf" srcId="{B6C637CA-AFB6-4412-B11F-8ADB246BF8C6}" destId="{2345C84C-55F9-4323-BCFB-15982D922E90}" srcOrd="0" destOrd="0" presId="urn:microsoft.com/office/officeart/2008/layout/PictureAccentList"/>
    <dgm:cxn modelId="{C05AD0FA-F2BB-4AB3-BD83-615C8A97D7B2}" type="presParOf" srcId="{B6C637CA-AFB6-4412-B11F-8ADB246BF8C6}" destId="{D01F2E92-ECAF-4744-B20C-3B1B8FB0B0E2}" srcOrd="1" destOrd="0" presId="urn:microsoft.com/office/officeart/2008/layout/PictureAccentList"/>
    <dgm:cxn modelId="{660BB6D3-67CB-423A-8E23-E09561BD99F7}" type="presParOf" srcId="{B5E2BECF-3B49-4C1C-B3FE-1DD08699B424}" destId="{165F3019-0E77-4304-B5F4-BD6197DFC814}" srcOrd="1" destOrd="0" presId="urn:microsoft.com/office/officeart/2008/layout/PictureAccentList"/>
    <dgm:cxn modelId="{023C5AAA-E607-4B09-B1CE-DDD0F632978E}" type="presParOf" srcId="{165F3019-0E77-4304-B5F4-BD6197DFC814}" destId="{D0D168E3-1E55-4E4B-8795-EEF0CD8A1856}" srcOrd="0" destOrd="0" presId="urn:microsoft.com/office/officeart/2008/layout/PictureAccentList"/>
    <dgm:cxn modelId="{B59CCEC1-9A3F-4BCE-B772-D23F3418FF9B}" type="presParOf" srcId="{165F3019-0E77-4304-B5F4-BD6197DFC814}" destId="{3A722E23-6447-4473-B5C0-58683C5C0AF1}" srcOrd="1" destOrd="0" presId="urn:microsoft.com/office/officeart/2008/layout/PictureAccentList"/>
    <dgm:cxn modelId="{C94A603C-D828-4C76-8603-EA708AF2B0B9}" type="presParOf" srcId="{B5E2BECF-3B49-4C1C-B3FE-1DD08699B424}" destId="{5A2E885C-2611-4E85-B7FD-69F48E74D5FD}" srcOrd="2" destOrd="0" presId="urn:microsoft.com/office/officeart/2008/layout/PictureAccentList"/>
    <dgm:cxn modelId="{0522F8A3-17C9-4FDA-B736-CA6AC94D2E92}" type="presParOf" srcId="{5A2E885C-2611-4E85-B7FD-69F48E74D5FD}" destId="{F46AB5A2-873D-4B13-B13A-496FE8CDCDCD}" srcOrd="0" destOrd="0" presId="urn:microsoft.com/office/officeart/2008/layout/PictureAccentList"/>
    <dgm:cxn modelId="{C09371CA-7F0A-4F62-A14F-A207A0312578}" type="presParOf" srcId="{5A2E885C-2611-4E85-B7FD-69F48E74D5FD}" destId="{03DB289B-ED83-47B2-AE0B-9D0FA9B3FB77}" srcOrd="1" destOrd="0" presId="urn:microsoft.com/office/officeart/2008/layout/PictureAccentList"/>
    <dgm:cxn modelId="{2E86D810-8C0A-4F8D-959A-3DFDB98A4B57}" type="presParOf" srcId="{B5E2BECF-3B49-4C1C-B3FE-1DD08699B424}" destId="{D2D8DBFF-0F88-4B51-9B7F-D506BB1E600C}" srcOrd="3" destOrd="0" presId="urn:microsoft.com/office/officeart/2008/layout/PictureAccentList"/>
    <dgm:cxn modelId="{CAD9838A-00F8-454C-A73E-95C7BD901EF7}" type="presParOf" srcId="{D2D8DBFF-0F88-4B51-9B7F-D506BB1E600C}" destId="{BF4D439D-DD97-4AF3-81AF-A3C89FA119D4}" srcOrd="0" destOrd="0" presId="urn:microsoft.com/office/officeart/2008/layout/PictureAccentList"/>
    <dgm:cxn modelId="{95B87F20-128E-439C-BA84-2C5FA4CE6E66}" type="presParOf" srcId="{D2D8DBFF-0F88-4B51-9B7F-D506BB1E600C}" destId="{A6AB8507-F1ED-4615-8612-83685BBED448}" srcOrd="1" destOrd="0" presId="urn:microsoft.com/office/officeart/2008/layout/PictureAccentList"/>
    <dgm:cxn modelId="{FF01ACEA-A46C-42B3-83FE-E1C61B0315EE}" type="presParOf" srcId="{B5E2BECF-3B49-4C1C-B3FE-1DD08699B424}" destId="{EB980DFE-903C-4E00-9F2B-A66162A7A334}" srcOrd="4" destOrd="0" presId="urn:microsoft.com/office/officeart/2008/layout/PictureAccentList"/>
    <dgm:cxn modelId="{5976A766-0424-47DA-A04D-20A181E0DFA2}" type="presParOf" srcId="{EB980DFE-903C-4E00-9F2B-A66162A7A334}" destId="{E050190B-98CC-46A6-BF44-5A0777207822}" srcOrd="0" destOrd="0" presId="urn:microsoft.com/office/officeart/2008/layout/PictureAccentList"/>
    <dgm:cxn modelId="{544A86E7-5AB8-4035-94A9-467060C94EB1}" type="presParOf" srcId="{EB980DFE-903C-4E00-9F2B-A66162A7A334}" destId="{8F9F6772-553F-4464-971E-4D6EC3811E40}" srcOrd="1" destOrd="0" presId="urn:microsoft.com/office/officeart/2008/layout/PictureAccentList"/>
    <dgm:cxn modelId="{28E7F425-5932-4B09-8EDB-613DEAB51ACB}" type="presParOf" srcId="{2FE9878E-8CAD-4AB7-89C5-CAE9529326B4}" destId="{DE0C2747-4C6D-4726-94D5-277EBEAEE0BA}" srcOrd="1" destOrd="0" presId="urn:microsoft.com/office/officeart/2008/layout/PictureAccentList"/>
    <dgm:cxn modelId="{2D73CA29-5095-49DC-A1AD-1A3D40A1B614}" type="presParOf" srcId="{DE0C2747-4C6D-4726-94D5-277EBEAEE0BA}" destId="{3139C078-D01C-4E38-9829-DAF6FBC7B06B}" srcOrd="0" destOrd="0" presId="urn:microsoft.com/office/officeart/2008/layout/PictureAccentList"/>
    <dgm:cxn modelId="{A784AD86-149B-4C36-82B5-AF6B99E0D36B}" type="presParOf" srcId="{3139C078-D01C-4E38-9829-DAF6FBC7B06B}" destId="{A724DE05-5801-48B6-B620-AD479B725240}" srcOrd="0" destOrd="0" presId="urn:microsoft.com/office/officeart/2008/layout/PictureAccentList"/>
    <dgm:cxn modelId="{49F4AC2A-BF42-4647-BAF7-D9D340239A70}" type="presParOf" srcId="{DE0C2747-4C6D-4726-94D5-277EBEAEE0BA}" destId="{5711A8AF-7FEE-45AC-BC7F-423D9F2B05E2}" srcOrd="1" destOrd="0" presId="urn:microsoft.com/office/officeart/2008/layout/PictureAccentList"/>
    <dgm:cxn modelId="{14E15D3D-40F1-4C7A-9E0D-9F01F5CE151E}" type="presParOf" srcId="{5711A8AF-7FEE-45AC-BC7F-423D9F2B05E2}" destId="{F6299DF4-01F2-45FB-830B-843E2DB91664}" srcOrd="0" destOrd="0" presId="urn:microsoft.com/office/officeart/2008/layout/PictureAccentList"/>
    <dgm:cxn modelId="{EC79BA45-D466-4C19-A754-867DA59A6F33}" type="presParOf" srcId="{F6299DF4-01F2-45FB-830B-843E2DB91664}" destId="{497DCF19-8D53-422B-922F-049BEE4D63EB}" srcOrd="0" destOrd="0" presId="urn:microsoft.com/office/officeart/2008/layout/PictureAccentList"/>
    <dgm:cxn modelId="{5F50FE83-AB4D-4816-8DAD-9782AAA4617D}" type="presParOf" srcId="{F6299DF4-01F2-45FB-830B-843E2DB91664}" destId="{03F550E2-AF53-4F0D-97D6-0CB4FB98BD14}" srcOrd="1" destOrd="0" presId="urn:microsoft.com/office/officeart/2008/layout/PictureAccentList"/>
    <dgm:cxn modelId="{1D9AB58E-4E9E-433E-B73B-88F52D0A7A17}" type="presParOf" srcId="{5711A8AF-7FEE-45AC-BC7F-423D9F2B05E2}" destId="{849CB70B-3AEA-4887-B796-7846A06D2D46}" srcOrd="1" destOrd="0" presId="urn:microsoft.com/office/officeart/2008/layout/PictureAccentList"/>
    <dgm:cxn modelId="{03DA50E1-A836-4279-86FF-89798A434AF7}" type="presParOf" srcId="{849CB70B-3AEA-4887-B796-7846A06D2D46}" destId="{A913864A-4C21-4370-8497-A818BD170A8C}" srcOrd="0" destOrd="0" presId="urn:microsoft.com/office/officeart/2008/layout/PictureAccentList"/>
    <dgm:cxn modelId="{D1E09C8A-C269-4DB0-9328-8F2E66943731}" type="presParOf" srcId="{849CB70B-3AEA-4887-B796-7846A06D2D46}" destId="{C93C715B-3942-405E-9B40-48EE24955C90}" srcOrd="1" destOrd="0" presId="urn:microsoft.com/office/officeart/2008/layout/PictureAccentList"/>
    <dgm:cxn modelId="{4E7ECC4F-BAE0-494F-9409-63810E297DCD}" type="presParOf" srcId="{5711A8AF-7FEE-45AC-BC7F-423D9F2B05E2}" destId="{A907EC29-A9BF-4C5E-AC10-E5175552A615}" srcOrd="2" destOrd="0" presId="urn:microsoft.com/office/officeart/2008/layout/PictureAccentList"/>
    <dgm:cxn modelId="{DA101FAB-B960-4510-9B2A-C0C9429C50BE}" type="presParOf" srcId="{A907EC29-A9BF-4C5E-AC10-E5175552A615}" destId="{5FBD51F4-9665-4409-BB24-104F93CC76F4}" srcOrd="0" destOrd="0" presId="urn:microsoft.com/office/officeart/2008/layout/PictureAccentList"/>
    <dgm:cxn modelId="{A5CCCEB6-2120-485A-B997-CAA4919C525F}" type="presParOf" srcId="{A907EC29-A9BF-4C5E-AC10-E5175552A615}" destId="{A130DA05-85B9-4111-AE25-F10BEDD17D53}" srcOrd="1" destOrd="0" presId="urn:microsoft.com/office/officeart/2008/layout/PictureAccentList"/>
    <dgm:cxn modelId="{6D18C541-B4E5-4A74-B150-8B4CAC085BE7}" type="presParOf" srcId="{5711A8AF-7FEE-45AC-BC7F-423D9F2B05E2}" destId="{96789FD7-2A79-4D2F-849A-973A80B346E1}" srcOrd="3" destOrd="0" presId="urn:microsoft.com/office/officeart/2008/layout/PictureAccentList"/>
    <dgm:cxn modelId="{84EBBA6A-AD83-48C7-990C-3D040CA8913B}" type="presParOf" srcId="{96789FD7-2A79-4D2F-849A-973A80B346E1}" destId="{CFAB9D68-0FFD-4703-8B03-C95501F159AE}" srcOrd="0" destOrd="0" presId="urn:microsoft.com/office/officeart/2008/layout/PictureAccentList"/>
    <dgm:cxn modelId="{87030B0D-B847-4F97-AC86-BCB17A09F575}" type="presParOf" srcId="{96789FD7-2A79-4D2F-849A-973A80B346E1}" destId="{4CC93FDD-C574-4EE8-B98A-6203A9F1C55C}" srcOrd="1" destOrd="0" presId="urn:microsoft.com/office/officeart/2008/layout/PictureAccentList"/>
    <dgm:cxn modelId="{FBE7E623-8564-4C93-8BBF-B0981F17068C}" type="presParOf" srcId="{5711A8AF-7FEE-45AC-BC7F-423D9F2B05E2}" destId="{EF521CCC-450A-4AB4-8FEC-1C738C732350}" srcOrd="4" destOrd="0" presId="urn:microsoft.com/office/officeart/2008/layout/PictureAccentList"/>
    <dgm:cxn modelId="{3DA328CC-32F4-4D44-B01D-591B97CDF530}" type="presParOf" srcId="{EF521CCC-450A-4AB4-8FEC-1C738C732350}" destId="{50A16B23-398D-42A3-A812-C0B022B6E6FF}" srcOrd="0" destOrd="0" presId="urn:microsoft.com/office/officeart/2008/layout/PictureAccentList"/>
    <dgm:cxn modelId="{D17AEE2C-5333-4917-8EF5-AB5B7A4B1A84}" type="presParOf" srcId="{EF521CCC-450A-4AB4-8FEC-1C738C732350}" destId="{CE4BC17D-3F94-4113-A212-9BF8D6AA416C}" srcOrd="1" destOrd="0" presId="urn:microsoft.com/office/officeart/2008/layout/PictureAccentList"/>
    <dgm:cxn modelId="{8CE412E0-2592-4374-A4BC-C42C1E01F616}" type="presParOf" srcId="{5711A8AF-7FEE-45AC-BC7F-423D9F2B05E2}" destId="{3BF34300-69B6-400C-A248-AECE1F7BB955}" srcOrd="5" destOrd="0" presId="urn:microsoft.com/office/officeart/2008/layout/PictureAccentList"/>
    <dgm:cxn modelId="{47A7D002-669E-4AD7-AE07-426313F89EBD}" type="presParOf" srcId="{3BF34300-69B6-400C-A248-AECE1F7BB955}" destId="{FFC86059-D624-40FC-9764-7169490CE198}" srcOrd="0" destOrd="0" presId="urn:microsoft.com/office/officeart/2008/layout/PictureAccentList"/>
    <dgm:cxn modelId="{672FDB3A-C179-4167-AF02-066B77E99950}" type="presParOf" srcId="{3BF34300-69B6-400C-A248-AECE1F7BB955}" destId="{D355510D-29A6-4A95-A7C6-259A149A787E}" srcOrd="1" destOrd="0" presId="urn:microsoft.com/office/officeart/2008/layout/PictureAccentList"/>
    <dgm:cxn modelId="{9BCD137E-6AE0-4707-AD9C-394D89BAADF8}" type="presParOf" srcId="{5711A8AF-7FEE-45AC-BC7F-423D9F2B05E2}" destId="{96341ECF-DE80-47AD-9DE4-56084ED700E2}" srcOrd="6" destOrd="0" presId="urn:microsoft.com/office/officeart/2008/layout/PictureAccentList"/>
    <dgm:cxn modelId="{0B3FA3B4-A29C-4CF6-8BCA-8833BB4C27C7}" type="presParOf" srcId="{96341ECF-DE80-47AD-9DE4-56084ED700E2}" destId="{D504AA15-27E5-41D8-8629-A6ECB151CDB0}" srcOrd="0" destOrd="0" presId="urn:microsoft.com/office/officeart/2008/layout/PictureAccentList"/>
    <dgm:cxn modelId="{FE459742-7B8C-4F80-BAC1-580F2D79B9AD}" type="presParOf" srcId="{96341ECF-DE80-47AD-9DE4-56084ED700E2}" destId="{90042E1F-45D6-4DE1-BD0B-45E38C20E5C9}" srcOrd="1" destOrd="0" presId="urn:microsoft.com/office/officeart/2008/layout/PictureAccentList"/>
    <dgm:cxn modelId="{40CFDEAA-CAD3-4223-8144-A83F1173A078}" type="presParOf" srcId="{2FE9878E-8CAD-4AB7-89C5-CAE9529326B4}" destId="{5AF9AABC-D353-48D7-9E45-08643319AD10}" srcOrd="2" destOrd="0" presId="urn:microsoft.com/office/officeart/2008/layout/PictureAccentList"/>
    <dgm:cxn modelId="{9943EE98-E2F3-41A6-840C-4B16A31F8200}" type="presParOf" srcId="{5AF9AABC-D353-48D7-9E45-08643319AD10}" destId="{FC8FD02C-327F-447B-97E9-E7115835C1C5}" srcOrd="0" destOrd="0" presId="urn:microsoft.com/office/officeart/2008/layout/PictureAccentList"/>
    <dgm:cxn modelId="{EE7A7271-74D7-43F9-8EA7-B27DE9ECBE79}" type="presParOf" srcId="{FC8FD02C-327F-447B-97E9-E7115835C1C5}" destId="{4D3154D6-B60F-4022-9AFC-B9D0CC58C21F}" srcOrd="0" destOrd="0" presId="urn:microsoft.com/office/officeart/2008/layout/PictureAccentList"/>
    <dgm:cxn modelId="{64D4A692-F6A8-4BC8-9D51-CDF827754DA5}" type="presParOf" srcId="{5AF9AABC-D353-48D7-9E45-08643319AD10}" destId="{122E4907-328A-460C-8691-1E043BEA7461}" srcOrd="1" destOrd="0" presId="urn:microsoft.com/office/officeart/2008/layout/PictureAccentList"/>
    <dgm:cxn modelId="{4AB6C665-966B-4B2B-BE1B-6A8F9A9B590A}" type="presParOf" srcId="{122E4907-328A-460C-8691-1E043BEA7461}" destId="{DD2D93A5-F865-4BB8-A4FB-DD55A81B67D7}" srcOrd="0" destOrd="0" presId="urn:microsoft.com/office/officeart/2008/layout/PictureAccentList"/>
    <dgm:cxn modelId="{78CE78FB-110C-48B3-A140-340253DBA401}" type="presParOf" srcId="{DD2D93A5-F865-4BB8-A4FB-DD55A81B67D7}" destId="{B9B055B9-C3CD-48B7-B982-D475ACFCD0E7}" srcOrd="0" destOrd="0" presId="urn:microsoft.com/office/officeart/2008/layout/PictureAccentList"/>
    <dgm:cxn modelId="{382C2A7D-525C-41DC-A5B7-20E50F37BEF4}" type="presParOf" srcId="{DD2D93A5-F865-4BB8-A4FB-DD55A81B67D7}" destId="{70DF5B22-9739-4875-8F2A-14FA0D289BE9}" srcOrd="1" destOrd="0" presId="urn:microsoft.com/office/officeart/2008/layout/PictureAccentList"/>
    <dgm:cxn modelId="{4BA2C480-A54B-46E6-A47D-14DA57773A31}" type="presParOf" srcId="{122E4907-328A-460C-8691-1E043BEA7461}" destId="{342E0E7B-0EBB-4CBF-9565-45BC6CB0BA48}" srcOrd="1" destOrd="0" presId="urn:microsoft.com/office/officeart/2008/layout/PictureAccentList"/>
    <dgm:cxn modelId="{1D9FA002-6DA0-4EBD-B7D7-B923B8519624}" type="presParOf" srcId="{342E0E7B-0EBB-4CBF-9565-45BC6CB0BA48}" destId="{5D5442EE-7BC0-45BF-BF5D-9AE81721EA0F}" srcOrd="0" destOrd="0" presId="urn:microsoft.com/office/officeart/2008/layout/PictureAccentList"/>
    <dgm:cxn modelId="{A8BB57B2-F49F-4945-8DE0-39E1C4787C08}" type="presParOf" srcId="{342E0E7B-0EBB-4CBF-9565-45BC6CB0BA48}" destId="{FA6FB898-050E-4138-B88D-B75B5CEB2255}" srcOrd="1" destOrd="0" presId="urn:microsoft.com/office/officeart/2008/layout/PictureAccentList"/>
    <dgm:cxn modelId="{1F380E5C-BF96-425E-89B1-304C5DE56341}" type="presParOf" srcId="{122E4907-328A-460C-8691-1E043BEA7461}" destId="{CDDFDCEA-EA74-40B7-9868-D8EAB8D60DD7}" srcOrd="2" destOrd="0" presId="urn:microsoft.com/office/officeart/2008/layout/PictureAccentList"/>
    <dgm:cxn modelId="{3104240A-1320-4AE5-8898-8781E5C04EB4}" type="presParOf" srcId="{CDDFDCEA-EA74-40B7-9868-D8EAB8D60DD7}" destId="{88D5AF92-C238-42D8-8770-67DBBF923132}" srcOrd="0" destOrd="0" presId="urn:microsoft.com/office/officeart/2008/layout/PictureAccentList"/>
    <dgm:cxn modelId="{E6E8134D-3ED3-40F4-8295-F21EDB30CF29}" type="presParOf" srcId="{CDDFDCEA-EA74-40B7-9868-D8EAB8D60DD7}" destId="{1AF425D0-DE52-4B8D-AC4F-9BE04CC87064}" srcOrd="1" destOrd="0" presId="urn:microsoft.com/office/officeart/2008/layout/PictureAccentList"/>
    <dgm:cxn modelId="{DB163AAB-A9A1-4201-9023-D3178BBBDB7C}" type="presParOf" srcId="{122E4907-328A-460C-8691-1E043BEA7461}" destId="{D5A2801D-5768-4E7A-BB04-96225913265D}" srcOrd="3" destOrd="0" presId="urn:microsoft.com/office/officeart/2008/layout/PictureAccentList"/>
    <dgm:cxn modelId="{81684137-D76C-4F86-A57C-51B9F4416C0B}" type="presParOf" srcId="{D5A2801D-5768-4E7A-BB04-96225913265D}" destId="{9C39108E-435B-4162-8581-48791C073AA9}" srcOrd="0" destOrd="0" presId="urn:microsoft.com/office/officeart/2008/layout/PictureAccentList"/>
    <dgm:cxn modelId="{B586E960-6880-4298-9726-48A9D89E3A3B}" type="presParOf" srcId="{D5A2801D-5768-4E7A-BB04-96225913265D}" destId="{BF4CC417-1186-4230-AD5B-6D91D113EF0C}" srcOrd="1" destOrd="0" presId="urn:microsoft.com/office/officeart/2008/layout/PictureAccentList"/>
    <dgm:cxn modelId="{64ACD2D8-7B6A-4B9E-9BC9-C4FEA5873A83}" type="presParOf" srcId="{122E4907-328A-460C-8691-1E043BEA7461}" destId="{CA67950C-6F0F-444C-AB60-7578C338503A}" srcOrd="4" destOrd="0" presId="urn:microsoft.com/office/officeart/2008/layout/PictureAccentList"/>
    <dgm:cxn modelId="{75108826-A99E-4E86-A017-0D9EC9CD234C}" type="presParOf" srcId="{CA67950C-6F0F-444C-AB60-7578C338503A}" destId="{3B215195-5F87-4FEF-BD94-13AA26E875F2}" srcOrd="0" destOrd="0" presId="urn:microsoft.com/office/officeart/2008/layout/PictureAccentList"/>
    <dgm:cxn modelId="{ED9B689B-E119-406A-9511-67A564C79D47}" type="presParOf" srcId="{CA67950C-6F0F-444C-AB60-7578C338503A}" destId="{0DB3C14E-245F-4F4B-A0DE-399F2F631D0F}" srcOrd="1" destOrd="0" presId="urn:microsoft.com/office/officeart/2008/layout/PictureAccentList"/>
    <dgm:cxn modelId="{BCFCF1A8-927F-434D-A29D-A33E502BF71B}" type="presParOf" srcId="{122E4907-328A-460C-8691-1E043BEA7461}" destId="{E36936B9-EB40-4FFB-AA2F-92BAD93DA57A}" srcOrd="5" destOrd="0" presId="urn:microsoft.com/office/officeart/2008/layout/PictureAccentList"/>
    <dgm:cxn modelId="{8C564568-89AE-4A46-8D70-C1E1BBEF7E3B}" type="presParOf" srcId="{E36936B9-EB40-4FFB-AA2F-92BAD93DA57A}" destId="{E100C3B7-2558-4803-9D91-8B820ED963D1}" srcOrd="0" destOrd="0" presId="urn:microsoft.com/office/officeart/2008/layout/PictureAccentList"/>
    <dgm:cxn modelId="{7ADBFC1B-994D-4522-873C-62346BB2C700}" type="presParOf" srcId="{E36936B9-EB40-4FFB-AA2F-92BAD93DA57A}" destId="{457638FC-A3FB-4A3D-88A3-C0CDD0967E72}" srcOrd="1" destOrd="0" presId="urn:microsoft.com/office/officeart/2008/layout/PictureAccentList"/>
    <dgm:cxn modelId="{4043170D-DE87-4456-AE82-FD371DAF6B32}" type="presParOf" srcId="{122E4907-328A-460C-8691-1E043BEA7461}" destId="{58923C34-47A6-42CE-B8BF-D4EB3D5C10AD}" srcOrd="6" destOrd="0" presId="urn:microsoft.com/office/officeart/2008/layout/PictureAccentList"/>
    <dgm:cxn modelId="{442A1B71-BCFA-47DC-B1EF-8D2FE1A72B9F}" type="presParOf" srcId="{58923C34-47A6-42CE-B8BF-D4EB3D5C10AD}" destId="{A34491CD-89CF-497C-82D5-2DD271105377}" srcOrd="0" destOrd="0" presId="urn:microsoft.com/office/officeart/2008/layout/PictureAccentList"/>
    <dgm:cxn modelId="{17C38539-3630-4A84-8E3A-0BE81DCDCCEB}" type="presParOf" srcId="{58923C34-47A6-42CE-B8BF-D4EB3D5C10AD}" destId="{448DA641-69E2-4809-A5D5-A91757C8D4FA}" srcOrd="1" destOrd="0" presId="urn:microsoft.com/office/officeart/2008/layout/PictureAccentList"/>
    <dgm:cxn modelId="{8D4379FA-D3D6-4C54-9F1A-C73CF45EFECE}" type="presParOf" srcId="{122E4907-328A-460C-8691-1E043BEA7461}" destId="{610581AC-44C8-42AF-ABDD-AF56C61A0A20}" srcOrd="7" destOrd="0" presId="urn:microsoft.com/office/officeart/2008/layout/PictureAccentList"/>
    <dgm:cxn modelId="{9E46678F-B1E6-440C-BFB7-BB8E690B79F9}" type="presParOf" srcId="{610581AC-44C8-42AF-ABDD-AF56C61A0A20}" destId="{3F4B38C7-0136-419B-B716-232B61B33FCB}" srcOrd="0" destOrd="0" presId="urn:microsoft.com/office/officeart/2008/layout/PictureAccentList"/>
    <dgm:cxn modelId="{5C292808-D0FA-43FD-8495-3ACE57B6F5AB}" type="presParOf" srcId="{610581AC-44C8-42AF-ABDD-AF56C61A0A20}" destId="{3D2A943A-717C-4943-BB94-BA88234539BB}" srcOrd="1" destOrd="0" presId="urn:microsoft.com/office/officeart/2008/layout/PictureAccentList"/>
    <dgm:cxn modelId="{3D9A6DD1-5C71-4DCF-B4BE-CF0C1C3E054C}" type="presParOf" srcId="{122E4907-328A-460C-8691-1E043BEA7461}" destId="{141930BC-2FB1-44E0-B21E-0378B677A75E}" srcOrd="8" destOrd="0" presId="urn:microsoft.com/office/officeart/2008/layout/PictureAccentList"/>
    <dgm:cxn modelId="{945925A4-BDA6-4228-B857-BACF98D545FC}" type="presParOf" srcId="{141930BC-2FB1-44E0-B21E-0378B677A75E}" destId="{A6ABA017-0D10-44C5-BCEE-CD0DF141B535}" srcOrd="0" destOrd="0" presId="urn:microsoft.com/office/officeart/2008/layout/PictureAccentList"/>
    <dgm:cxn modelId="{F2D24863-3271-47F9-95B5-BB0176256D39}" type="presParOf" srcId="{141930BC-2FB1-44E0-B21E-0378B677A75E}" destId="{54FE1128-ED55-446C-BE19-3C8A7A92491F}" srcOrd="1" destOrd="0" presId="urn:microsoft.com/office/officeart/2008/layout/PictureAccentList"/>
    <dgm:cxn modelId="{0650F511-A6F0-4135-AF39-6824800B9649}" type="presParOf" srcId="{122E4907-328A-460C-8691-1E043BEA7461}" destId="{BD357CA2-B460-4713-96EC-BC9C6BB90150}" srcOrd="9" destOrd="0" presId="urn:microsoft.com/office/officeart/2008/layout/PictureAccentList"/>
    <dgm:cxn modelId="{A6F0D8AF-1DA7-4ABE-BC31-1B93EB88F8DF}" type="presParOf" srcId="{BD357CA2-B460-4713-96EC-BC9C6BB90150}" destId="{6AD8CABF-9F91-442C-87AD-408B65C5EF05}" srcOrd="0" destOrd="0" presId="urn:microsoft.com/office/officeart/2008/layout/PictureAccentList"/>
    <dgm:cxn modelId="{1B514158-862A-46AB-91E9-4D1FC378EAF7}" type="presParOf" srcId="{BD357CA2-B460-4713-96EC-BC9C6BB90150}" destId="{376DA73C-3FD8-486A-9E82-DB3EEDBC6509}" srcOrd="1" destOrd="0" presId="urn:microsoft.com/office/officeart/2008/layout/PictureAccentList"/>
    <dgm:cxn modelId="{C57623FD-2F3E-4851-BC91-4C183D482337}" type="presParOf" srcId="{122E4907-328A-460C-8691-1E043BEA7461}" destId="{8F9B82AB-35AD-418C-B4FA-98DD2645CE60}" srcOrd="10" destOrd="0" presId="urn:microsoft.com/office/officeart/2008/layout/PictureAccentList"/>
    <dgm:cxn modelId="{D4DCA9BA-F3F7-4622-8C41-0184A74EFB16}" type="presParOf" srcId="{8F9B82AB-35AD-418C-B4FA-98DD2645CE60}" destId="{D01E2590-24C4-4460-B40B-73221582E909}" srcOrd="0" destOrd="0" presId="urn:microsoft.com/office/officeart/2008/layout/PictureAccentList"/>
    <dgm:cxn modelId="{897BFAA6-412C-4A84-8DA9-D06157B70620}" type="presParOf" srcId="{8F9B82AB-35AD-418C-B4FA-98DD2645CE60}" destId="{A9AE038C-6B1B-4DF3-9D08-E54B336EF153}" srcOrd="1" destOrd="0" presId="urn:microsoft.com/office/officeart/2008/layout/Picture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3576BE3-C82C-4E04-84B7-A5CB35DCDAE1}" type="doc">
      <dgm:prSet loTypeId="urn:microsoft.com/office/officeart/2005/8/layout/default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BC208AEE-D909-4249-B53E-1F9DFEEF26DC}">
      <dgm:prSet/>
      <dgm:spPr/>
      <dgm:t>
        <a:bodyPr/>
        <a:lstStyle/>
        <a:p>
          <a:r>
            <a:rPr lang="en-US" b="0" i="0"/>
            <a:t>Class</a:t>
          </a:r>
          <a:endParaRPr lang="en-US"/>
        </a:p>
      </dgm:t>
    </dgm:pt>
    <dgm:pt modelId="{67544F14-4343-400E-B581-072F70CA7AEC}" type="parTrans" cxnId="{1E47FB75-FC38-447A-81D3-53CAC5991329}">
      <dgm:prSet/>
      <dgm:spPr/>
      <dgm:t>
        <a:bodyPr/>
        <a:lstStyle/>
        <a:p>
          <a:endParaRPr lang="en-US"/>
        </a:p>
      </dgm:t>
    </dgm:pt>
    <dgm:pt modelId="{578AE998-7AA6-4387-B51B-3FEA74F8A6B2}" type="sibTrans" cxnId="{1E47FB75-FC38-447A-81D3-53CAC5991329}">
      <dgm:prSet/>
      <dgm:spPr/>
      <dgm:t>
        <a:bodyPr/>
        <a:lstStyle/>
        <a:p>
          <a:endParaRPr lang="en-US"/>
        </a:p>
      </dgm:t>
    </dgm:pt>
    <dgm:pt modelId="{8F936286-E319-415F-A664-608CA92BFD1C}">
      <dgm:prSet/>
      <dgm:spPr/>
      <dgm:t>
        <a:bodyPr/>
        <a:lstStyle/>
        <a:p>
          <a:r>
            <a:rPr lang="en-US" b="0" i="0"/>
            <a:t>Object</a:t>
          </a:r>
          <a:endParaRPr lang="en-US"/>
        </a:p>
      </dgm:t>
    </dgm:pt>
    <dgm:pt modelId="{EA565243-0B6C-43D6-BC49-E71C78BF73C0}" type="parTrans" cxnId="{B6E412AB-5553-48F3-B494-231EE75902CE}">
      <dgm:prSet/>
      <dgm:spPr/>
      <dgm:t>
        <a:bodyPr/>
        <a:lstStyle/>
        <a:p>
          <a:endParaRPr lang="en-US"/>
        </a:p>
      </dgm:t>
    </dgm:pt>
    <dgm:pt modelId="{1811F103-2388-46ED-8DB0-44A7234F0B88}" type="sibTrans" cxnId="{B6E412AB-5553-48F3-B494-231EE75902CE}">
      <dgm:prSet/>
      <dgm:spPr/>
      <dgm:t>
        <a:bodyPr/>
        <a:lstStyle/>
        <a:p>
          <a:endParaRPr lang="en-US"/>
        </a:p>
      </dgm:t>
    </dgm:pt>
    <dgm:pt modelId="{B4B71382-58E4-4416-868F-68653052E429}">
      <dgm:prSet/>
      <dgm:spPr/>
      <dgm:t>
        <a:bodyPr/>
        <a:lstStyle/>
        <a:p>
          <a:r>
            <a:rPr lang="en-US" b="0" i="0"/>
            <a:t>Constructors</a:t>
          </a:r>
          <a:endParaRPr lang="en-US"/>
        </a:p>
      </dgm:t>
    </dgm:pt>
    <dgm:pt modelId="{8457F895-1A9F-4F04-BF1F-2DE51C3725C3}" type="parTrans" cxnId="{B48207B0-69E2-4169-9675-9CA629C7C937}">
      <dgm:prSet/>
      <dgm:spPr/>
      <dgm:t>
        <a:bodyPr/>
        <a:lstStyle/>
        <a:p>
          <a:endParaRPr lang="en-US"/>
        </a:p>
      </dgm:t>
    </dgm:pt>
    <dgm:pt modelId="{5E436325-DC4C-4A91-B547-B78DF1245A1C}" type="sibTrans" cxnId="{B48207B0-69E2-4169-9675-9CA629C7C937}">
      <dgm:prSet/>
      <dgm:spPr/>
      <dgm:t>
        <a:bodyPr/>
        <a:lstStyle/>
        <a:p>
          <a:endParaRPr lang="en-US"/>
        </a:p>
      </dgm:t>
    </dgm:pt>
    <dgm:pt modelId="{4D1B438F-6EDF-4059-A944-59E81C74AF7B}">
      <dgm:prSet/>
      <dgm:spPr/>
      <dgm:t>
        <a:bodyPr/>
        <a:lstStyle/>
        <a:p>
          <a:r>
            <a:rPr lang="en-US" b="0" i="0"/>
            <a:t>Inheritance</a:t>
          </a:r>
          <a:endParaRPr lang="en-US"/>
        </a:p>
      </dgm:t>
    </dgm:pt>
    <dgm:pt modelId="{8D100B5A-A65A-4D23-A92E-AF98020741A4}" type="parTrans" cxnId="{0F4B0139-8DDA-48B5-AAD0-3003FADA808B}">
      <dgm:prSet/>
      <dgm:spPr/>
      <dgm:t>
        <a:bodyPr/>
        <a:lstStyle/>
        <a:p>
          <a:endParaRPr lang="en-US"/>
        </a:p>
      </dgm:t>
    </dgm:pt>
    <dgm:pt modelId="{FF2A5D74-1A7E-417E-AC31-18E07AD538EE}" type="sibTrans" cxnId="{0F4B0139-8DDA-48B5-AAD0-3003FADA808B}">
      <dgm:prSet/>
      <dgm:spPr/>
      <dgm:t>
        <a:bodyPr/>
        <a:lstStyle/>
        <a:p>
          <a:endParaRPr lang="en-US"/>
        </a:p>
      </dgm:t>
    </dgm:pt>
    <dgm:pt modelId="{23391F24-BC98-420F-8F8A-DDCD5E5333AF}">
      <dgm:prSet/>
      <dgm:spPr/>
      <dgm:t>
        <a:bodyPr/>
        <a:lstStyle/>
        <a:p>
          <a:r>
            <a:rPr lang="en-US" b="0" i="0"/>
            <a:t>Method Overriding</a:t>
          </a:r>
          <a:endParaRPr lang="en-US"/>
        </a:p>
      </dgm:t>
    </dgm:pt>
    <dgm:pt modelId="{96A43831-CAD8-4563-BE09-12D5BEA024D3}" type="parTrans" cxnId="{EC583614-70CC-4781-897D-FB93AC9AE824}">
      <dgm:prSet/>
      <dgm:spPr/>
      <dgm:t>
        <a:bodyPr/>
        <a:lstStyle/>
        <a:p>
          <a:endParaRPr lang="en-US"/>
        </a:p>
      </dgm:t>
    </dgm:pt>
    <dgm:pt modelId="{AA67026B-14C8-4096-8341-ED3B5C9EA5E1}" type="sibTrans" cxnId="{EC583614-70CC-4781-897D-FB93AC9AE824}">
      <dgm:prSet/>
      <dgm:spPr/>
      <dgm:t>
        <a:bodyPr/>
        <a:lstStyle/>
        <a:p>
          <a:endParaRPr lang="en-US"/>
        </a:p>
      </dgm:t>
    </dgm:pt>
    <dgm:pt modelId="{7242E432-94C3-4B63-B5C3-B8849C74192F}">
      <dgm:prSet custT="1"/>
      <dgm:spPr>
        <a:gradFill rotWithShape="0">
          <a:gsLst>
            <a:gs pos="0">
              <a:srgbClr val="21212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rgbClr>
            </a:gs>
            <a:gs pos="100000">
              <a:srgbClr val="21212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  <dgm:t>
        <a:bodyPr spcFirstLastPara="0" vert="horz" wrap="square" lIns="68580" tIns="68580" rIns="68580" bIns="6858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>
              <a:solidFill>
                <a:srgbClr val="FFFFFF"/>
              </a:solidFill>
              <a:latin typeface="Arial"/>
              <a:ea typeface="+mn-ea"/>
              <a:cs typeface="+mn-cs"/>
            </a:rPr>
            <a:t>Encapsulation</a:t>
          </a:r>
        </a:p>
      </dgm:t>
    </dgm:pt>
    <dgm:pt modelId="{103C9E24-5F1C-4A64-B0AD-D5EB288E28D2}" type="parTrans" cxnId="{9F6C373E-58ED-4251-BDE2-D561E3BFA6D4}">
      <dgm:prSet/>
      <dgm:spPr/>
      <dgm:t>
        <a:bodyPr/>
        <a:lstStyle/>
        <a:p>
          <a:endParaRPr lang="en-US"/>
        </a:p>
      </dgm:t>
    </dgm:pt>
    <dgm:pt modelId="{4B66E171-743C-4600-8177-5439A4064CF9}" type="sibTrans" cxnId="{9F6C373E-58ED-4251-BDE2-D561E3BFA6D4}">
      <dgm:prSet/>
      <dgm:spPr/>
      <dgm:t>
        <a:bodyPr/>
        <a:lstStyle/>
        <a:p>
          <a:endParaRPr lang="en-US"/>
        </a:p>
      </dgm:t>
    </dgm:pt>
    <dgm:pt modelId="{E21AC82F-1B08-4630-9571-E3809975274B}">
      <dgm:prSet custT="1"/>
      <dgm:spPr>
        <a:solidFill>
          <a:schemeClr val="accent1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  <dgm:t>
        <a:bodyPr spcFirstLastPara="0" vert="horz" wrap="square" lIns="68580" tIns="68580" rIns="68580" bIns="6858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>
              <a:solidFill>
                <a:srgbClr val="FFFFFF"/>
              </a:solidFill>
              <a:latin typeface="Arial"/>
              <a:ea typeface="+mn-ea"/>
              <a:cs typeface="+mn-cs"/>
            </a:rPr>
            <a:t>Interfaces</a:t>
          </a:r>
        </a:p>
      </dgm:t>
    </dgm:pt>
    <dgm:pt modelId="{0D883B75-5F86-45A8-BE35-1CAFB1500B1E}" type="parTrans" cxnId="{0F5B3026-CC8F-42F2-B272-32572566BF3C}">
      <dgm:prSet/>
      <dgm:spPr/>
      <dgm:t>
        <a:bodyPr/>
        <a:lstStyle/>
        <a:p>
          <a:endParaRPr lang="en-US"/>
        </a:p>
      </dgm:t>
    </dgm:pt>
    <dgm:pt modelId="{4E5D38AD-412B-4B3C-A83E-D2A603DE3120}" type="sibTrans" cxnId="{0F5B3026-CC8F-42F2-B272-32572566BF3C}">
      <dgm:prSet/>
      <dgm:spPr/>
      <dgm:t>
        <a:bodyPr/>
        <a:lstStyle/>
        <a:p>
          <a:endParaRPr lang="en-US"/>
        </a:p>
      </dgm:t>
    </dgm:pt>
    <dgm:pt modelId="{0FED0885-C780-4906-A0EE-5FA487FE8329}">
      <dgm:prSet/>
      <dgm:spPr/>
      <dgm:t>
        <a:bodyPr/>
        <a:lstStyle/>
        <a:p>
          <a:r>
            <a:rPr lang="en-US" b="0" i="0"/>
            <a:t>Abstractions</a:t>
          </a:r>
          <a:endParaRPr lang="en-US"/>
        </a:p>
      </dgm:t>
    </dgm:pt>
    <dgm:pt modelId="{BE30C400-6413-4CB7-AD3F-4B945FEDE0F8}" type="parTrans" cxnId="{31CD879F-C27D-4861-801F-9D044E992E46}">
      <dgm:prSet/>
      <dgm:spPr/>
      <dgm:t>
        <a:bodyPr/>
        <a:lstStyle/>
        <a:p>
          <a:endParaRPr lang="en-US"/>
        </a:p>
      </dgm:t>
    </dgm:pt>
    <dgm:pt modelId="{1483EC2B-C23F-4EE1-B9E2-C61F7C683C73}" type="sibTrans" cxnId="{31CD879F-C27D-4861-801F-9D044E992E46}">
      <dgm:prSet/>
      <dgm:spPr/>
      <dgm:t>
        <a:bodyPr/>
        <a:lstStyle/>
        <a:p>
          <a:endParaRPr lang="en-US"/>
        </a:p>
      </dgm:t>
    </dgm:pt>
    <dgm:pt modelId="{2F65EA6F-79CE-416A-A066-ECD3526E85BA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b="0" i="0"/>
            <a:t>Polymorphism</a:t>
          </a:r>
          <a:endParaRPr lang="en-US"/>
        </a:p>
      </dgm:t>
    </dgm:pt>
    <dgm:pt modelId="{51576630-CD5A-42E8-81FE-5234F60925EB}" type="parTrans" cxnId="{1CFBF95E-FC64-4861-8836-64A6782782E4}">
      <dgm:prSet/>
      <dgm:spPr/>
      <dgm:t>
        <a:bodyPr/>
        <a:lstStyle/>
        <a:p>
          <a:endParaRPr lang="en-US"/>
        </a:p>
      </dgm:t>
    </dgm:pt>
    <dgm:pt modelId="{818C2637-AF75-4429-8E9C-4F95BE423E38}" type="sibTrans" cxnId="{1CFBF95E-FC64-4861-8836-64A6782782E4}">
      <dgm:prSet/>
      <dgm:spPr/>
      <dgm:t>
        <a:bodyPr/>
        <a:lstStyle/>
        <a:p>
          <a:endParaRPr lang="en-US"/>
        </a:p>
      </dgm:t>
    </dgm:pt>
    <dgm:pt modelId="{68989405-8449-4C74-BE9A-572BC16C06A1}" type="pres">
      <dgm:prSet presAssocID="{03576BE3-C82C-4E04-84B7-A5CB35DCDAE1}" presName="diagram" presStyleCnt="0">
        <dgm:presLayoutVars>
          <dgm:dir/>
          <dgm:resizeHandles val="exact"/>
        </dgm:presLayoutVars>
      </dgm:prSet>
      <dgm:spPr/>
    </dgm:pt>
    <dgm:pt modelId="{70785BD3-16D9-4705-BE35-EF98976227DB}" type="pres">
      <dgm:prSet presAssocID="{BC208AEE-D909-4249-B53E-1F9DFEEF26DC}" presName="node" presStyleLbl="node1" presStyleIdx="0" presStyleCnt="9">
        <dgm:presLayoutVars>
          <dgm:bulletEnabled val="1"/>
        </dgm:presLayoutVars>
      </dgm:prSet>
      <dgm:spPr/>
    </dgm:pt>
    <dgm:pt modelId="{28727574-39A2-4384-A2F9-407DEF952BFC}" type="pres">
      <dgm:prSet presAssocID="{578AE998-7AA6-4387-B51B-3FEA74F8A6B2}" presName="sibTrans" presStyleCnt="0"/>
      <dgm:spPr/>
    </dgm:pt>
    <dgm:pt modelId="{FD48D3B7-C1BE-401E-9B6A-55506963CB1E}" type="pres">
      <dgm:prSet presAssocID="{8F936286-E319-415F-A664-608CA92BFD1C}" presName="node" presStyleLbl="node1" presStyleIdx="1" presStyleCnt="9">
        <dgm:presLayoutVars>
          <dgm:bulletEnabled val="1"/>
        </dgm:presLayoutVars>
      </dgm:prSet>
      <dgm:spPr/>
    </dgm:pt>
    <dgm:pt modelId="{32D7D9AD-0519-4131-8FDE-273BE53ABDB2}" type="pres">
      <dgm:prSet presAssocID="{1811F103-2388-46ED-8DB0-44A7234F0B88}" presName="sibTrans" presStyleCnt="0"/>
      <dgm:spPr/>
    </dgm:pt>
    <dgm:pt modelId="{9A3FD822-16A8-4D54-A470-B2F6C7194E1D}" type="pres">
      <dgm:prSet presAssocID="{B4B71382-58E4-4416-868F-68653052E429}" presName="node" presStyleLbl="node1" presStyleIdx="2" presStyleCnt="9">
        <dgm:presLayoutVars>
          <dgm:bulletEnabled val="1"/>
        </dgm:presLayoutVars>
      </dgm:prSet>
      <dgm:spPr/>
    </dgm:pt>
    <dgm:pt modelId="{DE362C53-8435-496A-BC97-D8EAD0180513}" type="pres">
      <dgm:prSet presAssocID="{5E436325-DC4C-4A91-B547-B78DF1245A1C}" presName="sibTrans" presStyleCnt="0"/>
      <dgm:spPr/>
    </dgm:pt>
    <dgm:pt modelId="{BB92803F-D4C8-4239-9612-D29362550511}" type="pres">
      <dgm:prSet presAssocID="{4D1B438F-6EDF-4059-A944-59E81C74AF7B}" presName="node" presStyleLbl="node1" presStyleIdx="3" presStyleCnt="9">
        <dgm:presLayoutVars>
          <dgm:bulletEnabled val="1"/>
        </dgm:presLayoutVars>
      </dgm:prSet>
      <dgm:spPr/>
    </dgm:pt>
    <dgm:pt modelId="{9B7C1D43-0A8B-4686-87FF-D00840EEB816}" type="pres">
      <dgm:prSet presAssocID="{FF2A5D74-1A7E-417E-AC31-18E07AD538EE}" presName="sibTrans" presStyleCnt="0"/>
      <dgm:spPr/>
    </dgm:pt>
    <dgm:pt modelId="{202CC41C-21A3-4FFE-BE8A-2D77421EB60F}" type="pres">
      <dgm:prSet presAssocID="{23391F24-BC98-420F-8F8A-DDCD5E5333AF}" presName="node" presStyleLbl="node1" presStyleIdx="4" presStyleCnt="9">
        <dgm:presLayoutVars>
          <dgm:bulletEnabled val="1"/>
        </dgm:presLayoutVars>
      </dgm:prSet>
      <dgm:spPr/>
    </dgm:pt>
    <dgm:pt modelId="{EA00E885-B734-4C8C-A95D-31ADBBA76C6F}" type="pres">
      <dgm:prSet presAssocID="{AA67026B-14C8-4096-8341-ED3B5C9EA5E1}" presName="sibTrans" presStyleCnt="0"/>
      <dgm:spPr/>
    </dgm:pt>
    <dgm:pt modelId="{B3D61577-38EF-4E44-86DB-9A83F71150E5}" type="pres">
      <dgm:prSet presAssocID="{7242E432-94C3-4B63-B5C3-B8849C74192F}" presName="node" presStyleLbl="node1" presStyleIdx="5" presStyleCnt="9">
        <dgm:presLayoutVars>
          <dgm:bulletEnabled val="1"/>
        </dgm:presLayoutVars>
      </dgm:prSet>
      <dgm:spPr>
        <a:xfrm>
          <a:off x="2547859" y="1142935"/>
          <a:ext cx="1630896" cy="978537"/>
        </a:xfrm>
        <a:prstGeom prst="rect">
          <a:avLst/>
        </a:prstGeom>
      </dgm:spPr>
    </dgm:pt>
    <dgm:pt modelId="{8753299F-CA97-4723-9A7D-2C71E3D53ECD}" type="pres">
      <dgm:prSet presAssocID="{4B66E171-743C-4600-8177-5439A4064CF9}" presName="sibTrans" presStyleCnt="0"/>
      <dgm:spPr/>
    </dgm:pt>
    <dgm:pt modelId="{60E6A43E-F43B-4AF3-86AB-B40B39BB0DAB}" type="pres">
      <dgm:prSet presAssocID="{E21AC82F-1B08-4630-9571-E3809975274B}" presName="node" presStyleLbl="node1" presStyleIdx="6" presStyleCnt="9">
        <dgm:presLayoutVars>
          <dgm:bulletEnabled val="1"/>
        </dgm:presLayoutVars>
      </dgm:prSet>
      <dgm:spPr>
        <a:xfrm>
          <a:off x="4341844" y="1142935"/>
          <a:ext cx="1630896" cy="978537"/>
        </a:xfrm>
        <a:prstGeom prst="rect">
          <a:avLst/>
        </a:prstGeom>
      </dgm:spPr>
    </dgm:pt>
    <dgm:pt modelId="{11837523-631A-48DA-9B1A-C23FBAD2207B}" type="pres">
      <dgm:prSet presAssocID="{4E5D38AD-412B-4B3C-A83E-D2A603DE3120}" presName="sibTrans" presStyleCnt="0"/>
      <dgm:spPr/>
    </dgm:pt>
    <dgm:pt modelId="{9A806A5F-63C3-4492-84AB-11E3F7441EB8}" type="pres">
      <dgm:prSet presAssocID="{0FED0885-C780-4906-A0EE-5FA487FE8329}" presName="node" presStyleLbl="node1" presStyleIdx="7" presStyleCnt="9">
        <dgm:presLayoutVars>
          <dgm:bulletEnabled val="1"/>
        </dgm:presLayoutVars>
      </dgm:prSet>
      <dgm:spPr/>
    </dgm:pt>
    <dgm:pt modelId="{E97DCEA7-160F-4E5B-AC75-3C790FFD4A4C}" type="pres">
      <dgm:prSet presAssocID="{1483EC2B-C23F-4EE1-B9E2-C61F7C683C73}" presName="sibTrans" presStyleCnt="0"/>
      <dgm:spPr/>
    </dgm:pt>
    <dgm:pt modelId="{2066F880-56B1-45B8-9A49-E93FEA75B8AF}" type="pres">
      <dgm:prSet presAssocID="{2F65EA6F-79CE-416A-A066-ECD3526E85BA}" presName="node" presStyleLbl="node1" presStyleIdx="8" presStyleCnt="9">
        <dgm:presLayoutVars>
          <dgm:bulletEnabled val="1"/>
        </dgm:presLayoutVars>
      </dgm:prSet>
      <dgm:spPr/>
    </dgm:pt>
  </dgm:ptLst>
  <dgm:cxnLst>
    <dgm:cxn modelId="{EC583614-70CC-4781-897D-FB93AC9AE824}" srcId="{03576BE3-C82C-4E04-84B7-A5CB35DCDAE1}" destId="{23391F24-BC98-420F-8F8A-DDCD5E5333AF}" srcOrd="4" destOrd="0" parTransId="{96A43831-CAD8-4563-BE09-12D5BEA024D3}" sibTransId="{AA67026B-14C8-4096-8341-ED3B5C9EA5E1}"/>
    <dgm:cxn modelId="{5CEC2F1A-2AC5-42D3-8D23-CCD810542C1D}" type="presOf" srcId="{4D1B438F-6EDF-4059-A944-59E81C74AF7B}" destId="{BB92803F-D4C8-4239-9612-D29362550511}" srcOrd="0" destOrd="0" presId="urn:microsoft.com/office/officeart/2005/8/layout/default"/>
    <dgm:cxn modelId="{0F5B3026-CC8F-42F2-B272-32572566BF3C}" srcId="{03576BE3-C82C-4E04-84B7-A5CB35DCDAE1}" destId="{E21AC82F-1B08-4630-9571-E3809975274B}" srcOrd="6" destOrd="0" parTransId="{0D883B75-5F86-45A8-BE35-1CAFB1500B1E}" sibTransId="{4E5D38AD-412B-4B3C-A83E-D2A603DE3120}"/>
    <dgm:cxn modelId="{F8C5BC2C-A596-4012-A855-DEE383992404}" type="presOf" srcId="{7242E432-94C3-4B63-B5C3-B8849C74192F}" destId="{B3D61577-38EF-4E44-86DB-9A83F71150E5}" srcOrd="0" destOrd="0" presId="urn:microsoft.com/office/officeart/2005/8/layout/default"/>
    <dgm:cxn modelId="{0F4B0139-8DDA-48B5-AAD0-3003FADA808B}" srcId="{03576BE3-C82C-4E04-84B7-A5CB35DCDAE1}" destId="{4D1B438F-6EDF-4059-A944-59E81C74AF7B}" srcOrd="3" destOrd="0" parTransId="{8D100B5A-A65A-4D23-A92E-AF98020741A4}" sibTransId="{FF2A5D74-1A7E-417E-AC31-18E07AD538EE}"/>
    <dgm:cxn modelId="{9F6C373E-58ED-4251-BDE2-D561E3BFA6D4}" srcId="{03576BE3-C82C-4E04-84B7-A5CB35DCDAE1}" destId="{7242E432-94C3-4B63-B5C3-B8849C74192F}" srcOrd="5" destOrd="0" parTransId="{103C9E24-5F1C-4A64-B0AD-D5EB288E28D2}" sibTransId="{4B66E171-743C-4600-8177-5439A4064CF9}"/>
    <dgm:cxn modelId="{2E94655B-5AF0-453B-AA61-C7DDE48D67AE}" type="presOf" srcId="{2F65EA6F-79CE-416A-A066-ECD3526E85BA}" destId="{2066F880-56B1-45B8-9A49-E93FEA75B8AF}" srcOrd="0" destOrd="0" presId="urn:microsoft.com/office/officeart/2005/8/layout/default"/>
    <dgm:cxn modelId="{1159845B-1DAD-4E40-B432-5E003701C614}" type="presOf" srcId="{23391F24-BC98-420F-8F8A-DDCD5E5333AF}" destId="{202CC41C-21A3-4FFE-BE8A-2D77421EB60F}" srcOrd="0" destOrd="0" presId="urn:microsoft.com/office/officeart/2005/8/layout/default"/>
    <dgm:cxn modelId="{1CFBF95E-FC64-4861-8836-64A6782782E4}" srcId="{03576BE3-C82C-4E04-84B7-A5CB35DCDAE1}" destId="{2F65EA6F-79CE-416A-A066-ECD3526E85BA}" srcOrd="8" destOrd="0" parTransId="{51576630-CD5A-42E8-81FE-5234F60925EB}" sibTransId="{818C2637-AF75-4429-8E9C-4F95BE423E38}"/>
    <dgm:cxn modelId="{C91A0D42-4CF4-4055-B505-131223B64A3D}" type="presOf" srcId="{8F936286-E319-415F-A664-608CA92BFD1C}" destId="{FD48D3B7-C1BE-401E-9B6A-55506963CB1E}" srcOrd="0" destOrd="0" presId="urn:microsoft.com/office/officeart/2005/8/layout/default"/>
    <dgm:cxn modelId="{C723F443-C13F-4AB4-8C6D-05F93DE57147}" type="presOf" srcId="{BC208AEE-D909-4249-B53E-1F9DFEEF26DC}" destId="{70785BD3-16D9-4705-BE35-EF98976227DB}" srcOrd="0" destOrd="0" presId="urn:microsoft.com/office/officeart/2005/8/layout/default"/>
    <dgm:cxn modelId="{2979356F-A537-45EC-8F1F-34C7044F5B82}" type="presOf" srcId="{B4B71382-58E4-4416-868F-68653052E429}" destId="{9A3FD822-16A8-4D54-A470-B2F6C7194E1D}" srcOrd="0" destOrd="0" presId="urn:microsoft.com/office/officeart/2005/8/layout/default"/>
    <dgm:cxn modelId="{1E47FB75-FC38-447A-81D3-53CAC5991329}" srcId="{03576BE3-C82C-4E04-84B7-A5CB35DCDAE1}" destId="{BC208AEE-D909-4249-B53E-1F9DFEEF26DC}" srcOrd="0" destOrd="0" parTransId="{67544F14-4343-400E-B581-072F70CA7AEC}" sibTransId="{578AE998-7AA6-4387-B51B-3FEA74F8A6B2}"/>
    <dgm:cxn modelId="{E562548F-2219-44CE-BC4E-B700004FC0A6}" type="presOf" srcId="{0FED0885-C780-4906-A0EE-5FA487FE8329}" destId="{9A806A5F-63C3-4492-84AB-11E3F7441EB8}" srcOrd="0" destOrd="0" presId="urn:microsoft.com/office/officeart/2005/8/layout/default"/>
    <dgm:cxn modelId="{31CD879F-C27D-4861-801F-9D044E992E46}" srcId="{03576BE3-C82C-4E04-84B7-A5CB35DCDAE1}" destId="{0FED0885-C780-4906-A0EE-5FA487FE8329}" srcOrd="7" destOrd="0" parTransId="{BE30C400-6413-4CB7-AD3F-4B945FEDE0F8}" sibTransId="{1483EC2B-C23F-4EE1-B9E2-C61F7C683C73}"/>
    <dgm:cxn modelId="{B6E412AB-5553-48F3-B494-231EE75902CE}" srcId="{03576BE3-C82C-4E04-84B7-A5CB35DCDAE1}" destId="{8F936286-E319-415F-A664-608CA92BFD1C}" srcOrd="1" destOrd="0" parTransId="{EA565243-0B6C-43D6-BC49-E71C78BF73C0}" sibTransId="{1811F103-2388-46ED-8DB0-44A7234F0B88}"/>
    <dgm:cxn modelId="{B48207B0-69E2-4169-9675-9CA629C7C937}" srcId="{03576BE3-C82C-4E04-84B7-A5CB35DCDAE1}" destId="{B4B71382-58E4-4416-868F-68653052E429}" srcOrd="2" destOrd="0" parTransId="{8457F895-1A9F-4F04-BF1F-2DE51C3725C3}" sibTransId="{5E436325-DC4C-4A91-B547-B78DF1245A1C}"/>
    <dgm:cxn modelId="{00CA43B6-79EA-45F3-97D4-2AE724E87504}" type="presOf" srcId="{03576BE3-C82C-4E04-84B7-A5CB35DCDAE1}" destId="{68989405-8449-4C74-BE9A-572BC16C06A1}" srcOrd="0" destOrd="0" presId="urn:microsoft.com/office/officeart/2005/8/layout/default"/>
    <dgm:cxn modelId="{785092F2-05B8-47AD-A660-5DBB07C9B459}" type="presOf" srcId="{E21AC82F-1B08-4630-9571-E3809975274B}" destId="{60E6A43E-F43B-4AF3-86AB-B40B39BB0DAB}" srcOrd="0" destOrd="0" presId="urn:microsoft.com/office/officeart/2005/8/layout/default"/>
    <dgm:cxn modelId="{71C06328-1CB5-410E-9E3D-BC2A83D9A48C}" type="presParOf" srcId="{68989405-8449-4C74-BE9A-572BC16C06A1}" destId="{70785BD3-16D9-4705-BE35-EF98976227DB}" srcOrd="0" destOrd="0" presId="urn:microsoft.com/office/officeart/2005/8/layout/default"/>
    <dgm:cxn modelId="{7404F8DE-B09C-45CF-AB6B-9A6F0919848F}" type="presParOf" srcId="{68989405-8449-4C74-BE9A-572BC16C06A1}" destId="{28727574-39A2-4384-A2F9-407DEF952BFC}" srcOrd="1" destOrd="0" presId="urn:microsoft.com/office/officeart/2005/8/layout/default"/>
    <dgm:cxn modelId="{BE147BDE-0FCA-4827-BCC5-E212104989D7}" type="presParOf" srcId="{68989405-8449-4C74-BE9A-572BC16C06A1}" destId="{FD48D3B7-C1BE-401E-9B6A-55506963CB1E}" srcOrd="2" destOrd="0" presId="urn:microsoft.com/office/officeart/2005/8/layout/default"/>
    <dgm:cxn modelId="{7A8EED20-07FC-4FA7-AF84-7855F15AC4D6}" type="presParOf" srcId="{68989405-8449-4C74-BE9A-572BC16C06A1}" destId="{32D7D9AD-0519-4131-8FDE-273BE53ABDB2}" srcOrd="3" destOrd="0" presId="urn:microsoft.com/office/officeart/2005/8/layout/default"/>
    <dgm:cxn modelId="{E7D947CC-F104-47FB-938E-B137E0F7227D}" type="presParOf" srcId="{68989405-8449-4C74-BE9A-572BC16C06A1}" destId="{9A3FD822-16A8-4D54-A470-B2F6C7194E1D}" srcOrd="4" destOrd="0" presId="urn:microsoft.com/office/officeart/2005/8/layout/default"/>
    <dgm:cxn modelId="{C43D30C4-684C-4488-89FC-60EE1846C0A1}" type="presParOf" srcId="{68989405-8449-4C74-BE9A-572BC16C06A1}" destId="{DE362C53-8435-496A-BC97-D8EAD0180513}" srcOrd="5" destOrd="0" presId="urn:microsoft.com/office/officeart/2005/8/layout/default"/>
    <dgm:cxn modelId="{96CFE52D-D752-49F1-B331-1E4DF10AF191}" type="presParOf" srcId="{68989405-8449-4C74-BE9A-572BC16C06A1}" destId="{BB92803F-D4C8-4239-9612-D29362550511}" srcOrd="6" destOrd="0" presId="urn:microsoft.com/office/officeart/2005/8/layout/default"/>
    <dgm:cxn modelId="{1775FCBC-1F7B-45BE-B8CF-B2FDF74A724B}" type="presParOf" srcId="{68989405-8449-4C74-BE9A-572BC16C06A1}" destId="{9B7C1D43-0A8B-4686-87FF-D00840EEB816}" srcOrd="7" destOrd="0" presId="urn:microsoft.com/office/officeart/2005/8/layout/default"/>
    <dgm:cxn modelId="{F1662400-D324-4BE6-9E9B-3B15876D6CE7}" type="presParOf" srcId="{68989405-8449-4C74-BE9A-572BC16C06A1}" destId="{202CC41C-21A3-4FFE-BE8A-2D77421EB60F}" srcOrd="8" destOrd="0" presId="urn:microsoft.com/office/officeart/2005/8/layout/default"/>
    <dgm:cxn modelId="{1316C8D7-51A0-44D8-9358-014AE839A90E}" type="presParOf" srcId="{68989405-8449-4C74-BE9A-572BC16C06A1}" destId="{EA00E885-B734-4C8C-A95D-31ADBBA76C6F}" srcOrd="9" destOrd="0" presId="urn:microsoft.com/office/officeart/2005/8/layout/default"/>
    <dgm:cxn modelId="{21474E82-AAD2-44F8-AE79-AF9C9DC6CE9F}" type="presParOf" srcId="{68989405-8449-4C74-BE9A-572BC16C06A1}" destId="{B3D61577-38EF-4E44-86DB-9A83F71150E5}" srcOrd="10" destOrd="0" presId="urn:microsoft.com/office/officeart/2005/8/layout/default"/>
    <dgm:cxn modelId="{3E6868FC-E0FD-42F3-BAFB-38AA9ECB5610}" type="presParOf" srcId="{68989405-8449-4C74-BE9A-572BC16C06A1}" destId="{8753299F-CA97-4723-9A7D-2C71E3D53ECD}" srcOrd="11" destOrd="0" presId="urn:microsoft.com/office/officeart/2005/8/layout/default"/>
    <dgm:cxn modelId="{AD2DA5E4-630D-4194-8BF1-D5B792FBAEBF}" type="presParOf" srcId="{68989405-8449-4C74-BE9A-572BC16C06A1}" destId="{60E6A43E-F43B-4AF3-86AB-B40B39BB0DAB}" srcOrd="12" destOrd="0" presId="urn:microsoft.com/office/officeart/2005/8/layout/default"/>
    <dgm:cxn modelId="{DB3AAD95-D98C-42E5-8C0D-4269199A275B}" type="presParOf" srcId="{68989405-8449-4C74-BE9A-572BC16C06A1}" destId="{11837523-631A-48DA-9B1A-C23FBAD2207B}" srcOrd="13" destOrd="0" presId="urn:microsoft.com/office/officeart/2005/8/layout/default"/>
    <dgm:cxn modelId="{36A4F84D-45EA-4EA5-8A64-D52709F66C3C}" type="presParOf" srcId="{68989405-8449-4C74-BE9A-572BC16C06A1}" destId="{9A806A5F-63C3-4492-84AB-11E3F7441EB8}" srcOrd="14" destOrd="0" presId="urn:microsoft.com/office/officeart/2005/8/layout/default"/>
    <dgm:cxn modelId="{3D6CFF5B-FE9F-471F-87E3-181F61089173}" type="presParOf" srcId="{68989405-8449-4C74-BE9A-572BC16C06A1}" destId="{E97DCEA7-160F-4E5B-AC75-3C790FFD4A4C}" srcOrd="15" destOrd="0" presId="urn:microsoft.com/office/officeart/2005/8/layout/default"/>
    <dgm:cxn modelId="{1D2CD6AD-6B54-4475-99C2-8FAE5102CD2E}" type="presParOf" srcId="{68989405-8449-4C74-BE9A-572BC16C06A1}" destId="{2066F880-56B1-45B8-9A49-E93FEA75B8AF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2730C51-5574-4228-9419-9590861818F1}" type="doc">
      <dgm:prSet loTypeId="urn:microsoft.com/office/officeart/2008/layout/LinedList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7913778-9B66-4AE1-BE05-2F66FEEB3095}">
      <dgm:prSet/>
      <dgm:spPr/>
      <dgm:t>
        <a:bodyPr/>
        <a:lstStyle/>
        <a:p>
          <a:r>
            <a:rPr lang="en-US" b="0" i="0"/>
            <a:t>This design pattern provides a substitute for another object and controls access to that object, allowing you to perform something before or after the request reaches the original object.</a:t>
          </a:r>
          <a:endParaRPr lang="en-US"/>
        </a:p>
      </dgm:t>
    </dgm:pt>
    <dgm:pt modelId="{914EA650-DEA2-4DC8-9A80-8B9F6C211843}" type="parTrans" cxnId="{843AF2B9-A8D4-45E9-9EB2-4B4293476B6A}">
      <dgm:prSet/>
      <dgm:spPr/>
      <dgm:t>
        <a:bodyPr/>
        <a:lstStyle/>
        <a:p>
          <a:endParaRPr lang="en-US"/>
        </a:p>
      </dgm:t>
    </dgm:pt>
    <dgm:pt modelId="{EBBB5F98-5E76-40F8-962F-34B7879426D0}" type="sibTrans" cxnId="{843AF2B9-A8D4-45E9-9EB2-4B4293476B6A}">
      <dgm:prSet/>
      <dgm:spPr/>
      <dgm:t>
        <a:bodyPr/>
        <a:lstStyle/>
        <a:p>
          <a:endParaRPr lang="en-US"/>
        </a:p>
      </dgm:t>
    </dgm:pt>
    <dgm:pt modelId="{6E187B6D-6B7C-45DF-917B-1846F1AB0DC8}">
      <dgm:prSet/>
      <dgm:spPr/>
      <dgm:t>
        <a:bodyPr/>
        <a:lstStyle/>
        <a:p>
          <a:r>
            <a:rPr lang="en-US" b="0" i="0"/>
            <a:t>The proxy acts as a simplified or lightweight version of the original object. </a:t>
          </a:r>
          <a:endParaRPr lang="en-US"/>
        </a:p>
      </dgm:t>
    </dgm:pt>
    <dgm:pt modelId="{84CF0AB3-EA39-4CD5-B792-789A2D94B5FF}" type="parTrans" cxnId="{FD098785-E1AF-417E-94F1-FC3003319C93}">
      <dgm:prSet/>
      <dgm:spPr/>
      <dgm:t>
        <a:bodyPr/>
        <a:lstStyle/>
        <a:p>
          <a:endParaRPr lang="en-US"/>
        </a:p>
      </dgm:t>
    </dgm:pt>
    <dgm:pt modelId="{9918B7C5-DECE-4F08-9A4C-33A8C58B1669}" type="sibTrans" cxnId="{FD098785-E1AF-417E-94F1-FC3003319C93}">
      <dgm:prSet/>
      <dgm:spPr/>
      <dgm:t>
        <a:bodyPr/>
        <a:lstStyle/>
        <a:p>
          <a:endParaRPr lang="en-US"/>
        </a:p>
      </dgm:t>
    </dgm:pt>
    <dgm:pt modelId="{EC5B84EE-B3C1-42AD-8C16-E793A14749B9}">
      <dgm:prSet/>
      <dgm:spPr/>
      <dgm:t>
        <a:bodyPr/>
        <a:lstStyle/>
        <a:p>
          <a:r>
            <a:rPr lang="en-US" b="0" i="0"/>
            <a:t>A proxy object is still able to accomplish the same tasks.</a:t>
          </a:r>
          <a:endParaRPr lang="en-US"/>
        </a:p>
      </dgm:t>
    </dgm:pt>
    <dgm:pt modelId="{1BE7F403-FD75-403F-A038-F61AB915127C}" type="parTrans" cxnId="{AB8C5078-B759-49C8-9062-6D3323501EF6}">
      <dgm:prSet/>
      <dgm:spPr/>
      <dgm:t>
        <a:bodyPr/>
        <a:lstStyle/>
        <a:p>
          <a:endParaRPr lang="en-US"/>
        </a:p>
      </dgm:t>
    </dgm:pt>
    <dgm:pt modelId="{85EED74F-0C59-4B55-8531-EE394CF32B35}" type="sibTrans" cxnId="{AB8C5078-B759-49C8-9062-6D3323501EF6}">
      <dgm:prSet/>
      <dgm:spPr/>
      <dgm:t>
        <a:bodyPr/>
        <a:lstStyle/>
        <a:p>
          <a:endParaRPr lang="en-US"/>
        </a:p>
      </dgm:t>
    </dgm:pt>
    <dgm:pt modelId="{5F228DEF-B0D3-44D8-A479-18F9DACE4742}">
      <dgm:prSet/>
      <dgm:spPr/>
      <dgm:t>
        <a:bodyPr/>
        <a:lstStyle/>
        <a:p>
          <a:r>
            <a:rPr lang="en-US" b="0" i="0"/>
            <a:t>It but may delegate requests to the original object to achieve them.</a:t>
          </a:r>
          <a:endParaRPr lang="en-US"/>
        </a:p>
      </dgm:t>
    </dgm:pt>
    <dgm:pt modelId="{43432D2F-78D3-4E58-BBAD-471CB8804205}" type="parTrans" cxnId="{F2B3448F-8D7E-4B9B-9305-CF015D7D69AF}">
      <dgm:prSet/>
      <dgm:spPr/>
      <dgm:t>
        <a:bodyPr/>
        <a:lstStyle/>
        <a:p>
          <a:endParaRPr lang="en-US"/>
        </a:p>
      </dgm:t>
    </dgm:pt>
    <dgm:pt modelId="{BED9C58A-1D65-48A1-BC67-766C7710E829}" type="sibTrans" cxnId="{F2B3448F-8D7E-4B9B-9305-CF015D7D69AF}">
      <dgm:prSet/>
      <dgm:spPr/>
      <dgm:t>
        <a:bodyPr/>
        <a:lstStyle/>
        <a:p>
          <a:endParaRPr lang="en-US"/>
        </a:p>
      </dgm:t>
    </dgm:pt>
    <dgm:pt modelId="{4E6CCDA9-C0A5-40CF-9821-9DC7926B7B58}" type="pres">
      <dgm:prSet presAssocID="{02730C51-5574-4228-9419-9590861818F1}" presName="vert0" presStyleCnt="0">
        <dgm:presLayoutVars>
          <dgm:dir/>
          <dgm:animOne val="branch"/>
          <dgm:animLvl val="lvl"/>
        </dgm:presLayoutVars>
      </dgm:prSet>
      <dgm:spPr/>
    </dgm:pt>
    <dgm:pt modelId="{1738CF35-26CF-4079-B679-9C4B80EC5340}" type="pres">
      <dgm:prSet presAssocID="{37913778-9B66-4AE1-BE05-2F66FEEB3095}" presName="thickLine" presStyleLbl="alignNode1" presStyleIdx="0" presStyleCnt="4"/>
      <dgm:spPr/>
    </dgm:pt>
    <dgm:pt modelId="{301EC026-D9A3-4C79-B277-5285718018E8}" type="pres">
      <dgm:prSet presAssocID="{37913778-9B66-4AE1-BE05-2F66FEEB3095}" presName="horz1" presStyleCnt="0"/>
      <dgm:spPr/>
    </dgm:pt>
    <dgm:pt modelId="{1E803269-83DE-4822-8C8D-077D0ED278CD}" type="pres">
      <dgm:prSet presAssocID="{37913778-9B66-4AE1-BE05-2F66FEEB3095}" presName="tx1" presStyleLbl="revTx" presStyleIdx="0" presStyleCnt="4"/>
      <dgm:spPr/>
    </dgm:pt>
    <dgm:pt modelId="{6186FA13-377A-429A-88A5-2BACEC1738DA}" type="pres">
      <dgm:prSet presAssocID="{37913778-9B66-4AE1-BE05-2F66FEEB3095}" presName="vert1" presStyleCnt="0"/>
      <dgm:spPr/>
    </dgm:pt>
    <dgm:pt modelId="{39756EC3-FF03-4AAF-9D19-0C9E61E95083}" type="pres">
      <dgm:prSet presAssocID="{6E187B6D-6B7C-45DF-917B-1846F1AB0DC8}" presName="thickLine" presStyleLbl="alignNode1" presStyleIdx="1" presStyleCnt="4"/>
      <dgm:spPr/>
    </dgm:pt>
    <dgm:pt modelId="{6929139C-39C8-47E3-968E-94E020CC3D30}" type="pres">
      <dgm:prSet presAssocID="{6E187B6D-6B7C-45DF-917B-1846F1AB0DC8}" presName="horz1" presStyleCnt="0"/>
      <dgm:spPr/>
    </dgm:pt>
    <dgm:pt modelId="{FBC0F625-B178-4F68-83D0-C2BDF407C651}" type="pres">
      <dgm:prSet presAssocID="{6E187B6D-6B7C-45DF-917B-1846F1AB0DC8}" presName="tx1" presStyleLbl="revTx" presStyleIdx="1" presStyleCnt="4"/>
      <dgm:spPr/>
    </dgm:pt>
    <dgm:pt modelId="{52041189-CB67-46CE-943E-10FEBE158C5E}" type="pres">
      <dgm:prSet presAssocID="{6E187B6D-6B7C-45DF-917B-1846F1AB0DC8}" presName="vert1" presStyleCnt="0"/>
      <dgm:spPr/>
    </dgm:pt>
    <dgm:pt modelId="{26456796-81AD-498E-ADBC-964253860868}" type="pres">
      <dgm:prSet presAssocID="{EC5B84EE-B3C1-42AD-8C16-E793A14749B9}" presName="thickLine" presStyleLbl="alignNode1" presStyleIdx="2" presStyleCnt="4"/>
      <dgm:spPr/>
    </dgm:pt>
    <dgm:pt modelId="{1CBF636F-1AD8-4EB9-BB74-1A2BEF78D8E8}" type="pres">
      <dgm:prSet presAssocID="{EC5B84EE-B3C1-42AD-8C16-E793A14749B9}" presName="horz1" presStyleCnt="0"/>
      <dgm:spPr/>
    </dgm:pt>
    <dgm:pt modelId="{C4B9632A-F263-4E11-B80E-7C2BE233775B}" type="pres">
      <dgm:prSet presAssocID="{EC5B84EE-B3C1-42AD-8C16-E793A14749B9}" presName="tx1" presStyleLbl="revTx" presStyleIdx="2" presStyleCnt="4"/>
      <dgm:spPr/>
    </dgm:pt>
    <dgm:pt modelId="{E197D5BF-54BA-440D-B651-F821A6C57924}" type="pres">
      <dgm:prSet presAssocID="{EC5B84EE-B3C1-42AD-8C16-E793A14749B9}" presName="vert1" presStyleCnt="0"/>
      <dgm:spPr/>
    </dgm:pt>
    <dgm:pt modelId="{631B093B-5D1F-4A2B-982E-B05A03FF7DE7}" type="pres">
      <dgm:prSet presAssocID="{5F228DEF-B0D3-44D8-A479-18F9DACE4742}" presName="thickLine" presStyleLbl="alignNode1" presStyleIdx="3" presStyleCnt="4"/>
      <dgm:spPr/>
    </dgm:pt>
    <dgm:pt modelId="{83C6D174-99EE-4774-B771-6855D99689A7}" type="pres">
      <dgm:prSet presAssocID="{5F228DEF-B0D3-44D8-A479-18F9DACE4742}" presName="horz1" presStyleCnt="0"/>
      <dgm:spPr/>
    </dgm:pt>
    <dgm:pt modelId="{71B7C3EB-8B0B-4E8E-A2C6-0621AFFA96B6}" type="pres">
      <dgm:prSet presAssocID="{5F228DEF-B0D3-44D8-A479-18F9DACE4742}" presName="tx1" presStyleLbl="revTx" presStyleIdx="3" presStyleCnt="4"/>
      <dgm:spPr/>
    </dgm:pt>
    <dgm:pt modelId="{E5EAD31E-69EE-48F4-AD32-93F861F363F7}" type="pres">
      <dgm:prSet presAssocID="{5F228DEF-B0D3-44D8-A479-18F9DACE4742}" presName="vert1" presStyleCnt="0"/>
      <dgm:spPr/>
    </dgm:pt>
  </dgm:ptLst>
  <dgm:cxnLst>
    <dgm:cxn modelId="{754F8402-A109-4365-8F7B-FA49A43B8561}" type="presOf" srcId="{6E187B6D-6B7C-45DF-917B-1846F1AB0DC8}" destId="{FBC0F625-B178-4F68-83D0-C2BDF407C651}" srcOrd="0" destOrd="0" presId="urn:microsoft.com/office/officeart/2008/layout/LinedList"/>
    <dgm:cxn modelId="{49ABDA08-C3D0-4A2D-B105-858C51A83398}" type="presOf" srcId="{5F228DEF-B0D3-44D8-A479-18F9DACE4742}" destId="{71B7C3EB-8B0B-4E8E-A2C6-0621AFFA96B6}" srcOrd="0" destOrd="0" presId="urn:microsoft.com/office/officeart/2008/layout/LinedList"/>
    <dgm:cxn modelId="{AB8C5078-B759-49C8-9062-6D3323501EF6}" srcId="{02730C51-5574-4228-9419-9590861818F1}" destId="{EC5B84EE-B3C1-42AD-8C16-E793A14749B9}" srcOrd="2" destOrd="0" parTransId="{1BE7F403-FD75-403F-A038-F61AB915127C}" sibTransId="{85EED74F-0C59-4B55-8531-EE394CF32B35}"/>
    <dgm:cxn modelId="{D5419C79-FF2C-4C07-851C-4895A8A950A0}" type="presOf" srcId="{02730C51-5574-4228-9419-9590861818F1}" destId="{4E6CCDA9-C0A5-40CF-9821-9DC7926B7B58}" srcOrd="0" destOrd="0" presId="urn:microsoft.com/office/officeart/2008/layout/LinedList"/>
    <dgm:cxn modelId="{FD098785-E1AF-417E-94F1-FC3003319C93}" srcId="{02730C51-5574-4228-9419-9590861818F1}" destId="{6E187B6D-6B7C-45DF-917B-1846F1AB0DC8}" srcOrd="1" destOrd="0" parTransId="{84CF0AB3-EA39-4CD5-B792-789A2D94B5FF}" sibTransId="{9918B7C5-DECE-4F08-9A4C-33A8C58B1669}"/>
    <dgm:cxn modelId="{2B136C8B-6189-4009-B8F8-33647FB0F3C4}" type="presOf" srcId="{37913778-9B66-4AE1-BE05-2F66FEEB3095}" destId="{1E803269-83DE-4822-8C8D-077D0ED278CD}" srcOrd="0" destOrd="0" presId="urn:microsoft.com/office/officeart/2008/layout/LinedList"/>
    <dgm:cxn modelId="{F2B3448F-8D7E-4B9B-9305-CF015D7D69AF}" srcId="{02730C51-5574-4228-9419-9590861818F1}" destId="{5F228DEF-B0D3-44D8-A479-18F9DACE4742}" srcOrd="3" destOrd="0" parTransId="{43432D2F-78D3-4E58-BBAD-471CB8804205}" sibTransId="{BED9C58A-1D65-48A1-BC67-766C7710E829}"/>
    <dgm:cxn modelId="{843AF2B9-A8D4-45E9-9EB2-4B4293476B6A}" srcId="{02730C51-5574-4228-9419-9590861818F1}" destId="{37913778-9B66-4AE1-BE05-2F66FEEB3095}" srcOrd="0" destOrd="0" parTransId="{914EA650-DEA2-4DC8-9A80-8B9F6C211843}" sibTransId="{EBBB5F98-5E76-40F8-962F-34B7879426D0}"/>
    <dgm:cxn modelId="{918CD2F5-D38F-4E07-AFF5-7430DEA92D31}" type="presOf" srcId="{EC5B84EE-B3C1-42AD-8C16-E793A14749B9}" destId="{C4B9632A-F263-4E11-B80E-7C2BE233775B}" srcOrd="0" destOrd="0" presId="urn:microsoft.com/office/officeart/2008/layout/LinedList"/>
    <dgm:cxn modelId="{3240B49F-78A2-4619-9F41-DF1D224EA475}" type="presParOf" srcId="{4E6CCDA9-C0A5-40CF-9821-9DC7926B7B58}" destId="{1738CF35-26CF-4079-B679-9C4B80EC5340}" srcOrd="0" destOrd="0" presId="urn:microsoft.com/office/officeart/2008/layout/LinedList"/>
    <dgm:cxn modelId="{5658C9EB-B689-4732-BAA3-92F77CC3AB11}" type="presParOf" srcId="{4E6CCDA9-C0A5-40CF-9821-9DC7926B7B58}" destId="{301EC026-D9A3-4C79-B277-5285718018E8}" srcOrd="1" destOrd="0" presId="urn:microsoft.com/office/officeart/2008/layout/LinedList"/>
    <dgm:cxn modelId="{B01A2EFA-B179-4899-8F46-2FEDF5AF683C}" type="presParOf" srcId="{301EC026-D9A3-4C79-B277-5285718018E8}" destId="{1E803269-83DE-4822-8C8D-077D0ED278CD}" srcOrd="0" destOrd="0" presId="urn:microsoft.com/office/officeart/2008/layout/LinedList"/>
    <dgm:cxn modelId="{2761453A-0C3F-4231-835A-0131B848F96E}" type="presParOf" srcId="{301EC026-D9A3-4C79-B277-5285718018E8}" destId="{6186FA13-377A-429A-88A5-2BACEC1738DA}" srcOrd="1" destOrd="0" presId="urn:microsoft.com/office/officeart/2008/layout/LinedList"/>
    <dgm:cxn modelId="{2F8BB0BD-76AD-43BB-93E6-8C50FD96F93C}" type="presParOf" srcId="{4E6CCDA9-C0A5-40CF-9821-9DC7926B7B58}" destId="{39756EC3-FF03-4AAF-9D19-0C9E61E95083}" srcOrd="2" destOrd="0" presId="urn:microsoft.com/office/officeart/2008/layout/LinedList"/>
    <dgm:cxn modelId="{8F6DCB81-A839-4054-9FE6-16D6246D06CB}" type="presParOf" srcId="{4E6CCDA9-C0A5-40CF-9821-9DC7926B7B58}" destId="{6929139C-39C8-47E3-968E-94E020CC3D30}" srcOrd="3" destOrd="0" presId="urn:microsoft.com/office/officeart/2008/layout/LinedList"/>
    <dgm:cxn modelId="{0609B21C-8C42-410D-ACD7-169409CAC457}" type="presParOf" srcId="{6929139C-39C8-47E3-968E-94E020CC3D30}" destId="{FBC0F625-B178-4F68-83D0-C2BDF407C651}" srcOrd="0" destOrd="0" presId="urn:microsoft.com/office/officeart/2008/layout/LinedList"/>
    <dgm:cxn modelId="{81489D78-D115-4C55-99D7-522D40AE0B6C}" type="presParOf" srcId="{6929139C-39C8-47E3-968E-94E020CC3D30}" destId="{52041189-CB67-46CE-943E-10FEBE158C5E}" srcOrd="1" destOrd="0" presId="urn:microsoft.com/office/officeart/2008/layout/LinedList"/>
    <dgm:cxn modelId="{CA4CD4DB-2D89-42F7-8033-C16BCFAFABE4}" type="presParOf" srcId="{4E6CCDA9-C0A5-40CF-9821-9DC7926B7B58}" destId="{26456796-81AD-498E-ADBC-964253860868}" srcOrd="4" destOrd="0" presId="urn:microsoft.com/office/officeart/2008/layout/LinedList"/>
    <dgm:cxn modelId="{5772B751-C4F6-43E5-BFC7-B7A1B6C13DEB}" type="presParOf" srcId="{4E6CCDA9-C0A5-40CF-9821-9DC7926B7B58}" destId="{1CBF636F-1AD8-4EB9-BB74-1A2BEF78D8E8}" srcOrd="5" destOrd="0" presId="urn:microsoft.com/office/officeart/2008/layout/LinedList"/>
    <dgm:cxn modelId="{AE9A3ACF-449E-47AE-B9AB-7640C91049D8}" type="presParOf" srcId="{1CBF636F-1AD8-4EB9-BB74-1A2BEF78D8E8}" destId="{C4B9632A-F263-4E11-B80E-7C2BE233775B}" srcOrd="0" destOrd="0" presId="urn:microsoft.com/office/officeart/2008/layout/LinedList"/>
    <dgm:cxn modelId="{1069FB4E-85BF-4591-AA49-40DF7B03D426}" type="presParOf" srcId="{1CBF636F-1AD8-4EB9-BB74-1A2BEF78D8E8}" destId="{E197D5BF-54BA-440D-B651-F821A6C57924}" srcOrd="1" destOrd="0" presId="urn:microsoft.com/office/officeart/2008/layout/LinedList"/>
    <dgm:cxn modelId="{64CEB17A-76ED-44E3-B21A-C508933B04DB}" type="presParOf" srcId="{4E6CCDA9-C0A5-40CF-9821-9DC7926B7B58}" destId="{631B093B-5D1F-4A2B-982E-B05A03FF7DE7}" srcOrd="6" destOrd="0" presId="urn:microsoft.com/office/officeart/2008/layout/LinedList"/>
    <dgm:cxn modelId="{CA6EF6C7-CB4E-45F7-A43D-716D5ACCDAAF}" type="presParOf" srcId="{4E6CCDA9-C0A5-40CF-9821-9DC7926B7B58}" destId="{83C6D174-99EE-4774-B771-6855D99689A7}" srcOrd="7" destOrd="0" presId="urn:microsoft.com/office/officeart/2008/layout/LinedList"/>
    <dgm:cxn modelId="{4FCC9B1C-05D7-4549-91C8-6CEC9F2ECEE5}" type="presParOf" srcId="{83C6D174-99EE-4774-B771-6855D99689A7}" destId="{71B7C3EB-8B0B-4E8E-A2C6-0621AFFA96B6}" srcOrd="0" destOrd="0" presId="urn:microsoft.com/office/officeart/2008/layout/LinedList"/>
    <dgm:cxn modelId="{5C473E57-3B9F-49B2-A965-32C177E9F63C}" type="presParOf" srcId="{83C6D174-99EE-4774-B771-6855D99689A7}" destId="{E5EAD31E-69EE-48F4-AD32-93F861F363F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6A0A1D9-85DF-4E86-9776-48C444277B1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0A232B7-3A0D-413A-B901-59B89A7B19E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Virtual Proxy</a:t>
          </a:r>
          <a:endParaRPr lang="en-US"/>
        </a:p>
      </dgm:t>
    </dgm:pt>
    <dgm:pt modelId="{68A041ED-FA4F-45B4-BC84-FA10151ACF00}" type="parTrans" cxnId="{CBC2FBE2-C413-4118-B5B2-34EB4425E63C}">
      <dgm:prSet/>
      <dgm:spPr/>
      <dgm:t>
        <a:bodyPr/>
        <a:lstStyle/>
        <a:p>
          <a:endParaRPr lang="en-US"/>
        </a:p>
      </dgm:t>
    </dgm:pt>
    <dgm:pt modelId="{DB0D10DD-D431-44D5-BFBC-D87EE19B0233}" type="sibTrans" cxnId="{CBC2FBE2-C413-4118-B5B2-34EB4425E63C}">
      <dgm:prSet/>
      <dgm:spPr/>
      <dgm:t>
        <a:bodyPr/>
        <a:lstStyle/>
        <a:p>
          <a:endParaRPr lang="en-US"/>
        </a:p>
      </dgm:t>
    </dgm:pt>
    <dgm:pt modelId="{A72848F7-1D2B-4FF8-B9C1-846B76380E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Resource incentive operations </a:t>
          </a:r>
          <a:endParaRPr lang="en-US"/>
        </a:p>
      </dgm:t>
    </dgm:pt>
    <dgm:pt modelId="{3C9959B8-A566-4D74-838E-1DE5C10A1166}" type="parTrans" cxnId="{4F6337E1-0987-4EFA-9E3C-85A387C6AD03}">
      <dgm:prSet/>
      <dgm:spPr/>
      <dgm:t>
        <a:bodyPr/>
        <a:lstStyle/>
        <a:p>
          <a:endParaRPr lang="en-US"/>
        </a:p>
      </dgm:t>
    </dgm:pt>
    <dgm:pt modelId="{FEA9967D-7EB9-4C25-BEA8-96B3EC347ED8}" type="sibTrans" cxnId="{4F6337E1-0987-4EFA-9E3C-85A387C6AD03}">
      <dgm:prSet/>
      <dgm:spPr/>
      <dgm:t>
        <a:bodyPr/>
        <a:lstStyle/>
        <a:p>
          <a:endParaRPr lang="en-US"/>
        </a:p>
      </dgm:t>
    </dgm:pt>
    <dgm:pt modelId="{5A7DF8AE-6293-4813-823F-8F7B3E516B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Lazy Loading </a:t>
          </a:r>
          <a:endParaRPr lang="en-US"/>
        </a:p>
      </dgm:t>
    </dgm:pt>
    <dgm:pt modelId="{830B823A-6C05-4277-A18F-A12FA934221F}" type="parTrans" cxnId="{8FC852CE-5E54-4519-894F-124CC09B9A5F}">
      <dgm:prSet/>
      <dgm:spPr/>
      <dgm:t>
        <a:bodyPr/>
        <a:lstStyle/>
        <a:p>
          <a:endParaRPr lang="en-US"/>
        </a:p>
      </dgm:t>
    </dgm:pt>
    <dgm:pt modelId="{CFB94EE1-5143-4232-A25F-711E8CFEF2F5}" type="sibTrans" cxnId="{8FC852CE-5E54-4519-894F-124CC09B9A5F}">
      <dgm:prSet/>
      <dgm:spPr/>
      <dgm:t>
        <a:bodyPr/>
        <a:lstStyle/>
        <a:p>
          <a:endParaRPr lang="en-US"/>
        </a:p>
      </dgm:t>
    </dgm:pt>
    <dgm:pt modelId="{30D3C122-A8FE-4D59-844F-375F379E97D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Image Editing</a:t>
          </a:r>
        </a:p>
        <a:p>
          <a:pPr>
            <a:lnSpc>
              <a:spcPct val="100000"/>
            </a:lnSpc>
          </a:pPr>
          <a:r>
            <a:rPr lang="en-US" b="0" i="0"/>
            <a:t>Gaming </a:t>
          </a:r>
          <a:endParaRPr lang="en-US"/>
        </a:p>
      </dgm:t>
    </dgm:pt>
    <dgm:pt modelId="{7ACBAA60-1025-4E7C-973F-34D6844E0CDA}" type="parTrans" cxnId="{8142292D-4232-465F-86A3-4BA71BB558D6}">
      <dgm:prSet/>
      <dgm:spPr/>
      <dgm:t>
        <a:bodyPr/>
        <a:lstStyle/>
        <a:p>
          <a:endParaRPr lang="en-US"/>
        </a:p>
      </dgm:t>
    </dgm:pt>
    <dgm:pt modelId="{E44ED9B4-FD01-4250-8D89-25331A1052F0}" type="sibTrans" cxnId="{8142292D-4232-465F-86A3-4BA71BB558D6}">
      <dgm:prSet/>
      <dgm:spPr/>
      <dgm:t>
        <a:bodyPr/>
        <a:lstStyle/>
        <a:p>
          <a:endParaRPr lang="en-US"/>
        </a:p>
      </dgm:t>
    </dgm:pt>
    <dgm:pt modelId="{5CCB61A1-D5CE-400B-9045-E86B9833704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Protection Proxy</a:t>
          </a:r>
          <a:endParaRPr lang="en-US"/>
        </a:p>
      </dgm:t>
    </dgm:pt>
    <dgm:pt modelId="{94118479-1B1B-480D-BD7F-92FF9310FF99}" type="parTrans" cxnId="{F4B9BFB5-9238-45E1-8516-11D325D216FB}">
      <dgm:prSet/>
      <dgm:spPr/>
      <dgm:t>
        <a:bodyPr/>
        <a:lstStyle/>
        <a:p>
          <a:endParaRPr lang="en-US"/>
        </a:p>
      </dgm:t>
    </dgm:pt>
    <dgm:pt modelId="{28C8D5EE-D8F4-4E1A-826D-65EA820EDEA4}" type="sibTrans" cxnId="{F4B9BFB5-9238-45E1-8516-11D325D216FB}">
      <dgm:prSet/>
      <dgm:spPr/>
      <dgm:t>
        <a:bodyPr/>
        <a:lstStyle/>
        <a:p>
          <a:endParaRPr lang="en-US"/>
        </a:p>
      </dgm:t>
    </dgm:pt>
    <dgm:pt modelId="{7BB73E33-B5A3-4B31-AC06-6814CDA101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Authorization of different roles</a:t>
          </a:r>
          <a:endParaRPr lang="en-US"/>
        </a:p>
      </dgm:t>
    </dgm:pt>
    <dgm:pt modelId="{41AA85C5-F285-4BC4-BFE5-6EA16FF55E74}" type="parTrans" cxnId="{D086A2B9-49A5-411E-A9A8-6ACAB0919931}">
      <dgm:prSet/>
      <dgm:spPr/>
      <dgm:t>
        <a:bodyPr/>
        <a:lstStyle/>
        <a:p>
          <a:endParaRPr lang="en-US"/>
        </a:p>
      </dgm:t>
    </dgm:pt>
    <dgm:pt modelId="{3D9CB0D3-0A7A-48B5-93D0-B41C5AC42D29}" type="sibTrans" cxnId="{D086A2B9-49A5-411E-A9A8-6ACAB0919931}">
      <dgm:prSet/>
      <dgm:spPr/>
      <dgm:t>
        <a:bodyPr/>
        <a:lstStyle/>
        <a:p>
          <a:endParaRPr lang="en-US"/>
        </a:p>
      </dgm:t>
    </dgm:pt>
    <dgm:pt modelId="{ABDFB7CC-388B-4088-A503-ECCA632B733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Users can access only their roles</a:t>
          </a:r>
          <a:endParaRPr lang="en-US"/>
        </a:p>
      </dgm:t>
    </dgm:pt>
    <dgm:pt modelId="{1783BDD1-E45F-438B-B8F4-75316403B762}" type="parTrans" cxnId="{0187F332-064B-4CBD-BAF9-E255DBADD119}">
      <dgm:prSet/>
      <dgm:spPr/>
      <dgm:t>
        <a:bodyPr/>
        <a:lstStyle/>
        <a:p>
          <a:endParaRPr lang="en-US"/>
        </a:p>
      </dgm:t>
    </dgm:pt>
    <dgm:pt modelId="{B8280032-97C2-419E-8357-DB95F0C9E481}" type="sibTrans" cxnId="{0187F332-064B-4CBD-BAF9-E255DBADD119}">
      <dgm:prSet/>
      <dgm:spPr/>
      <dgm:t>
        <a:bodyPr/>
        <a:lstStyle/>
        <a:p>
          <a:endParaRPr lang="en-US"/>
        </a:p>
      </dgm:t>
    </dgm:pt>
    <dgm:pt modelId="{3D74A650-8EBA-4DAA-89B3-EBA6F9E2ADA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Data level security</a:t>
          </a:r>
          <a:endParaRPr lang="en-US"/>
        </a:p>
      </dgm:t>
    </dgm:pt>
    <dgm:pt modelId="{4D2B6555-1BE5-4BA4-B764-4A5629B7ACEF}" type="parTrans" cxnId="{C05698FD-648B-49CC-B290-79DEBD6B0D31}">
      <dgm:prSet/>
      <dgm:spPr/>
      <dgm:t>
        <a:bodyPr/>
        <a:lstStyle/>
        <a:p>
          <a:endParaRPr lang="en-US"/>
        </a:p>
      </dgm:t>
    </dgm:pt>
    <dgm:pt modelId="{C9522794-E0C2-4F9C-B056-C1E6A3F7E105}" type="sibTrans" cxnId="{C05698FD-648B-49CC-B290-79DEBD6B0D31}">
      <dgm:prSet/>
      <dgm:spPr/>
      <dgm:t>
        <a:bodyPr/>
        <a:lstStyle/>
        <a:p>
          <a:endParaRPr lang="en-US"/>
        </a:p>
      </dgm:t>
    </dgm:pt>
    <dgm:pt modelId="{DBA0F48F-6A96-4029-A6E2-41EFB7BC39A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Remote Proxy </a:t>
          </a:r>
          <a:endParaRPr lang="en-US"/>
        </a:p>
      </dgm:t>
    </dgm:pt>
    <dgm:pt modelId="{5DBA07E8-7EF2-4071-A995-4BE67D24C09A}" type="parTrans" cxnId="{A162E71F-FCCA-4A3F-A1FB-8F1B43E7A8E6}">
      <dgm:prSet/>
      <dgm:spPr/>
      <dgm:t>
        <a:bodyPr/>
        <a:lstStyle/>
        <a:p>
          <a:endParaRPr lang="en-US"/>
        </a:p>
      </dgm:t>
    </dgm:pt>
    <dgm:pt modelId="{6BFD9DF2-A7AE-47B1-AD26-6CD1B408418A}" type="sibTrans" cxnId="{A162E71F-FCCA-4A3F-A1FB-8F1B43E7A8E6}">
      <dgm:prSet/>
      <dgm:spPr/>
      <dgm:t>
        <a:bodyPr/>
        <a:lstStyle/>
        <a:p>
          <a:endParaRPr lang="en-US"/>
        </a:p>
      </dgm:t>
    </dgm:pt>
    <dgm:pt modelId="{C86D4BF7-273B-4ACE-BF8C-D556B12E795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Working Remotely </a:t>
          </a:r>
          <a:endParaRPr lang="en-US"/>
        </a:p>
      </dgm:t>
    </dgm:pt>
    <dgm:pt modelId="{83017DDA-CA9A-43BB-8558-5BB6074D3143}" type="parTrans" cxnId="{B1899824-E36F-492C-AAE0-4039EDEB9C0E}">
      <dgm:prSet/>
      <dgm:spPr/>
      <dgm:t>
        <a:bodyPr/>
        <a:lstStyle/>
        <a:p>
          <a:endParaRPr lang="en-US"/>
        </a:p>
      </dgm:t>
    </dgm:pt>
    <dgm:pt modelId="{39AC1F9E-9C0B-4EC5-BDDA-8F06908C7F42}" type="sibTrans" cxnId="{B1899824-E36F-492C-AAE0-4039EDEB9C0E}">
      <dgm:prSet/>
      <dgm:spPr/>
      <dgm:t>
        <a:bodyPr/>
        <a:lstStyle/>
        <a:p>
          <a:endParaRPr lang="en-US"/>
        </a:p>
      </dgm:t>
    </dgm:pt>
    <dgm:pt modelId="{6604EBDA-4466-4657-BEEB-011A0EB3207D}" type="pres">
      <dgm:prSet presAssocID="{E6A0A1D9-85DF-4E86-9776-48C444277B1E}" presName="root" presStyleCnt="0">
        <dgm:presLayoutVars>
          <dgm:dir/>
          <dgm:resizeHandles val="exact"/>
        </dgm:presLayoutVars>
      </dgm:prSet>
      <dgm:spPr/>
    </dgm:pt>
    <dgm:pt modelId="{1177E9EA-3B01-470E-9227-06DE706A4C36}" type="pres">
      <dgm:prSet presAssocID="{B0A232B7-3A0D-413A-B901-59B89A7B19E5}" presName="compNode" presStyleCnt="0"/>
      <dgm:spPr/>
    </dgm:pt>
    <dgm:pt modelId="{5CBA50E5-1E19-48C7-BCC9-B392A777EE6F}" type="pres">
      <dgm:prSet presAssocID="{B0A232B7-3A0D-413A-B901-59B89A7B19E5}" presName="bgRect" presStyleLbl="bgShp" presStyleIdx="0" presStyleCnt="3"/>
      <dgm:spPr/>
    </dgm:pt>
    <dgm:pt modelId="{277F1C95-2CFC-4F45-A58B-E9EC2D83FE4B}" type="pres">
      <dgm:prSet presAssocID="{B0A232B7-3A0D-413A-B901-59B89A7B19E5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EEB82A44-5218-4ED2-85B2-CA0F426AC856}" type="pres">
      <dgm:prSet presAssocID="{B0A232B7-3A0D-413A-B901-59B89A7B19E5}" presName="spaceRect" presStyleCnt="0"/>
      <dgm:spPr/>
    </dgm:pt>
    <dgm:pt modelId="{F0662A0E-E9A3-4D33-94C8-BBEC474B6801}" type="pres">
      <dgm:prSet presAssocID="{B0A232B7-3A0D-413A-B901-59B89A7B19E5}" presName="parTx" presStyleLbl="revTx" presStyleIdx="0" presStyleCnt="6">
        <dgm:presLayoutVars>
          <dgm:chMax val="0"/>
          <dgm:chPref val="0"/>
        </dgm:presLayoutVars>
      </dgm:prSet>
      <dgm:spPr/>
    </dgm:pt>
    <dgm:pt modelId="{5C2DD22C-986D-45FC-9E44-496659DF8D22}" type="pres">
      <dgm:prSet presAssocID="{B0A232B7-3A0D-413A-B901-59B89A7B19E5}" presName="desTx" presStyleLbl="revTx" presStyleIdx="1" presStyleCnt="6">
        <dgm:presLayoutVars/>
      </dgm:prSet>
      <dgm:spPr/>
    </dgm:pt>
    <dgm:pt modelId="{70E847C4-20C6-44BD-A8D1-3B7B17C00D70}" type="pres">
      <dgm:prSet presAssocID="{DB0D10DD-D431-44D5-BFBC-D87EE19B0233}" presName="sibTrans" presStyleCnt="0"/>
      <dgm:spPr/>
    </dgm:pt>
    <dgm:pt modelId="{BCC32A85-49FE-4CAA-B09B-4CF22EAB8D3A}" type="pres">
      <dgm:prSet presAssocID="{5CCB61A1-D5CE-400B-9045-E86B98337045}" presName="compNode" presStyleCnt="0"/>
      <dgm:spPr/>
    </dgm:pt>
    <dgm:pt modelId="{05CB5C9E-A891-42AB-90F9-643AEB379D5A}" type="pres">
      <dgm:prSet presAssocID="{5CCB61A1-D5CE-400B-9045-E86B98337045}" presName="bgRect" presStyleLbl="bgShp" presStyleIdx="1" presStyleCnt="3"/>
      <dgm:spPr/>
    </dgm:pt>
    <dgm:pt modelId="{61D04961-EC89-48DE-90D7-02D4517219F0}" type="pres">
      <dgm:prSet presAssocID="{5CCB61A1-D5CE-400B-9045-E86B98337045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0F2754F8-2D6C-4BF5-9B59-8D6258E46A2F}" type="pres">
      <dgm:prSet presAssocID="{5CCB61A1-D5CE-400B-9045-E86B98337045}" presName="spaceRect" presStyleCnt="0"/>
      <dgm:spPr/>
    </dgm:pt>
    <dgm:pt modelId="{FB6DB02E-1EA6-49F3-AC2E-AAA0EA361FCB}" type="pres">
      <dgm:prSet presAssocID="{5CCB61A1-D5CE-400B-9045-E86B98337045}" presName="parTx" presStyleLbl="revTx" presStyleIdx="2" presStyleCnt="6">
        <dgm:presLayoutVars>
          <dgm:chMax val="0"/>
          <dgm:chPref val="0"/>
        </dgm:presLayoutVars>
      </dgm:prSet>
      <dgm:spPr/>
    </dgm:pt>
    <dgm:pt modelId="{ECAA20C5-910C-41EC-9856-E2011B40C4DA}" type="pres">
      <dgm:prSet presAssocID="{5CCB61A1-D5CE-400B-9045-E86B98337045}" presName="desTx" presStyleLbl="revTx" presStyleIdx="3" presStyleCnt="6">
        <dgm:presLayoutVars/>
      </dgm:prSet>
      <dgm:spPr/>
    </dgm:pt>
    <dgm:pt modelId="{AA5B3759-DE4E-4051-8778-433A7DC747AD}" type="pres">
      <dgm:prSet presAssocID="{28C8D5EE-D8F4-4E1A-826D-65EA820EDEA4}" presName="sibTrans" presStyleCnt="0"/>
      <dgm:spPr/>
    </dgm:pt>
    <dgm:pt modelId="{44FFCC7B-48CF-4C30-B81B-AFC36E21159F}" type="pres">
      <dgm:prSet presAssocID="{DBA0F48F-6A96-4029-A6E2-41EFB7BC39A3}" presName="compNode" presStyleCnt="0"/>
      <dgm:spPr/>
    </dgm:pt>
    <dgm:pt modelId="{AAA20FFC-707E-4473-A4B1-5CE7834C72B8}" type="pres">
      <dgm:prSet presAssocID="{DBA0F48F-6A96-4029-A6E2-41EFB7BC39A3}" presName="bgRect" presStyleLbl="bgShp" presStyleIdx="2" presStyleCnt="3"/>
      <dgm:spPr/>
    </dgm:pt>
    <dgm:pt modelId="{6054D9E1-2F4F-454E-86F0-CA75DEADA583}" type="pres">
      <dgm:prSet presAssocID="{DBA0F48F-6A96-4029-A6E2-41EFB7BC39A3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5A492674-13A4-4CEA-9F6E-C7F64220F82A}" type="pres">
      <dgm:prSet presAssocID="{DBA0F48F-6A96-4029-A6E2-41EFB7BC39A3}" presName="spaceRect" presStyleCnt="0"/>
      <dgm:spPr/>
    </dgm:pt>
    <dgm:pt modelId="{66611320-403E-439F-898D-FDB7743C4B22}" type="pres">
      <dgm:prSet presAssocID="{DBA0F48F-6A96-4029-A6E2-41EFB7BC39A3}" presName="parTx" presStyleLbl="revTx" presStyleIdx="4" presStyleCnt="6">
        <dgm:presLayoutVars>
          <dgm:chMax val="0"/>
          <dgm:chPref val="0"/>
        </dgm:presLayoutVars>
      </dgm:prSet>
      <dgm:spPr/>
    </dgm:pt>
    <dgm:pt modelId="{3A413848-11C4-4041-BB38-59178E10CC9F}" type="pres">
      <dgm:prSet presAssocID="{DBA0F48F-6A96-4029-A6E2-41EFB7BC39A3}" presName="desTx" presStyleLbl="revTx" presStyleIdx="5" presStyleCnt="6">
        <dgm:presLayoutVars/>
      </dgm:prSet>
      <dgm:spPr/>
    </dgm:pt>
  </dgm:ptLst>
  <dgm:cxnLst>
    <dgm:cxn modelId="{22899402-228A-4EF3-A924-EE94243CE7EF}" type="presOf" srcId="{A72848F7-1D2B-4FF8-B9C1-846B76380EC4}" destId="{5C2DD22C-986D-45FC-9E44-496659DF8D22}" srcOrd="0" destOrd="0" presId="urn:microsoft.com/office/officeart/2018/2/layout/IconVerticalSolidList"/>
    <dgm:cxn modelId="{A162E71F-FCCA-4A3F-A1FB-8F1B43E7A8E6}" srcId="{E6A0A1D9-85DF-4E86-9776-48C444277B1E}" destId="{DBA0F48F-6A96-4029-A6E2-41EFB7BC39A3}" srcOrd="2" destOrd="0" parTransId="{5DBA07E8-7EF2-4071-A995-4BE67D24C09A}" sibTransId="{6BFD9DF2-A7AE-47B1-AD26-6CD1B408418A}"/>
    <dgm:cxn modelId="{B1899824-E36F-492C-AAE0-4039EDEB9C0E}" srcId="{DBA0F48F-6A96-4029-A6E2-41EFB7BC39A3}" destId="{C86D4BF7-273B-4ACE-BF8C-D556B12E795D}" srcOrd="0" destOrd="0" parTransId="{83017DDA-CA9A-43BB-8558-5BB6074D3143}" sibTransId="{39AC1F9E-9C0B-4EC5-BDDA-8F06908C7F42}"/>
    <dgm:cxn modelId="{8142292D-4232-465F-86A3-4BA71BB558D6}" srcId="{B0A232B7-3A0D-413A-B901-59B89A7B19E5}" destId="{30D3C122-A8FE-4D59-844F-375F379E97D5}" srcOrd="2" destOrd="0" parTransId="{7ACBAA60-1025-4E7C-973F-34D6844E0CDA}" sibTransId="{E44ED9B4-FD01-4250-8D89-25331A1052F0}"/>
    <dgm:cxn modelId="{0187F332-064B-4CBD-BAF9-E255DBADD119}" srcId="{5CCB61A1-D5CE-400B-9045-E86B98337045}" destId="{ABDFB7CC-388B-4088-A503-ECCA632B7338}" srcOrd="1" destOrd="0" parTransId="{1783BDD1-E45F-438B-B8F4-75316403B762}" sibTransId="{B8280032-97C2-419E-8357-DB95F0C9E481}"/>
    <dgm:cxn modelId="{D9586D33-0137-4037-9C55-DE64AA100C26}" type="presOf" srcId="{3D74A650-8EBA-4DAA-89B3-EBA6F9E2ADAF}" destId="{ECAA20C5-910C-41EC-9856-E2011B40C4DA}" srcOrd="0" destOrd="2" presId="urn:microsoft.com/office/officeart/2018/2/layout/IconVerticalSolidList"/>
    <dgm:cxn modelId="{61DFC633-06A1-4FEA-9064-3F8D1D587657}" type="presOf" srcId="{5CCB61A1-D5CE-400B-9045-E86B98337045}" destId="{FB6DB02E-1EA6-49F3-AC2E-AAA0EA361FCB}" srcOrd="0" destOrd="0" presId="urn:microsoft.com/office/officeart/2018/2/layout/IconVerticalSolidList"/>
    <dgm:cxn modelId="{468A3935-3CDC-4E28-BF20-C8D4A0131EF6}" type="presOf" srcId="{7BB73E33-B5A3-4B31-AC06-6814CDA101FB}" destId="{ECAA20C5-910C-41EC-9856-E2011B40C4DA}" srcOrd="0" destOrd="0" presId="urn:microsoft.com/office/officeart/2018/2/layout/IconVerticalSolidList"/>
    <dgm:cxn modelId="{06620B6D-6E04-44E9-A9EA-22B467EC4CB7}" type="presOf" srcId="{E6A0A1D9-85DF-4E86-9776-48C444277B1E}" destId="{6604EBDA-4466-4657-BEEB-011A0EB3207D}" srcOrd="0" destOrd="0" presId="urn:microsoft.com/office/officeart/2018/2/layout/IconVerticalSolidList"/>
    <dgm:cxn modelId="{2A155490-CB24-4563-B753-89E2E77C10EB}" type="presOf" srcId="{C86D4BF7-273B-4ACE-BF8C-D556B12E795D}" destId="{3A413848-11C4-4041-BB38-59178E10CC9F}" srcOrd="0" destOrd="0" presId="urn:microsoft.com/office/officeart/2018/2/layout/IconVerticalSolidList"/>
    <dgm:cxn modelId="{9F62DAAE-42EE-4034-92D7-F351069AF568}" type="presOf" srcId="{B0A232B7-3A0D-413A-B901-59B89A7B19E5}" destId="{F0662A0E-E9A3-4D33-94C8-BBEC474B6801}" srcOrd="0" destOrd="0" presId="urn:microsoft.com/office/officeart/2018/2/layout/IconVerticalSolidList"/>
    <dgm:cxn modelId="{CC05AEB1-1BC5-479F-81F5-2421451BFB1B}" type="presOf" srcId="{DBA0F48F-6A96-4029-A6E2-41EFB7BC39A3}" destId="{66611320-403E-439F-898D-FDB7743C4B22}" srcOrd="0" destOrd="0" presId="urn:microsoft.com/office/officeart/2018/2/layout/IconVerticalSolidList"/>
    <dgm:cxn modelId="{F4B9BFB5-9238-45E1-8516-11D325D216FB}" srcId="{E6A0A1D9-85DF-4E86-9776-48C444277B1E}" destId="{5CCB61A1-D5CE-400B-9045-E86B98337045}" srcOrd="1" destOrd="0" parTransId="{94118479-1B1B-480D-BD7F-92FF9310FF99}" sibTransId="{28C8D5EE-D8F4-4E1A-826D-65EA820EDEA4}"/>
    <dgm:cxn modelId="{D086A2B9-49A5-411E-A9A8-6ACAB0919931}" srcId="{5CCB61A1-D5CE-400B-9045-E86B98337045}" destId="{7BB73E33-B5A3-4B31-AC06-6814CDA101FB}" srcOrd="0" destOrd="0" parTransId="{41AA85C5-F285-4BC4-BFE5-6EA16FF55E74}" sibTransId="{3D9CB0D3-0A7A-48B5-93D0-B41C5AC42D29}"/>
    <dgm:cxn modelId="{BB9260BB-7CDD-4100-BE64-9846677883DA}" type="presOf" srcId="{5A7DF8AE-6293-4813-823F-8F7B3E516B46}" destId="{5C2DD22C-986D-45FC-9E44-496659DF8D22}" srcOrd="0" destOrd="1" presId="urn:microsoft.com/office/officeart/2018/2/layout/IconVerticalSolidList"/>
    <dgm:cxn modelId="{8FC852CE-5E54-4519-894F-124CC09B9A5F}" srcId="{B0A232B7-3A0D-413A-B901-59B89A7B19E5}" destId="{5A7DF8AE-6293-4813-823F-8F7B3E516B46}" srcOrd="1" destOrd="0" parTransId="{830B823A-6C05-4277-A18F-A12FA934221F}" sibTransId="{CFB94EE1-5143-4232-A25F-711E8CFEF2F5}"/>
    <dgm:cxn modelId="{4F6337E1-0987-4EFA-9E3C-85A387C6AD03}" srcId="{B0A232B7-3A0D-413A-B901-59B89A7B19E5}" destId="{A72848F7-1D2B-4FF8-B9C1-846B76380EC4}" srcOrd="0" destOrd="0" parTransId="{3C9959B8-A566-4D74-838E-1DE5C10A1166}" sibTransId="{FEA9967D-7EB9-4C25-BEA8-96B3EC347ED8}"/>
    <dgm:cxn modelId="{CBC2FBE2-C413-4118-B5B2-34EB4425E63C}" srcId="{E6A0A1D9-85DF-4E86-9776-48C444277B1E}" destId="{B0A232B7-3A0D-413A-B901-59B89A7B19E5}" srcOrd="0" destOrd="0" parTransId="{68A041ED-FA4F-45B4-BC84-FA10151ACF00}" sibTransId="{DB0D10DD-D431-44D5-BFBC-D87EE19B0233}"/>
    <dgm:cxn modelId="{BEB00DF4-5B59-4E9A-9C4A-925E44C01985}" type="presOf" srcId="{ABDFB7CC-388B-4088-A503-ECCA632B7338}" destId="{ECAA20C5-910C-41EC-9856-E2011B40C4DA}" srcOrd="0" destOrd="1" presId="urn:microsoft.com/office/officeart/2018/2/layout/IconVerticalSolidList"/>
    <dgm:cxn modelId="{3D08D8F5-2528-495D-93DE-2DFA6C5FDCFB}" type="presOf" srcId="{30D3C122-A8FE-4D59-844F-375F379E97D5}" destId="{5C2DD22C-986D-45FC-9E44-496659DF8D22}" srcOrd="0" destOrd="2" presId="urn:microsoft.com/office/officeart/2018/2/layout/IconVerticalSolidList"/>
    <dgm:cxn modelId="{C05698FD-648B-49CC-B290-79DEBD6B0D31}" srcId="{5CCB61A1-D5CE-400B-9045-E86B98337045}" destId="{3D74A650-8EBA-4DAA-89B3-EBA6F9E2ADAF}" srcOrd="2" destOrd="0" parTransId="{4D2B6555-1BE5-4BA4-B764-4A5629B7ACEF}" sibTransId="{C9522794-E0C2-4F9C-B056-C1E6A3F7E105}"/>
    <dgm:cxn modelId="{EE0063D8-0EE5-4C4A-9B07-AD1433CA06D8}" type="presParOf" srcId="{6604EBDA-4466-4657-BEEB-011A0EB3207D}" destId="{1177E9EA-3B01-470E-9227-06DE706A4C36}" srcOrd="0" destOrd="0" presId="urn:microsoft.com/office/officeart/2018/2/layout/IconVerticalSolidList"/>
    <dgm:cxn modelId="{76BC3D8D-70C2-42F9-B964-F5D950EDAC88}" type="presParOf" srcId="{1177E9EA-3B01-470E-9227-06DE706A4C36}" destId="{5CBA50E5-1E19-48C7-BCC9-B392A777EE6F}" srcOrd="0" destOrd="0" presId="urn:microsoft.com/office/officeart/2018/2/layout/IconVerticalSolidList"/>
    <dgm:cxn modelId="{F43D686D-1F5E-4B8A-9DD3-996F42E74933}" type="presParOf" srcId="{1177E9EA-3B01-470E-9227-06DE706A4C36}" destId="{277F1C95-2CFC-4F45-A58B-E9EC2D83FE4B}" srcOrd="1" destOrd="0" presId="urn:microsoft.com/office/officeart/2018/2/layout/IconVerticalSolidList"/>
    <dgm:cxn modelId="{B2A52E7A-C4F3-4637-837B-E6A95EB117DE}" type="presParOf" srcId="{1177E9EA-3B01-470E-9227-06DE706A4C36}" destId="{EEB82A44-5218-4ED2-85B2-CA0F426AC856}" srcOrd="2" destOrd="0" presId="urn:microsoft.com/office/officeart/2018/2/layout/IconVerticalSolidList"/>
    <dgm:cxn modelId="{F07EF696-4E3B-4499-8730-AF9A2BACA500}" type="presParOf" srcId="{1177E9EA-3B01-470E-9227-06DE706A4C36}" destId="{F0662A0E-E9A3-4D33-94C8-BBEC474B6801}" srcOrd="3" destOrd="0" presId="urn:microsoft.com/office/officeart/2018/2/layout/IconVerticalSolidList"/>
    <dgm:cxn modelId="{B8073612-1FBF-4A48-821C-00C671A18A0B}" type="presParOf" srcId="{1177E9EA-3B01-470E-9227-06DE706A4C36}" destId="{5C2DD22C-986D-45FC-9E44-496659DF8D22}" srcOrd="4" destOrd="0" presId="urn:microsoft.com/office/officeart/2018/2/layout/IconVerticalSolidList"/>
    <dgm:cxn modelId="{6CC6EB36-197D-4745-A827-AF87598AAB77}" type="presParOf" srcId="{6604EBDA-4466-4657-BEEB-011A0EB3207D}" destId="{70E847C4-20C6-44BD-A8D1-3B7B17C00D70}" srcOrd="1" destOrd="0" presId="urn:microsoft.com/office/officeart/2018/2/layout/IconVerticalSolidList"/>
    <dgm:cxn modelId="{7E98DEE7-A26B-4E1E-8AFD-1747F058DFCC}" type="presParOf" srcId="{6604EBDA-4466-4657-BEEB-011A0EB3207D}" destId="{BCC32A85-49FE-4CAA-B09B-4CF22EAB8D3A}" srcOrd="2" destOrd="0" presId="urn:microsoft.com/office/officeart/2018/2/layout/IconVerticalSolidList"/>
    <dgm:cxn modelId="{B991E23D-4319-43A9-A2AD-8A03D76B3B7F}" type="presParOf" srcId="{BCC32A85-49FE-4CAA-B09B-4CF22EAB8D3A}" destId="{05CB5C9E-A891-42AB-90F9-643AEB379D5A}" srcOrd="0" destOrd="0" presId="urn:microsoft.com/office/officeart/2018/2/layout/IconVerticalSolidList"/>
    <dgm:cxn modelId="{13308C81-A378-44AE-89D6-285655268E41}" type="presParOf" srcId="{BCC32A85-49FE-4CAA-B09B-4CF22EAB8D3A}" destId="{61D04961-EC89-48DE-90D7-02D4517219F0}" srcOrd="1" destOrd="0" presId="urn:microsoft.com/office/officeart/2018/2/layout/IconVerticalSolidList"/>
    <dgm:cxn modelId="{83E3F414-478B-404C-A9F3-4FE22A6204F8}" type="presParOf" srcId="{BCC32A85-49FE-4CAA-B09B-4CF22EAB8D3A}" destId="{0F2754F8-2D6C-4BF5-9B59-8D6258E46A2F}" srcOrd="2" destOrd="0" presId="urn:microsoft.com/office/officeart/2018/2/layout/IconVerticalSolidList"/>
    <dgm:cxn modelId="{8A480AAD-1505-4080-95D7-DF6BF9F60050}" type="presParOf" srcId="{BCC32A85-49FE-4CAA-B09B-4CF22EAB8D3A}" destId="{FB6DB02E-1EA6-49F3-AC2E-AAA0EA361FCB}" srcOrd="3" destOrd="0" presId="urn:microsoft.com/office/officeart/2018/2/layout/IconVerticalSolidList"/>
    <dgm:cxn modelId="{3818F54E-C2E8-4962-BCB5-C0ABB8CE3AC1}" type="presParOf" srcId="{BCC32A85-49FE-4CAA-B09B-4CF22EAB8D3A}" destId="{ECAA20C5-910C-41EC-9856-E2011B40C4DA}" srcOrd="4" destOrd="0" presId="urn:microsoft.com/office/officeart/2018/2/layout/IconVerticalSolidList"/>
    <dgm:cxn modelId="{CEB3B316-CFBF-41B5-91DE-2364BC4BB252}" type="presParOf" srcId="{6604EBDA-4466-4657-BEEB-011A0EB3207D}" destId="{AA5B3759-DE4E-4051-8778-433A7DC747AD}" srcOrd="3" destOrd="0" presId="urn:microsoft.com/office/officeart/2018/2/layout/IconVerticalSolidList"/>
    <dgm:cxn modelId="{229B8630-5CE6-45F0-9DD4-FF6DC3A74969}" type="presParOf" srcId="{6604EBDA-4466-4657-BEEB-011A0EB3207D}" destId="{44FFCC7B-48CF-4C30-B81B-AFC36E21159F}" srcOrd="4" destOrd="0" presId="urn:microsoft.com/office/officeart/2018/2/layout/IconVerticalSolidList"/>
    <dgm:cxn modelId="{9AFEF27E-F39E-4445-8DB0-8F3D932BCF32}" type="presParOf" srcId="{44FFCC7B-48CF-4C30-B81B-AFC36E21159F}" destId="{AAA20FFC-707E-4473-A4B1-5CE7834C72B8}" srcOrd="0" destOrd="0" presId="urn:microsoft.com/office/officeart/2018/2/layout/IconVerticalSolidList"/>
    <dgm:cxn modelId="{8B501AAE-D25A-46CC-8C05-BD67790507C0}" type="presParOf" srcId="{44FFCC7B-48CF-4C30-B81B-AFC36E21159F}" destId="{6054D9E1-2F4F-454E-86F0-CA75DEADA583}" srcOrd="1" destOrd="0" presId="urn:microsoft.com/office/officeart/2018/2/layout/IconVerticalSolidList"/>
    <dgm:cxn modelId="{ACE3D541-8CF6-4D8C-873D-D55E87A83B3F}" type="presParOf" srcId="{44FFCC7B-48CF-4C30-B81B-AFC36E21159F}" destId="{5A492674-13A4-4CEA-9F6E-C7F64220F82A}" srcOrd="2" destOrd="0" presId="urn:microsoft.com/office/officeart/2018/2/layout/IconVerticalSolidList"/>
    <dgm:cxn modelId="{A0203994-E9FF-4575-BC4B-3B51DE17EAF2}" type="presParOf" srcId="{44FFCC7B-48CF-4C30-B81B-AFC36E21159F}" destId="{66611320-403E-439F-898D-FDB7743C4B22}" srcOrd="3" destOrd="0" presId="urn:microsoft.com/office/officeart/2018/2/layout/IconVerticalSolidList"/>
    <dgm:cxn modelId="{FDDD3F49-9873-4954-B30D-AFB115381984}" type="presParOf" srcId="{44FFCC7B-48CF-4C30-B81B-AFC36E21159F}" destId="{3A413848-11C4-4041-BB38-59178E10CC9F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9C100C-E150-4380-AA70-7990A8A1A21F}">
      <dsp:nvSpPr>
        <dsp:cNvPr id="0" name=""/>
        <dsp:cNvSpPr/>
      </dsp:nvSpPr>
      <dsp:spPr>
        <a:xfrm>
          <a:off x="242540" y="0"/>
          <a:ext cx="2585922" cy="3631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latin typeface="Arial"/>
              <a:ea typeface="+mn-ea"/>
              <a:cs typeface="+mn-cs"/>
            </a:rPr>
            <a:t>Creational</a:t>
          </a:r>
          <a:r>
            <a:rPr lang="en-US" sz="2000" b="1" kern="1200"/>
            <a:t> (5)</a:t>
          </a:r>
        </a:p>
      </dsp:txBody>
      <dsp:txXfrm>
        <a:off x="253176" y="10636"/>
        <a:ext cx="2564650" cy="341860"/>
      </dsp:txXfrm>
    </dsp:sp>
    <dsp:sp modelId="{2345C84C-55F9-4323-BCFB-15982D922E90}">
      <dsp:nvSpPr>
        <dsp:cNvPr id="0" name=""/>
        <dsp:cNvSpPr/>
      </dsp:nvSpPr>
      <dsp:spPr>
        <a:xfrm>
          <a:off x="189296" y="429517"/>
          <a:ext cx="363132" cy="36313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1F2E92-ECAF-4744-B20C-3B1B8FB0B0E2}">
      <dsp:nvSpPr>
        <dsp:cNvPr id="0" name=""/>
        <dsp:cNvSpPr/>
      </dsp:nvSpPr>
      <dsp:spPr>
        <a:xfrm>
          <a:off x="574216" y="429517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Factory</a:t>
          </a:r>
        </a:p>
      </dsp:txBody>
      <dsp:txXfrm>
        <a:off x="591946" y="447247"/>
        <a:ext cx="2165541" cy="327672"/>
      </dsp:txXfrm>
    </dsp:sp>
    <dsp:sp modelId="{D0D168E3-1E55-4E4B-8795-EEF0CD8A1856}">
      <dsp:nvSpPr>
        <dsp:cNvPr id="0" name=""/>
        <dsp:cNvSpPr/>
      </dsp:nvSpPr>
      <dsp:spPr>
        <a:xfrm>
          <a:off x="189296" y="836225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545458"/>
            <a:satOff val="699"/>
            <a:lumOff val="187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722E23-6447-4473-B5C0-58683C5C0AF1}">
      <dsp:nvSpPr>
        <dsp:cNvPr id="0" name=""/>
        <dsp:cNvSpPr/>
      </dsp:nvSpPr>
      <dsp:spPr>
        <a:xfrm>
          <a:off x="574216" y="836225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545458"/>
            <a:satOff val="699"/>
            <a:lumOff val="187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Abstract Factory</a:t>
          </a:r>
        </a:p>
      </dsp:txBody>
      <dsp:txXfrm>
        <a:off x="591946" y="853955"/>
        <a:ext cx="2165541" cy="327672"/>
      </dsp:txXfrm>
    </dsp:sp>
    <dsp:sp modelId="{F46AB5A2-873D-4B13-B13A-496FE8CDCDCD}">
      <dsp:nvSpPr>
        <dsp:cNvPr id="0" name=""/>
        <dsp:cNvSpPr/>
      </dsp:nvSpPr>
      <dsp:spPr>
        <a:xfrm>
          <a:off x="189296" y="1242934"/>
          <a:ext cx="363132" cy="36313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DB289B-ED83-47B2-AE0B-9D0FA9B3FB77}">
      <dsp:nvSpPr>
        <dsp:cNvPr id="0" name=""/>
        <dsp:cNvSpPr/>
      </dsp:nvSpPr>
      <dsp:spPr>
        <a:xfrm>
          <a:off x="574216" y="1242934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1090915"/>
            <a:satOff val="1399"/>
            <a:lumOff val="37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Singleton</a:t>
          </a:r>
        </a:p>
      </dsp:txBody>
      <dsp:txXfrm>
        <a:off x="591946" y="1260664"/>
        <a:ext cx="2165541" cy="327672"/>
      </dsp:txXfrm>
    </dsp:sp>
    <dsp:sp modelId="{BF4D439D-DD97-4AF3-81AF-A3C89FA119D4}">
      <dsp:nvSpPr>
        <dsp:cNvPr id="0" name=""/>
        <dsp:cNvSpPr/>
      </dsp:nvSpPr>
      <dsp:spPr>
        <a:xfrm>
          <a:off x="189296" y="1649643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1636373"/>
            <a:satOff val="2098"/>
            <a:lumOff val="56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AB8507-F1ED-4615-8612-83685BBED448}">
      <dsp:nvSpPr>
        <dsp:cNvPr id="0" name=""/>
        <dsp:cNvSpPr/>
      </dsp:nvSpPr>
      <dsp:spPr>
        <a:xfrm>
          <a:off x="574216" y="1649643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1636373"/>
            <a:satOff val="2098"/>
            <a:lumOff val="56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Prototype</a:t>
          </a:r>
        </a:p>
      </dsp:txBody>
      <dsp:txXfrm>
        <a:off x="591946" y="1667373"/>
        <a:ext cx="2165541" cy="327672"/>
      </dsp:txXfrm>
    </dsp:sp>
    <dsp:sp modelId="{E050190B-98CC-46A6-BF44-5A0777207822}">
      <dsp:nvSpPr>
        <dsp:cNvPr id="0" name=""/>
        <dsp:cNvSpPr/>
      </dsp:nvSpPr>
      <dsp:spPr>
        <a:xfrm>
          <a:off x="189296" y="2056351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2181831"/>
            <a:satOff val="2797"/>
            <a:lumOff val="748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9F6772-553F-4464-971E-4D6EC3811E40}">
      <dsp:nvSpPr>
        <dsp:cNvPr id="0" name=""/>
        <dsp:cNvSpPr/>
      </dsp:nvSpPr>
      <dsp:spPr>
        <a:xfrm>
          <a:off x="574216" y="2056351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2181831"/>
            <a:satOff val="2797"/>
            <a:lumOff val="748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Builder</a:t>
          </a:r>
        </a:p>
      </dsp:txBody>
      <dsp:txXfrm>
        <a:off x="591946" y="2074081"/>
        <a:ext cx="2165541" cy="327672"/>
      </dsp:txXfrm>
    </dsp:sp>
    <dsp:sp modelId="{A724DE05-5801-48B6-B620-AD479B725240}">
      <dsp:nvSpPr>
        <dsp:cNvPr id="0" name=""/>
        <dsp:cNvSpPr/>
      </dsp:nvSpPr>
      <dsp:spPr>
        <a:xfrm>
          <a:off x="3033811" y="1020"/>
          <a:ext cx="2585922" cy="3631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Structural (7)</a:t>
          </a:r>
          <a:endParaRPr lang="en-US" sz="2100" kern="1200"/>
        </a:p>
      </dsp:txBody>
      <dsp:txXfrm>
        <a:off x="3044447" y="11656"/>
        <a:ext cx="2564650" cy="341860"/>
      </dsp:txXfrm>
    </dsp:sp>
    <dsp:sp modelId="{497DCF19-8D53-422B-922F-049BEE4D63EB}">
      <dsp:nvSpPr>
        <dsp:cNvPr id="0" name=""/>
        <dsp:cNvSpPr/>
      </dsp:nvSpPr>
      <dsp:spPr>
        <a:xfrm>
          <a:off x="3033811" y="429517"/>
          <a:ext cx="363132" cy="36313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F550E2-AF53-4F0D-97D6-0CB4FB98BD14}">
      <dsp:nvSpPr>
        <dsp:cNvPr id="0" name=""/>
        <dsp:cNvSpPr/>
      </dsp:nvSpPr>
      <dsp:spPr>
        <a:xfrm>
          <a:off x="3418731" y="429517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2727289"/>
            <a:satOff val="3497"/>
            <a:lumOff val="93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Adapter</a:t>
          </a:r>
        </a:p>
      </dsp:txBody>
      <dsp:txXfrm>
        <a:off x="3436461" y="447247"/>
        <a:ext cx="2165541" cy="327672"/>
      </dsp:txXfrm>
    </dsp:sp>
    <dsp:sp modelId="{A913864A-4C21-4370-8497-A818BD170A8C}">
      <dsp:nvSpPr>
        <dsp:cNvPr id="0" name=""/>
        <dsp:cNvSpPr/>
      </dsp:nvSpPr>
      <dsp:spPr>
        <a:xfrm>
          <a:off x="3033811" y="836225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3272746"/>
            <a:satOff val="4196"/>
            <a:lumOff val="112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3C715B-3942-405E-9B40-48EE24955C90}">
      <dsp:nvSpPr>
        <dsp:cNvPr id="0" name=""/>
        <dsp:cNvSpPr/>
      </dsp:nvSpPr>
      <dsp:spPr>
        <a:xfrm>
          <a:off x="3418731" y="836225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3272746"/>
            <a:satOff val="4196"/>
            <a:lumOff val="112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Bridge</a:t>
          </a:r>
        </a:p>
      </dsp:txBody>
      <dsp:txXfrm>
        <a:off x="3436461" y="853955"/>
        <a:ext cx="2165541" cy="327672"/>
      </dsp:txXfrm>
    </dsp:sp>
    <dsp:sp modelId="{5FBD51F4-9665-4409-BB24-104F93CC76F4}">
      <dsp:nvSpPr>
        <dsp:cNvPr id="0" name=""/>
        <dsp:cNvSpPr/>
      </dsp:nvSpPr>
      <dsp:spPr>
        <a:xfrm>
          <a:off x="3033811" y="1242934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3818204"/>
            <a:satOff val="4895"/>
            <a:lumOff val="1310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30DA05-85B9-4111-AE25-F10BEDD17D53}">
      <dsp:nvSpPr>
        <dsp:cNvPr id="0" name=""/>
        <dsp:cNvSpPr/>
      </dsp:nvSpPr>
      <dsp:spPr>
        <a:xfrm>
          <a:off x="3418731" y="1242934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3818204"/>
            <a:satOff val="4895"/>
            <a:lumOff val="1310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Composite</a:t>
          </a:r>
        </a:p>
      </dsp:txBody>
      <dsp:txXfrm>
        <a:off x="3436461" y="1260664"/>
        <a:ext cx="2165541" cy="327672"/>
      </dsp:txXfrm>
    </dsp:sp>
    <dsp:sp modelId="{CFAB9D68-0FFD-4703-8B03-C95501F159AE}">
      <dsp:nvSpPr>
        <dsp:cNvPr id="0" name=""/>
        <dsp:cNvSpPr/>
      </dsp:nvSpPr>
      <dsp:spPr>
        <a:xfrm>
          <a:off x="3033811" y="1649643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4363662"/>
            <a:satOff val="5595"/>
            <a:lumOff val="149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C93FDD-C574-4EE8-B98A-6203A9F1C55C}">
      <dsp:nvSpPr>
        <dsp:cNvPr id="0" name=""/>
        <dsp:cNvSpPr/>
      </dsp:nvSpPr>
      <dsp:spPr>
        <a:xfrm>
          <a:off x="3418731" y="1649643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4363662"/>
            <a:satOff val="5595"/>
            <a:lumOff val="149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Decorator</a:t>
          </a:r>
        </a:p>
      </dsp:txBody>
      <dsp:txXfrm>
        <a:off x="3436461" y="1667373"/>
        <a:ext cx="2165541" cy="327672"/>
      </dsp:txXfrm>
    </dsp:sp>
    <dsp:sp modelId="{50A16B23-398D-42A3-A812-C0B022B6E6FF}">
      <dsp:nvSpPr>
        <dsp:cNvPr id="0" name=""/>
        <dsp:cNvSpPr/>
      </dsp:nvSpPr>
      <dsp:spPr>
        <a:xfrm>
          <a:off x="3033811" y="2056351"/>
          <a:ext cx="363132" cy="36313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4BC17D-3F94-4113-A212-9BF8D6AA416C}">
      <dsp:nvSpPr>
        <dsp:cNvPr id="0" name=""/>
        <dsp:cNvSpPr/>
      </dsp:nvSpPr>
      <dsp:spPr>
        <a:xfrm>
          <a:off x="3418731" y="2056351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4909119"/>
            <a:satOff val="6294"/>
            <a:lumOff val="168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Facade</a:t>
          </a:r>
        </a:p>
      </dsp:txBody>
      <dsp:txXfrm>
        <a:off x="3436461" y="2074081"/>
        <a:ext cx="2165541" cy="327672"/>
      </dsp:txXfrm>
    </dsp:sp>
    <dsp:sp modelId="{FFC86059-D624-40FC-9764-7169490CE198}">
      <dsp:nvSpPr>
        <dsp:cNvPr id="0" name=""/>
        <dsp:cNvSpPr/>
      </dsp:nvSpPr>
      <dsp:spPr>
        <a:xfrm>
          <a:off x="3033811" y="2463060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5454577"/>
            <a:satOff val="6993"/>
            <a:lumOff val="1871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55510D-29A6-4A95-A7C6-259A149A787E}">
      <dsp:nvSpPr>
        <dsp:cNvPr id="0" name=""/>
        <dsp:cNvSpPr/>
      </dsp:nvSpPr>
      <dsp:spPr>
        <a:xfrm>
          <a:off x="3418731" y="2463060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5454577"/>
            <a:satOff val="6993"/>
            <a:lumOff val="1871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Flyweight</a:t>
          </a:r>
        </a:p>
      </dsp:txBody>
      <dsp:txXfrm>
        <a:off x="3436461" y="2480790"/>
        <a:ext cx="2165541" cy="327672"/>
      </dsp:txXfrm>
    </dsp:sp>
    <dsp:sp modelId="{D504AA15-27E5-41D8-8629-A6ECB151CDB0}">
      <dsp:nvSpPr>
        <dsp:cNvPr id="0" name=""/>
        <dsp:cNvSpPr/>
      </dsp:nvSpPr>
      <dsp:spPr>
        <a:xfrm>
          <a:off x="3033811" y="2869769"/>
          <a:ext cx="363132" cy="36313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3"/>
          <a:srcRect/>
          <a:stretch>
            <a:fillRect l="-5000" r="-5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042E1F-45D6-4DE1-BD0B-45E38C20E5C9}">
      <dsp:nvSpPr>
        <dsp:cNvPr id="0" name=""/>
        <dsp:cNvSpPr/>
      </dsp:nvSpPr>
      <dsp:spPr>
        <a:xfrm>
          <a:off x="3418731" y="2869769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6000035"/>
            <a:satOff val="7693"/>
            <a:lumOff val="2058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Proxy</a:t>
          </a:r>
        </a:p>
      </dsp:txBody>
      <dsp:txXfrm>
        <a:off x="3436461" y="2887499"/>
        <a:ext cx="2165541" cy="327672"/>
      </dsp:txXfrm>
    </dsp:sp>
    <dsp:sp modelId="{4D3154D6-B60F-4022-9AFC-B9D0CC58C21F}">
      <dsp:nvSpPr>
        <dsp:cNvPr id="0" name=""/>
        <dsp:cNvSpPr/>
      </dsp:nvSpPr>
      <dsp:spPr>
        <a:xfrm>
          <a:off x="5878326" y="1020"/>
          <a:ext cx="2585922" cy="3631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Behavioral (11)</a:t>
          </a:r>
          <a:endParaRPr lang="en-US" sz="2100" kern="1200"/>
        </a:p>
      </dsp:txBody>
      <dsp:txXfrm>
        <a:off x="5888962" y="11656"/>
        <a:ext cx="2564650" cy="341860"/>
      </dsp:txXfrm>
    </dsp:sp>
    <dsp:sp modelId="{B9B055B9-C3CD-48B7-B982-D475ACFCD0E7}">
      <dsp:nvSpPr>
        <dsp:cNvPr id="0" name=""/>
        <dsp:cNvSpPr/>
      </dsp:nvSpPr>
      <dsp:spPr>
        <a:xfrm>
          <a:off x="5878326" y="429517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6545493"/>
            <a:satOff val="8392"/>
            <a:lumOff val="2246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DF5B22-9739-4875-8F2A-14FA0D289BE9}">
      <dsp:nvSpPr>
        <dsp:cNvPr id="0" name=""/>
        <dsp:cNvSpPr/>
      </dsp:nvSpPr>
      <dsp:spPr>
        <a:xfrm>
          <a:off x="6263246" y="429517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6545493"/>
            <a:satOff val="8392"/>
            <a:lumOff val="2246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Chain Of Responsibility</a:t>
          </a:r>
        </a:p>
      </dsp:txBody>
      <dsp:txXfrm>
        <a:off x="6280976" y="447247"/>
        <a:ext cx="2165541" cy="327672"/>
      </dsp:txXfrm>
    </dsp:sp>
    <dsp:sp modelId="{5D5442EE-7BC0-45BF-BF5D-9AE81721EA0F}">
      <dsp:nvSpPr>
        <dsp:cNvPr id="0" name=""/>
        <dsp:cNvSpPr/>
      </dsp:nvSpPr>
      <dsp:spPr>
        <a:xfrm>
          <a:off x="5878326" y="836225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7090950"/>
            <a:satOff val="9091"/>
            <a:lumOff val="2433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6FB898-050E-4138-B88D-B75B5CEB2255}">
      <dsp:nvSpPr>
        <dsp:cNvPr id="0" name=""/>
        <dsp:cNvSpPr/>
      </dsp:nvSpPr>
      <dsp:spPr>
        <a:xfrm>
          <a:off x="6263246" y="836225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7090950"/>
            <a:satOff val="9091"/>
            <a:lumOff val="2433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Command</a:t>
          </a:r>
        </a:p>
      </dsp:txBody>
      <dsp:txXfrm>
        <a:off x="6280976" y="853955"/>
        <a:ext cx="2165541" cy="327672"/>
      </dsp:txXfrm>
    </dsp:sp>
    <dsp:sp modelId="{88D5AF92-C238-42D8-8770-67DBBF923132}">
      <dsp:nvSpPr>
        <dsp:cNvPr id="0" name=""/>
        <dsp:cNvSpPr/>
      </dsp:nvSpPr>
      <dsp:spPr>
        <a:xfrm>
          <a:off x="5878326" y="1242934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7636408"/>
            <a:satOff val="9790"/>
            <a:lumOff val="2620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F425D0-DE52-4B8D-AC4F-9BE04CC87064}">
      <dsp:nvSpPr>
        <dsp:cNvPr id="0" name=""/>
        <dsp:cNvSpPr/>
      </dsp:nvSpPr>
      <dsp:spPr>
        <a:xfrm>
          <a:off x="6263246" y="1242934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7636408"/>
            <a:satOff val="9790"/>
            <a:lumOff val="2620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Interpreter</a:t>
          </a:r>
        </a:p>
      </dsp:txBody>
      <dsp:txXfrm>
        <a:off x="6280976" y="1260664"/>
        <a:ext cx="2165541" cy="327672"/>
      </dsp:txXfrm>
    </dsp:sp>
    <dsp:sp modelId="{9C39108E-435B-4162-8581-48791C073AA9}">
      <dsp:nvSpPr>
        <dsp:cNvPr id="0" name=""/>
        <dsp:cNvSpPr/>
      </dsp:nvSpPr>
      <dsp:spPr>
        <a:xfrm>
          <a:off x="5878326" y="1649643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8181866"/>
            <a:satOff val="10490"/>
            <a:lumOff val="280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4CC417-1186-4230-AD5B-6D91D113EF0C}">
      <dsp:nvSpPr>
        <dsp:cNvPr id="0" name=""/>
        <dsp:cNvSpPr/>
      </dsp:nvSpPr>
      <dsp:spPr>
        <a:xfrm>
          <a:off x="6263246" y="1649643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8181866"/>
            <a:satOff val="10490"/>
            <a:lumOff val="280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Iterator</a:t>
          </a:r>
        </a:p>
      </dsp:txBody>
      <dsp:txXfrm>
        <a:off x="6280976" y="1667373"/>
        <a:ext cx="2165541" cy="327672"/>
      </dsp:txXfrm>
    </dsp:sp>
    <dsp:sp modelId="{3B215195-5F87-4FEF-BD94-13AA26E875F2}">
      <dsp:nvSpPr>
        <dsp:cNvPr id="0" name=""/>
        <dsp:cNvSpPr/>
      </dsp:nvSpPr>
      <dsp:spPr>
        <a:xfrm>
          <a:off x="5878326" y="2056351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8727324"/>
            <a:satOff val="11189"/>
            <a:lumOff val="2994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B3C14E-245F-4F4B-A0DE-399F2F631D0F}">
      <dsp:nvSpPr>
        <dsp:cNvPr id="0" name=""/>
        <dsp:cNvSpPr/>
      </dsp:nvSpPr>
      <dsp:spPr>
        <a:xfrm>
          <a:off x="6263246" y="2056351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8727324"/>
            <a:satOff val="11189"/>
            <a:lumOff val="2994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Mediator</a:t>
          </a:r>
        </a:p>
      </dsp:txBody>
      <dsp:txXfrm>
        <a:off x="6280976" y="2074081"/>
        <a:ext cx="2165541" cy="327672"/>
      </dsp:txXfrm>
    </dsp:sp>
    <dsp:sp modelId="{E100C3B7-2558-4803-9D91-8B820ED963D1}">
      <dsp:nvSpPr>
        <dsp:cNvPr id="0" name=""/>
        <dsp:cNvSpPr/>
      </dsp:nvSpPr>
      <dsp:spPr>
        <a:xfrm>
          <a:off x="5878326" y="2463060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9272780"/>
            <a:satOff val="11888"/>
            <a:lumOff val="3181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7638FC-A3FB-4A3D-88A3-C0CDD0967E72}">
      <dsp:nvSpPr>
        <dsp:cNvPr id="0" name=""/>
        <dsp:cNvSpPr/>
      </dsp:nvSpPr>
      <dsp:spPr>
        <a:xfrm>
          <a:off x="6263246" y="2463060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9272780"/>
            <a:satOff val="11888"/>
            <a:lumOff val="3181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Memento</a:t>
          </a:r>
        </a:p>
      </dsp:txBody>
      <dsp:txXfrm>
        <a:off x="6280976" y="2480790"/>
        <a:ext cx="2165541" cy="327672"/>
      </dsp:txXfrm>
    </dsp:sp>
    <dsp:sp modelId="{A34491CD-89CF-497C-82D5-2DD271105377}">
      <dsp:nvSpPr>
        <dsp:cNvPr id="0" name=""/>
        <dsp:cNvSpPr/>
      </dsp:nvSpPr>
      <dsp:spPr>
        <a:xfrm>
          <a:off x="5878326" y="2869769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9818239"/>
            <a:satOff val="12588"/>
            <a:lumOff val="3368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8DA641-69E2-4809-A5D5-A91757C8D4FA}">
      <dsp:nvSpPr>
        <dsp:cNvPr id="0" name=""/>
        <dsp:cNvSpPr/>
      </dsp:nvSpPr>
      <dsp:spPr>
        <a:xfrm>
          <a:off x="6263246" y="2869769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9818239"/>
            <a:satOff val="12588"/>
            <a:lumOff val="3368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Observer</a:t>
          </a:r>
        </a:p>
      </dsp:txBody>
      <dsp:txXfrm>
        <a:off x="6280976" y="2887499"/>
        <a:ext cx="2165541" cy="327672"/>
      </dsp:txXfrm>
    </dsp:sp>
    <dsp:sp modelId="{3F4B38C7-0136-419B-B716-232B61B33FCB}">
      <dsp:nvSpPr>
        <dsp:cNvPr id="0" name=""/>
        <dsp:cNvSpPr/>
      </dsp:nvSpPr>
      <dsp:spPr>
        <a:xfrm>
          <a:off x="5878326" y="3276477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10363696"/>
            <a:satOff val="13287"/>
            <a:lumOff val="3556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2A943A-717C-4943-BB94-BA88234539BB}">
      <dsp:nvSpPr>
        <dsp:cNvPr id="0" name=""/>
        <dsp:cNvSpPr/>
      </dsp:nvSpPr>
      <dsp:spPr>
        <a:xfrm>
          <a:off x="6263246" y="3276477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10363696"/>
            <a:satOff val="13287"/>
            <a:lumOff val="3556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State</a:t>
          </a:r>
        </a:p>
      </dsp:txBody>
      <dsp:txXfrm>
        <a:off x="6280976" y="3294207"/>
        <a:ext cx="2165541" cy="327672"/>
      </dsp:txXfrm>
    </dsp:sp>
    <dsp:sp modelId="{A6ABA017-0D10-44C5-BCEE-CD0DF141B535}">
      <dsp:nvSpPr>
        <dsp:cNvPr id="0" name=""/>
        <dsp:cNvSpPr/>
      </dsp:nvSpPr>
      <dsp:spPr>
        <a:xfrm>
          <a:off x="5878326" y="3683186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10909155"/>
            <a:satOff val="13986"/>
            <a:lumOff val="3743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FE1128-ED55-446C-BE19-3C8A7A92491F}">
      <dsp:nvSpPr>
        <dsp:cNvPr id="0" name=""/>
        <dsp:cNvSpPr/>
      </dsp:nvSpPr>
      <dsp:spPr>
        <a:xfrm>
          <a:off x="6263246" y="3683186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10909155"/>
            <a:satOff val="13986"/>
            <a:lumOff val="3743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Strategy</a:t>
          </a:r>
        </a:p>
      </dsp:txBody>
      <dsp:txXfrm>
        <a:off x="6280976" y="3700916"/>
        <a:ext cx="2165541" cy="327672"/>
      </dsp:txXfrm>
    </dsp:sp>
    <dsp:sp modelId="{6AD8CABF-9F91-442C-87AD-408B65C5EF05}">
      <dsp:nvSpPr>
        <dsp:cNvPr id="0" name=""/>
        <dsp:cNvSpPr/>
      </dsp:nvSpPr>
      <dsp:spPr>
        <a:xfrm>
          <a:off x="5878326" y="4089895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11454612"/>
            <a:satOff val="14686"/>
            <a:lumOff val="3930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6DA73C-3FD8-486A-9E82-DB3EEDBC6509}">
      <dsp:nvSpPr>
        <dsp:cNvPr id="0" name=""/>
        <dsp:cNvSpPr/>
      </dsp:nvSpPr>
      <dsp:spPr>
        <a:xfrm>
          <a:off x="6263246" y="4089895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11454612"/>
            <a:satOff val="14686"/>
            <a:lumOff val="3930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Template</a:t>
          </a:r>
        </a:p>
      </dsp:txBody>
      <dsp:txXfrm>
        <a:off x="6280976" y="4107625"/>
        <a:ext cx="2165541" cy="327672"/>
      </dsp:txXfrm>
    </dsp:sp>
    <dsp:sp modelId="{D01E2590-24C4-4460-B40B-73221582E909}">
      <dsp:nvSpPr>
        <dsp:cNvPr id="0" name=""/>
        <dsp:cNvSpPr/>
      </dsp:nvSpPr>
      <dsp:spPr>
        <a:xfrm>
          <a:off x="5878326" y="4496603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12000070"/>
            <a:satOff val="15385"/>
            <a:lumOff val="411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AE038C-6B1B-4DF3-9D08-E54B336EF153}">
      <dsp:nvSpPr>
        <dsp:cNvPr id="0" name=""/>
        <dsp:cNvSpPr/>
      </dsp:nvSpPr>
      <dsp:spPr>
        <a:xfrm>
          <a:off x="6263246" y="4496603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12000070"/>
            <a:satOff val="15385"/>
            <a:lumOff val="411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Visitor</a:t>
          </a:r>
        </a:p>
      </dsp:txBody>
      <dsp:txXfrm>
        <a:off x="6280976" y="4514333"/>
        <a:ext cx="2165541" cy="3276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785BD3-16D9-4705-BE35-EF98976227DB}">
      <dsp:nvSpPr>
        <dsp:cNvPr id="0" name=""/>
        <dsp:cNvSpPr/>
      </dsp:nvSpPr>
      <dsp:spPr>
        <a:xfrm>
          <a:off x="753873" y="1307"/>
          <a:ext cx="1630896" cy="97853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Class</a:t>
          </a:r>
          <a:endParaRPr lang="en-US" sz="1800" kern="1200"/>
        </a:p>
      </dsp:txBody>
      <dsp:txXfrm>
        <a:off x="753873" y="1307"/>
        <a:ext cx="1630896" cy="978537"/>
      </dsp:txXfrm>
    </dsp:sp>
    <dsp:sp modelId="{FD48D3B7-C1BE-401E-9B6A-55506963CB1E}">
      <dsp:nvSpPr>
        <dsp:cNvPr id="0" name=""/>
        <dsp:cNvSpPr/>
      </dsp:nvSpPr>
      <dsp:spPr>
        <a:xfrm>
          <a:off x="2547859" y="1307"/>
          <a:ext cx="1630896" cy="97853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Object</a:t>
          </a:r>
          <a:endParaRPr lang="en-US" sz="1800" kern="1200"/>
        </a:p>
      </dsp:txBody>
      <dsp:txXfrm>
        <a:off x="2547859" y="1307"/>
        <a:ext cx="1630896" cy="978537"/>
      </dsp:txXfrm>
    </dsp:sp>
    <dsp:sp modelId="{9A3FD822-16A8-4D54-A470-B2F6C7194E1D}">
      <dsp:nvSpPr>
        <dsp:cNvPr id="0" name=""/>
        <dsp:cNvSpPr/>
      </dsp:nvSpPr>
      <dsp:spPr>
        <a:xfrm>
          <a:off x="4341844" y="1307"/>
          <a:ext cx="1630896" cy="97853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Constructors</a:t>
          </a:r>
          <a:endParaRPr lang="en-US" sz="1800" kern="1200"/>
        </a:p>
      </dsp:txBody>
      <dsp:txXfrm>
        <a:off x="4341844" y="1307"/>
        <a:ext cx="1630896" cy="978537"/>
      </dsp:txXfrm>
    </dsp:sp>
    <dsp:sp modelId="{BB92803F-D4C8-4239-9612-D29362550511}">
      <dsp:nvSpPr>
        <dsp:cNvPr id="0" name=""/>
        <dsp:cNvSpPr/>
      </dsp:nvSpPr>
      <dsp:spPr>
        <a:xfrm>
          <a:off x="6135830" y="1307"/>
          <a:ext cx="1630896" cy="97853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Inheritance</a:t>
          </a:r>
          <a:endParaRPr lang="en-US" sz="1800" kern="1200"/>
        </a:p>
      </dsp:txBody>
      <dsp:txXfrm>
        <a:off x="6135830" y="1307"/>
        <a:ext cx="1630896" cy="978537"/>
      </dsp:txXfrm>
    </dsp:sp>
    <dsp:sp modelId="{202CC41C-21A3-4FFE-BE8A-2D77421EB60F}">
      <dsp:nvSpPr>
        <dsp:cNvPr id="0" name=""/>
        <dsp:cNvSpPr/>
      </dsp:nvSpPr>
      <dsp:spPr>
        <a:xfrm>
          <a:off x="753873" y="1142935"/>
          <a:ext cx="1630896" cy="97853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Method Overriding</a:t>
          </a:r>
          <a:endParaRPr lang="en-US" sz="1800" kern="1200"/>
        </a:p>
      </dsp:txBody>
      <dsp:txXfrm>
        <a:off x="753873" y="1142935"/>
        <a:ext cx="1630896" cy="978537"/>
      </dsp:txXfrm>
    </dsp:sp>
    <dsp:sp modelId="{B3D61577-38EF-4E44-86DB-9A83F71150E5}">
      <dsp:nvSpPr>
        <dsp:cNvPr id="0" name=""/>
        <dsp:cNvSpPr/>
      </dsp:nvSpPr>
      <dsp:spPr>
        <a:xfrm>
          <a:off x="2547859" y="1142935"/>
          <a:ext cx="1630896" cy="978537"/>
        </a:xfrm>
        <a:prstGeom prst="rect">
          <a:avLst/>
        </a:prstGeom>
        <a:gradFill rotWithShape="0">
          <a:gsLst>
            <a:gs pos="0">
              <a:srgbClr val="21212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rgbClr>
            </a:gs>
            <a:gs pos="100000">
              <a:srgbClr val="21212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>
              <a:solidFill>
                <a:srgbClr val="FFFFFF"/>
              </a:solidFill>
              <a:latin typeface="Arial"/>
              <a:ea typeface="+mn-ea"/>
              <a:cs typeface="+mn-cs"/>
            </a:rPr>
            <a:t>Encapsulation</a:t>
          </a:r>
        </a:p>
      </dsp:txBody>
      <dsp:txXfrm>
        <a:off x="2547859" y="1142935"/>
        <a:ext cx="1630896" cy="978537"/>
      </dsp:txXfrm>
    </dsp:sp>
    <dsp:sp modelId="{60E6A43E-F43B-4AF3-86AB-B40B39BB0DAB}">
      <dsp:nvSpPr>
        <dsp:cNvPr id="0" name=""/>
        <dsp:cNvSpPr/>
      </dsp:nvSpPr>
      <dsp:spPr>
        <a:xfrm>
          <a:off x="4341844" y="1142935"/>
          <a:ext cx="1630896" cy="978537"/>
        </a:xfrm>
        <a:prstGeom prst="rect">
          <a:avLst/>
        </a:prstGeom>
        <a:solidFill>
          <a:schemeClr val="accent1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>
              <a:solidFill>
                <a:srgbClr val="FFFFFF"/>
              </a:solidFill>
              <a:latin typeface="Arial"/>
              <a:ea typeface="+mn-ea"/>
              <a:cs typeface="+mn-cs"/>
            </a:rPr>
            <a:t>Interfaces</a:t>
          </a:r>
        </a:p>
      </dsp:txBody>
      <dsp:txXfrm>
        <a:off x="4341844" y="1142935"/>
        <a:ext cx="1630896" cy="978537"/>
      </dsp:txXfrm>
    </dsp:sp>
    <dsp:sp modelId="{9A806A5F-63C3-4492-84AB-11E3F7441EB8}">
      <dsp:nvSpPr>
        <dsp:cNvPr id="0" name=""/>
        <dsp:cNvSpPr/>
      </dsp:nvSpPr>
      <dsp:spPr>
        <a:xfrm>
          <a:off x="6135830" y="1142935"/>
          <a:ext cx="1630896" cy="97853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Abstractions</a:t>
          </a:r>
          <a:endParaRPr lang="en-US" sz="1800" kern="1200"/>
        </a:p>
      </dsp:txBody>
      <dsp:txXfrm>
        <a:off x="6135830" y="1142935"/>
        <a:ext cx="1630896" cy="978537"/>
      </dsp:txXfrm>
    </dsp:sp>
    <dsp:sp modelId="{2066F880-56B1-45B8-9A49-E93FEA75B8AF}">
      <dsp:nvSpPr>
        <dsp:cNvPr id="0" name=""/>
        <dsp:cNvSpPr/>
      </dsp:nvSpPr>
      <dsp:spPr>
        <a:xfrm>
          <a:off x="3444851" y="2284562"/>
          <a:ext cx="1630896" cy="978537"/>
        </a:xfrm>
        <a:prstGeom prst="rect">
          <a:avLst/>
        </a:prstGeom>
        <a:solidFill>
          <a:schemeClr val="accent1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Polymorphism</a:t>
          </a:r>
          <a:endParaRPr lang="en-US" sz="1800" kern="1200"/>
        </a:p>
      </dsp:txBody>
      <dsp:txXfrm>
        <a:off x="3444851" y="2284562"/>
        <a:ext cx="1630896" cy="9785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38CF35-26CF-4079-B679-9C4B80EC5340}">
      <dsp:nvSpPr>
        <dsp:cNvPr id="0" name=""/>
        <dsp:cNvSpPr/>
      </dsp:nvSpPr>
      <dsp:spPr>
        <a:xfrm>
          <a:off x="0" y="0"/>
          <a:ext cx="8520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E803269-83DE-4822-8C8D-077D0ED278CD}">
      <dsp:nvSpPr>
        <dsp:cNvPr id="0" name=""/>
        <dsp:cNvSpPr/>
      </dsp:nvSpPr>
      <dsp:spPr>
        <a:xfrm>
          <a:off x="0" y="0"/>
          <a:ext cx="8520600" cy="8161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This design pattern provides a substitute for another object and controls access to that object, allowing you to perform something before or after the request reaches the original object.</a:t>
          </a:r>
          <a:endParaRPr lang="en-US" sz="1700" kern="1200"/>
        </a:p>
      </dsp:txBody>
      <dsp:txXfrm>
        <a:off x="0" y="0"/>
        <a:ext cx="8520600" cy="816101"/>
      </dsp:txXfrm>
    </dsp:sp>
    <dsp:sp modelId="{39756EC3-FF03-4AAF-9D19-0C9E61E95083}">
      <dsp:nvSpPr>
        <dsp:cNvPr id="0" name=""/>
        <dsp:cNvSpPr/>
      </dsp:nvSpPr>
      <dsp:spPr>
        <a:xfrm>
          <a:off x="0" y="816102"/>
          <a:ext cx="8520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BC0F625-B178-4F68-83D0-C2BDF407C651}">
      <dsp:nvSpPr>
        <dsp:cNvPr id="0" name=""/>
        <dsp:cNvSpPr/>
      </dsp:nvSpPr>
      <dsp:spPr>
        <a:xfrm>
          <a:off x="0" y="816101"/>
          <a:ext cx="8520600" cy="8161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The proxy acts as a simplified or lightweight version of the original object. </a:t>
          </a:r>
          <a:endParaRPr lang="en-US" sz="1700" kern="1200"/>
        </a:p>
      </dsp:txBody>
      <dsp:txXfrm>
        <a:off x="0" y="816101"/>
        <a:ext cx="8520600" cy="816101"/>
      </dsp:txXfrm>
    </dsp:sp>
    <dsp:sp modelId="{26456796-81AD-498E-ADBC-964253860868}">
      <dsp:nvSpPr>
        <dsp:cNvPr id="0" name=""/>
        <dsp:cNvSpPr/>
      </dsp:nvSpPr>
      <dsp:spPr>
        <a:xfrm>
          <a:off x="0" y="1632204"/>
          <a:ext cx="8520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4B9632A-F263-4E11-B80E-7C2BE233775B}">
      <dsp:nvSpPr>
        <dsp:cNvPr id="0" name=""/>
        <dsp:cNvSpPr/>
      </dsp:nvSpPr>
      <dsp:spPr>
        <a:xfrm>
          <a:off x="0" y="1632203"/>
          <a:ext cx="8520600" cy="8161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A proxy object is still able to accomplish the same tasks.</a:t>
          </a:r>
          <a:endParaRPr lang="en-US" sz="1700" kern="1200"/>
        </a:p>
      </dsp:txBody>
      <dsp:txXfrm>
        <a:off x="0" y="1632203"/>
        <a:ext cx="8520600" cy="816101"/>
      </dsp:txXfrm>
    </dsp:sp>
    <dsp:sp modelId="{631B093B-5D1F-4A2B-982E-B05A03FF7DE7}">
      <dsp:nvSpPr>
        <dsp:cNvPr id="0" name=""/>
        <dsp:cNvSpPr/>
      </dsp:nvSpPr>
      <dsp:spPr>
        <a:xfrm>
          <a:off x="0" y="2448305"/>
          <a:ext cx="8520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1B7C3EB-8B0B-4E8E-A2C6-0621AFFA96B6}">
      <dsp:nvSpPr>
        <dsp:cNvPr id="0" name=""/>
        <dsp:cNvSpPr/>
      </dsp:nvSpPr>
      <dsp:spPr>
        <a:xfrm>
          <a:off x="0" y="2448305"/>
          <a:ext cx="8520600" cy="8161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It but may delegate requests to the original object to achieve them.</a:t>
          </a:r>
          <a:endParaRPr lang="en-US" sz="1700" kern="1200"/>
        </a:p>
      </dsp:txBody>
      <dsp:txXfrm>
        <a:off x="0" y="2448305"/>
        <a:ext cx="8520600" cy="81610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BA50E5-1E19-48C7-BCC9-B392A777EE6F}">
      <dsp:nvSpPr>
        <dsp:cNvPr id="0" name=""/>
        <dsp:cNvSpPr/>
      </dsp:nvSpPr>
      <dsp:spPr>
        <a:xfrm>
          <a:off x="0" y="1992"/>
          <a:ext cx="8520600" cy="93154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7F1C95-2CFC-4F45-A58B-E9EC2D83FE4B}">
      <dsp:nvSpPr>
        <dsp:cNvPr id="0" name=""/>
        <dsp:cNvSpPr/>
      </dsp:nvSpPr>
      <dsp:spPr>
        <a:xfrm>
          <a:off x="281793" y="211590"/>
          <a:ext cx="512352" cy="5123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662A0E-E9A3-4D33-94C8-BBEC474B6801}">
      <dsp:nvSpPr>
        <dsp:cNvPr id="0" name=""/>
        <dsp:cNvSpPr/>
      </dsp:nvSpPr>
      <dsp:spPr>
        <a:xfrm>
          <a:off x="1075939" y="1992"/>
          <a:ext cx="3834270" cy="931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589" tIns="98589" rIns="98589" bIns="9858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Virtual Proxy</a:t>
          </a:r>
          <a:endParaRPr lang="en-US" sz="2500" kern="1200"/>
        </a:p>
      </dsp:txBody>
      <dsp:txXfrm>
        <a:off x="1075939" y="1992"/>
        <a:ext cx="3834270" cy="931549"/>
      </dsp:txXfrm>
    </dsp:sp>
    <dsp:sp modelId="{5C2DD22C-986D-45FC-9E44-496659DF8D22}">
      <dsp:nvSpPr>
        <dsp:cNvPr id="0" name=""/>
        <dsp:cNvSpPr/>
      </dsp:nvSpPr>
      <dsp:spPr>
        <a:xfrm>
          <a:off x="4910209" y="1992"/>
          <a:ext cx="3609338" cy="931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589" tIns="98589" rIns="98589" bIns="98589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Resource incentive operations 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Lazy Loading 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Image Editing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Gaming </a:t>
          </a:r>
          <a:endParaRPr lang="en-US" sz="1100" kern="1200"/>
        </a:p>
      </dsp:txBody>
      <dsp:txXfrm>
        <a:off x="4910209" y="1992"/>
        <a:ext cx="3609338" cy="931549"/>
      </dsp:txXfrm>
    </dsp:sp>
    <dsp:sp modelId="{05CB5C9E-A891-42AB-90F9-643AEB379D5A}">
      <dsp:nvSpPr>
        <dsp:cNvPr id="0" name=""/>
        <dsp:cNvSpPr/>
      </dsp:nvSpPr>
      <dsp:spPr>
        <a:xfrm>
          <a:off x="0" y="1166429"/>
          <a:ext cx="8520600" cy="93154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D04961-EC89-48DE-90D7-02D4517219F0}">
      <dsp:nvSpPr>
        <dsp:cNvPr id="0" name=""/>
        <dsp:cNvSpPr/>
      </dsp:nvSpPr>
      <dsp:spPr>
        <a:xfrm>
          <a:off x="281793" y="1376027"/>
          <a:ext cx="512352" cy="5123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6DB02E-1EA6-49F3-AC2E-AAA0EA361FCB}">
      <dsp:nvSpPr>
        <dsp:cNvPr id="0" name=""/>
        <dsp:cNvSpPr/>
      </dsp:nvSpPr>
      <dsp:spPr>
        <a:xfrm>
          <a:off x="1075939" y="1166429"/>
          <a:ext cx="3834270" cy="931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589" tIns="98589" rIns="98589" bIns="9858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Protection Proxy</a:t>
          </a:r>
          <a:endParaRPr lang="en-US" sz="2500" kern="1200"/>
        </a:p>
      </dsp:txBody>
      <dsp:txXfrm>
        <a:off x="1075939" y="1166429"/>
        <a:ext cx="3834270" cy="931549"/>
      </dsp:txXfrm>
    </dsp:sp>
    <dsp:sp modelId="{ECAA20C5-910C-41EC-9856-E2011B40C4DA}">
      <dsp:nvSpPr>
        <dsp:cNvPr id="0" name=""/>
        <dsp:cNvSpPr/>
      </dsp:nvSpPr>
      <dsp:spPr>
        <a:xfrm>
          <a:off x="4910209" y="1166429"/>
          <a:ext cx="3609338" cy="931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589" tIns="98589" rIns="98589" bIns="98589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Authorization of different roles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Users can access only their roles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Data level security</a:t>
          </a:r>
          <a:endParaRPr lang="en-US" sz="1100" kern="1200"/>
        </a:p>
      </dsp:txBody>
      <dsp:txXfrm>
        <a:off x="4910209" y="1166429"/>
        <a:ext cx="3609338" cy="931549"/>
      </dsp:txXfrm>
    </dsp:sp>
    <dsp:sp modelId="{AAA20FFC-707E-4473-A4B1-5CE7834C72B8}">
      <dsp:nvSpPr>
        <dsp:cNvPr id="0" name=""/>
        <dsp:cNvSpPr/>
      </dsp:nvSpPr>
      <dsp:spPr>
        <a:xfrm>
          <a:off x="0" y="2330866"/>
          <a:ext cx="8520600" cy="93154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54D9E1-2F4F-454E-86F0-CA75DEADA583}">
      <dsp:nvSpPr>
        <dsp:cNvPr id="0" name=""/>
        <dsp:cNvSpPr/>
      </dsp:nvSpPr>
      <dsp:spPr>
        <a:xfrm>
          <a:off x="281793" y="2540464"/>
          <a:ext cx="512352" cy="5123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611320-403E-439F-898D-FDB7743C4B22}">
      <dsp:nvSpPr>
        <dsp:cNvPr id="0" name=""/>
        <dsp:cNvSpPr/>
      </dsp:nvSpPr>
      <dsp:spPr>
        <a:xfrm>
          <a:off x="1075939" y="2330866"/>
          <a:ext cx="3834270" cy="931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589" tIns="98589" rIns="98589" bIns="9858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Remote Proxy </a:t>
          </a:r>
          <a:endParaRPr lang="en-US" sz="2500" kern="1200"/>
        </a:p>
      </dsp:txBody>
      <dsp:txXfrm>
        <a:off x="1075939" y="2330866"/>
        <a:ext cx="3834270" cy="931549"/>
      </dsp:txXfrm>
    </dsp:sp>
    <dsp:sp modelId="{3A413848-11C4-4041-BB38-59178E10CC9F}">
      <dsp:nvSpPr>
        <dsp:cNvPr id="0" name=""/>
        <dsp:cNvSpPr/>
      </dsp:nvSpPr>
      <dsp:spPr>
        <a:xfrm>
          <a:off x="4910209" y="2330866"/>
          <a:ext cx="3609338" cy="931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589" tIns="98589" rIns="98589" bIns="98589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Working Remotely </a:t>
          </a:r>
          <a:endParaRPr lang="en-US" sz="1100" kern="1200"/>
        </a:p>
      </dsp:txBody>
      <dsp:txXfrm>
        <a:off x="4910209" y="2330866"/>
        <a:ext cx="3609338" cy="9315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PictureAccentList">
  <dgm:title val=""/>
  <dgm:desc val=""/>
  <dgm:catLst>
    <dgm:cat type="picture" pri="14000"/>
    <dgm:cat type="list" pri="14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clrData>
  <dgm:layoutNode name="layout">
    <dgm:varLst>
      <dgm:chMax/>
      <dgm:chPref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L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primFontSz" for="des" forName="childText" refType="primFontSz" refFor="des" refForName="rootText" op="lte"/>
      <dgm:constr type="w" for="des" forName="rootComposite" refType="w" fact="4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/>
      <dgm:constr type="sibSp" refType="w" refFor="des" refForName="rootComposite" fact="0.1"/>
      <dgm:constr type="sibSp" for="des" forName="childShape" refType="h" refFor="des" refForName="rootComposite" fact="0.12"/>
      <dgm:constr type="sp" for="des" forName="root" refType="h" refFor="des" refForName="rootComposite" fact="0.18"/>
    </dgm:constrLst>
    <dgm:ruleLst/>
    <dgm:forEach name="Name3" axis="ch">
      <dgm:forEach name="Name4" axis="self" ptType="node" cnt="1">
        <dgm:layoutNode name="root">
          <dgm:varLst>
            <dgm:chMax/>
            <dgm:chPref val="4"/>
          </dgm:varLst>
          <dgm:alg type="hierRoot"/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onstrLst>
              <dgm:constr type="l" for="ch" forName="rootText"/>
              <dgm:constr type="t" for="ch" forName="rootText"/>
              <dgm:constr type="w" for="ch" forName="rootText" refType="w"/>
              <dgm:constr type="h" for="ch" forName="rootText" refType="h"/>
            </dgm:constrLst>
            <dgm:ruleLst/>
            <dgm:layoutNode name="rootText" styleLbl="node0">
              <dgm:varLst>
                <dgm:chMax/>
                <dgm:chPref val="4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5" axis="ch">
              <dgm:forEach name="Name6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7">
                    <dgm:if name="Name8" func="var" arg="dir" op="equ" val="norm">
                      <dgm:constrLst>
                        <dgm:constr type="w" for="ch" forName="Image" refType="h"/>
                        <dgm:constr type="h" for="ch" forName="Image" refType="h"/>
                        <dgm:constr type="l" for="ch" forName="Image"/>
                        <dgm:constr type="t" for="ch" forName="Image"/>
                        <dgm:constr type="h" for="ch" forName="childText" refType="h"/>
                        <dgm:constr type="l" for="ch" forName="childText" refType="w" refFor="ch" refForName="Image" fact="1.06"/>
                        <dgm:constr type="t" for="ch" forName="childText"/>
                      </dgm:constrLst>
                    </dgm:if>
                    <dgm:else name="Name9">
                      <dgm:constrLst>
                        <dgm:constr type="w" for="ch" forName="Image" refType="h"/>
                        <dgm:constr type="h" for="ch" forName="Image" refType="h"/>
                        <dgm:constr type="r" for="ch" forName="Image" refType="w"/>
                        <dgm:constr type="t" for="ch" forName="Image"/>
                        <dgm:constr type="h" for="ch" forName="childText" refType="h"/>
                        <dgm:constr type="t" for="ch" forName="childText"/>
                        <dgm:constr type="wOff" for="ch" forName="childText" refType="w" refFor="ch" refForName="Image" fact="-1.06"/>
                      </dgm:constrLst>
                    </dgm:else>
                  </dgm:choose>
                  <dgm:ruleLst/>
                  <dgm:layoutNode name="Image" styleLbl="node1">
                    <dgm:alg type="sp"/>
                    <dgm:shape xmlns:r="http://schemas.openxmlformats.org/officeDocument/2006/relationships" type="roundRect" r:blip="" blipPhldr="1">
                      <dgm:adjLst>
                        <dgm:adj idx="1" val="0.1667"/>
                      </dgm:adjLst>
                    </dgm:shape>
                    <dgm:presOf/>
                  </dgm:layoutNode>
                  <dgm:layoutNode name="childText" styleLbl="lnNode1">
                    <dgm:varLst>
                      <dgm:chMax val="0"/>
                      <dgm:chPref val="0"/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667"/>
                      </dgm:adjLst>
                    </dgm:shape>
                    <dgm:presOf axis="self desOrSelf" ptType="node node" st="1 1" cnt="1 0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5cede90ff7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5cede90ff7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f68c10a1f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1f68c10a1f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f68c10a1f6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f68c10a1f6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f68c10a1f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f68c10a1f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5cede90ff7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5cede90ff7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f68c10a1f6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f68c10a1f6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f68c10a1f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f68c10a1f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f68c10a1f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f68c10a1f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f68c10a1f6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f68c10a1f6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f68c10a1f6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1f68c10a1f6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f68c10a1f6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f68c10a1f6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f68c10a1f6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f68c10a1f6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f68c10a1f6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f68c10a1f6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f68c10a1f6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f68c10a1f6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5cede90ff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5cede90ff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5cede90ff7_2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5cede90ff7_2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5cede90ff7_2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5cede90ff7_2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24412-EA7A-4643-ACB3-2D3CE4C40707}" type="datetime1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013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4E7AE-EA13-AFE6-754C-98EBEC33CB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5FC2A6-C0E1-5C6F-57EF-8997A8EB91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Generated image">
            <a:extLst>
              <a:ext uri="{FF2B5EF4-FFF2-40B4-BE49-F238E27FC236}">
                <a16:creationId xmlns:a16="http://schemas.microsoft.com/office/drawing/2014/main" id="{EEF0E36B-AC09-5DE3-4CA8-A136805204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F6A176-D86D-F823-6EFC-D6BF86A67D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24830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DE0B8-715C-18F9-1ABB-3473E906B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6A498A-FC33-6D7B-54CB-B85925D6D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F3EAF-5AF8-FF9E-A1D9-5C5C9D8152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E6835F0D-D0CE-F6D1-3C6D-ADE1410B5D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7218025"/>
              </p:ext>
            </p:extLst>
          </p:nvPr>
        </p:nvGraphicFramePr>
        <p:xfrm>
          <a:off x="82040" y="447152"/>
          <a:ext cx="8653545" cy="48607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00225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82A4E-8897-82B9-FA0E-012912620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OOP Principals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864796-0DF2-90C5-D692-09708B8BED8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 wrap="square" anchor="ctr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z="900" smtClean="0"/>
              <a:pPr marL="0" lvl="0" indent="0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3</a:t>
            </a:fld>
            <a:endParaRPr lang="en" sz="900"/>
          </a:p>
        </p:txBody>
      </p:sp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AE7FEE9A-87EB-B8A1-DEC3-558D41E234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0682085"/>
              </p:ext>
            </p:extLst>
          </p:nvPr>
        </p:nvGraphicFramePr>
        <p:xfrm>
          <a:off x="311700" y="1208225"/>
          <a:ext cx="852060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13268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325" y="21566"/>
            <a:ext cx="81154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E3BD8C-257C-191D-F5EF-E3CCCAB4D0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What is a Proxy Server?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proxy server is an intermediary between a user’s device and the internet.</a:t>
            </a:r>
          </a:p>
          <a:p>
            <a:endParaRPr/>
          </a:p>
          <a:p>
            <a:r>
              <a:t>Key Functions:</a:t>
            </a:r>
          </a:p>
          <a:p>
            <a:pPr marL="114300" indent="0">
              <a:buNone/>
            </a:pPr>
            <a:r>
              <a:rPr lang="en-US"/>
              <a:t>	</a:t>
            </a:r>
            <a:r>
              <a:t>1. Anonymity – Hides the client’s IP address</a:t>
            </a:r>
          </a:p>
          <a:p>
            <a:pPr marL="114300" indent="0">
              <a:buNone/>
            </a:pPr>
            <a:r>
              <a:rPr lang="en-US"/>
              <a:t>	</a:t>
            </a:r>
            <a:r>
              <a:t>2. Access Control – Blocks or allows content</a:t>
            </a:r>
          </a:p>
          <a:p>
            <a:pPr marL="114300" indent="0">
              <a:buNone/>
            </a:pPr>
            <a:r>
              <a:rPr lang="en-US"/>
              <a:t>	</a:t>
            </a:r>
            <a:r>
              <a:t>3. Caching – Speeds up responses &amp; saves bandwidth</a:t>
            </a:r>
          </a:p>
          <a:p>
            <a:pPr marL="114300" indent="0">
              <a:buNone/>
            </a:pPr>
            <a:r>
              <a:rPr lang="en-US"/>
              <a:t>	</a:t>
            </a:r>
            <a:r>
              <a:t>4. Security – Filters malicious traffic</a:t>
            </a:r>
          </a:p>
          <a:p>
            <a:pPr marL="114300" indent="0">
              <a:buNone/>
            </a:pPr>
            <a:r>
              <a:rPr lang="en-US"/>
              <a:t>	</a:t>
            </a:r>
            <a:r>
              <a:t>5. Bypassing Restrictions – Access blocked/geo-restricted content</a:t>
            </a:r>
          </a:p>
          <a:p>
            <a:endParaRPr/>
          </a:p>
          <a:p>
            <a:r>
              <a:t>Flow: Client → Proxy Server → Destination Server → Proxy Server → Client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213ABB-9780-CF72-211A-FFCDD1279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126475" y="746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is a Proxy?</a:t>
            </a:r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63" y="672225"/>
            <a:ext cx="3381375" cy="257175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71" name="Google Shape;71;p15"/>
          <p:cNvPicPr preferRelativeResize="0"/>
          <p:nvPr/>
        </p:nvPicPr>
        <p:blipFill rotWithShape="1">
          <a:blip r:embed="rId4">
            <a:alphaModFix/>
          </a:blip>
          <a:srcRect l="1322" t="3009" b="2041"/>
          <a:stretch/>
        </p:blipFill>
        <p:spPr>
          <a:xfrm>
            <a:off x="7256950" y="156725"/>
            <a:ext cx="1759100" cy="369022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42604" y="1947863"/>
            <a:ext cx="3810000" cy="30765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668370-E633-C95D-C974-8B24E7A60B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What is Proxy Design Pattern?</a:t>
            </a:r>
          </a:p>
        </p:txBody>
      </p:sp>
      <p:graphicFrame>
        <p:nvGraphicFramePr>
          <p:cNvPr id="87" name="Google Shape;85;p17">
            <a:extLst>
              <a:ext uri="{FF2B5EF4-FFF2-40B4-BE49-F238E27FC236}">
                <a16:creationId xmlns:a16="http://schemas.microsoft.com/office/drawing/2014/main" id="{A64B491F-85A3-8B00-43F2-B10C654F54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0371264"/>
              </p:ext>
            </p:extLst>
          </p:nvPr>
        </p:nvGraphicFramePr>
        <p:xfrm>
          <a:off x="311700" y="1208225"/>
          <a:ext cx="852060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96E74E-728D-F5D1-3768-FBC2B95713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Common Scenarios</a:t>
            </a:r>
          </a:p>
        </p:txBody>
      </p:sp>
      <p:graphicFrame>
        <p:nvGraphicFramePr>
          <p:cNvPr id="95" name="Google Shape;91;p18">
            <a:extLst>
              <a:ext uri="{FF2B5EF4-FFF2-40B4-BE49-F238E27FC236}">
                <a16:creationId xmlns:a16="http://schemas.microsoft.com/office/drawing/2014/main" id="{F5CCD434-79F9-7DC6-4A76-9D664346EB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3706754"/>
              </p:ext>
            </p:extLst>
          </p:nvPr>
        </p:nvGraphicFramePr>
        <p:xfrm>
          <a:off x="311700" y="1208225"/>
          <a:ext cx="852060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60F5D5-622F-1F97-62A5-97DAF5FA837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11430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sz="3900" b="1"/>
              <a:t>Proxy class should have the same methods as the real class.</a:t>
            </a: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3FC63CF4-959B-97A5-DD40-CF2145F87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ED9B4C-F8BC-3016-52E7-DAACF57B8C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923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7AE539-570D-08C1-8E91-EC265ECFA8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133DE3-7723-5B10-813E-0BC09257B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8" y="319790"/>
            <a:ext cx="8963025" cy="4503919"/>
          </a:xfrm>
          <a:prstGeom prst="rect">
            <a:avLst/>
          </a:prstGeom>
          <a:noFill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E744B6-B5E7-E36D-7754-8A237B186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>
            <a:spLocks noGrp="1"/>
          </p:cNvSpPr>
          <p:nvPr>
            <p:ph type="body" idx="1"/>
          </p:nvPr>
        </p:nvSpPr>
        <p:spPr>
          <a:xfrm>
            <a:off x="311700" y="299200"/>
            <a:ext cx="8726100" cy="47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7505" algn="l" rtl="0">
              <a:spcBef>
                <a:spcPts val="0"/>
              </a:spcBef>
              <a:spcAft>
                <a:spcPts val="0"/>
              </a:spcAft>
              <a:buSzPts val="2035"/>
              <a:buAutoNum type="arabicPeriod"/>
            </a:pPr>
            <a:r>
              <a:rPr lang="en" sz="2000" dirty="0"/>
              <a:t>Proxy and </a:t>
            </a:r>
            <a:r>
              <a:rPr lang="en" sz="2000" dirty="0" err="1"/>
              <a:t>RealSubject</a:t>
            </a:r>
            <a:r>
              <a:rPr lang="en" sz="2000" dirty="0"/>
              <a:t> are subtypes of Subject.</a:t>
            </a:r>
            <a:endParaRPr lang="en-US" sz="2000" dirty="0"/>
          </a:p>
          <a:p>
            <a:pPr marL="457200" lvl="0" indent="-357505" algn="l" rtl="0">
              <a:spcBef>
                <a:spcPts val="0"/>
              </a:spcBef>
              <a:spcAft>
                <a:spcPts val="0"/>
              </a:spcAft>
              <a:buSzPts val="2035"/>
              <a:buAutoNum type="arabicPeriod"/>
            </a:pPr>
            <a:r>
              <a:rPr lang="en" sz="2000" dirty="0"/>
              <a:t>The proxy design pattern achieves polymorphism through implementing a Subject interface.</a:t>
            </a:r>
            <a:endParaRPr sz="2000" dirty="0"/>
          </a:p>
          <a:p>
            <a:pPr marL="457200" lvl="0" indent="-357505" algn="l" rtl="0">
              <a:spcBef>
                <a:spcPts val="0"/>
              </a:spcBef>
              <a:spcAft>
                <a:spcPts val="0"/>
              </a:spcAft>
              <a:buSzPts val="2035"/>
              <a:buAutoNum type="arabicPeriod"/>
            </a:pPr>
            <a:r>
              <a:rPr lang="en" sz="2000" dirty="0"/>
              <a:t>The </a:t>
            </a:r>
            <a:r>
              <a:rPr lang="en" sz="2000" dirty="0" err="1"/>
              <a:t>RealSubject</a:t>
            </a:r>
            <a:r>
              <a:rPr lang="en" sz="2000" dirty="0"/>
              <a:t> class knows about the Proxy class, meaning that the </a:t>
            </a:r>
            <a:r>
              <a:rPr lang="en" sz="2000" dirty="0" err="1"/>
              <a:t>RealSubject</a:t>
            </a:r>
            <a:r>
              <a:rPr lang="en" sz="2000" dirty="0"/>
              <a:t> class has an attribute that refers to an instance of the Proxy class.</a:t>
            </a:r>
            <a:endParaRPr sz="2000" dirty="0"/>
          </a:p>
          <a:p>
            <a:pPr marL="457200" lvl="0" indent="-357505" algn="l" rtl="0">
              <a:spcBef>
                <a:spcPts val="0"/>
              </a:spcBef>
              <a:spcAft>
                <a:spcPts val="0"/>
              </a:spcAft>
              <a:buSzPts val="2035"/>
              <a:buAutoNum type="arabicPeriod"/>
            </a:pPr>
            <a:r>
              <a:rPr lang="en" sz="2000" dirty="0"/>
              <a:t>The proxy design pattern cannot achieve polymorphism because the Proxy and </a:t>
            </a:r>
            <a:r>
              <a:rPr lang="en" sz="2000" dirty="0" err="1"/>
              <a:t>RealSubject</a:t>
            </a:r>
            <a:r>
              <a:rPr lang="en" sz="2000" dirty="0"/>
              <a:t> classes are both implementing the Subject.</a:t>
            </a:r>
            <a:endParaRPr sz="20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30C403-2857-591A-6DDF-DBEB4CA2EA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>
            <a:spLocks noGrp="1"/>
          </p:cNvSpPr>
          <p:nvPr>
            <p:ph type="body" idx="1"/>
          </p:nvPr>
        </p:nvSpPr>
        <p:spPr>
          <a:xfrm>
            <a:off x="53100" y="0"/>
            <a:ext cx="9037800" cy="47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128439" lvl="0" indent="0" algn="l" rtl="0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 sz="2035" b="1"/>
              <a:t>1. Proxy and RealSubject are subtypes of Subject.</a:t>
            </a:r>
            <a:endParaRPr sz="2035" b="1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35"/>
              <a:t>Correct! This is clear from the way interface inheritance is shown with an open arrowhead. Since both Proxy and RealSubject must implement the methods of Subject, they subtypes.</a:t>
            </a:r>
            <a:endParaRPr sz="2035"/>
          </a:p>
          <a:p>
            <a:pPr marL="128439" lvl="0" indent="0" algn="l" rtl="0">
              <a:spcBef>
                <a:spcPts val="1200"/>
              </a:spcBef>
              <a:spcAft>
                <a:spcPts val="0"/>
              </a:spcAft>
              <a:buSzPct val="100000"/>
              <a:buNone/>
            </a:pPr>
            <a:r>
              <a:rPr lang="en" sz="2035" b="1"/>
              <a:t>2. The proxy design pattern achieves polymorphism through implementing a Subject interface.</a:t>
            </a:r>
            <a:endParaRPr sz="2035" b="1"/>
          </a:p>
          <a:p>
            <a:pPr lvl="0" indent="0">
              <a:spcBef>
                <a:spcPts val="1200"/>
              </a:spcBef>
              <a:buNone/>
            </a:pPr>
            <a:r>
              <a:rPr lang="en-US" sz="2035"/>
              <a:t>Correct! Polymorphism is achieved with the interface, ensuring that both the Proxy and the </a:t>
            </a:r>
            <a:r>
              <a:rPr lang="en-US" sz="2035" err="1"/>
              <a:t>RealSubject</a:t>
            </a:r>
            <a:r>
              <a:rPr lang="en-US" sz="2035"/>
              <a:t> can be interacted with using the same methods, even if the internal implementation of these methods is different.</a:t>
            </a:r>
          </a:p>
          <a:p>
            <a:pPr lvl="0" indent="0">
              <a:spcBef>
                <a:spcPts val="1200"/>
              </a:spcBef>
              <a:buNone/>
            </a:pPr>
            <a:endParaRPr lang="en-US" sz="2035"/>
          </a:p>
          <a:p>
            <a:pPr marL="128439" lvl="0" indent="0" algn="l" rtl="0"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lang="en" sz="2035" b="1">
                <a:solidFill>
                  <a:srgbClr val="FF0000"/>
                </a:solidFill>
              </a:rPr>
              <a:t>3. The RealSubject class knows about the Proxy class, meaning that the RealSubject class has an attribute that refers to an instance of the Proxy class.</a:t>
            </a:r>
          </a:p>
          <a:p>
            <a:pPr marL="128439" lvl="0" indent="0" algn="l" rtl="0"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endParaRPr sz="2035" b="1">
              <a:solidFill>
                <a:srgbClr val="FF0000"/>
              </a:solidFill>
            </a:endParaRPr>
          </a:p>
          <a:p>
            <a:pPr marL="128439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lang="en" sz="2035" b="1">
                <a:solidFill>
                  <a:srgbClr val="FF0000"/>
                </a:solidFill>
              </a:rPr>
              <a:t>4. The proxy design pattern cannot achieve polymorphism because the Proxy and RealSubject classes are both implementing the Subject.</a:t>
            </a:r>
            <a:endParaRPr sz="2035" b="1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FC4C00-C4A4-47BE-C61D-EDFE8E0061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Proxy Design Pattern – Practical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Scenario:</a:t>
            </a:r>
          </a:p>
          <a:p>
            <a:pPr lvl="1"/>
            <a:r>
              <a:t>You run an online retail store with global distribution and warehousing.</a:t>
            </a:r>
          </a:p>
          <a:p>
            <a:endParaRPr/>
          </a:p>
          <a:p>
            <a:r>
              <a:t>Problem:</a:t>
            </a:r>
          </a:p>
          <a:p>
            <a:pPr lvl="1"/>
            <a:r>
              <a:t>Orders may be routed to a warehouse without stock.</a:t>
            </a:r>
          </a:p>
          <a:p>
            <a:pPr lvl="1"/>
            <a:r>
              <a:t>Warehouses may receive orders they cannot fulfill.</a:t>
            </a:r>
          </a:p>
          <a:p>
            <a:endParaRPr/>
          </a:p>
          <a:p>
            <a:r>
              <a:t>Solution using Proxy:</a:t>
            </a:r>
          </a:p>
          <a:p>
            <a:pPr lvl="1"/>
            <a:r>
              <a:t>Both Proxy and </a:t>
            </a:r>
            <a:r>
              <a:rPr err="1"/>
              <a:t>RealSubject</a:t>
            </a:r>
            <a:r>
              <a:t> implement the same Subject interface.</a:t>
            </a:r>
          </a:p>
          <a:p>
            <a:pPr lvl="1"/>
            <a:r>
              <a:t>Client interacts with Proxy as if it were the </a:t>
            </a:r>
            <a:r>
              <a:rPr err="1"/>
              <a:t>RealSubject</a:t>
            </a:r>
            <a:r>
              <a:t>.</a:t>
            </a:r>
          </a:p>
          <a:p>
            <a:pPr lvl="1"/>
            <a:r>
              <a:t>Proxy determines stock availability and routes orders to the correct warehouse.</a:t>
            </a:r>
          </a:p>
          <a:p>
            <a:pPr lvl="1"/>
            <a:r>
              <a:t>Ensures orders are only sent to warehouses that can fulfill them.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6DA25F-FC08-F6E6-2CC0-06C28F718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C5477-1F05-18AD-1DDF-8789B2A5A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CA0A4-E75A-3E5D-6E99-DEB5C885B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Generated image">
            <a:extLst>
              <a:ext uri="{FF2B5EF4-FFF2-40B4-BE49-F238E27FC236}">
                <a16:creationId xmlns:a16="http://schemas.microsoft.com/office/drawing/2014/main" id="{1F411EAA-A34A-8ED6-19E1-8886ECBC7E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5" y="0"/>
            <a:ext cx="771525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A33188-7966-6A8C-5CF1-794763DD3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6035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28" name="Google Shape;12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5AEA18-0012-4910-03FA-2C91C01EBA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35" name="Google Shape;13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F2111A-2B9B-543A-3630-3DFA8A385D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42" name="Google Shape;14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E1AF8C-6310-49E1-9434-D9730B8D72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49" name="Google Shape;14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500976-046F-0FC4-2E79-DC82C3F41C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>
            <a:spLocks noGrp="1"/>
          </p:cNvSpPr>
          <p:nvPr>
            <p:ph type="title"/>
          </p:nvPr>
        </p:nvSpPr>
        <p:spPr>
          <a:xfrm>
            <a:off x="197700" y="1600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Usage of Proxy Design Pattern</a:t>
            </a:r>
            <a:endParaRPr/>
          </a:p>
        </p:txBody>
      </p:sp>
      <p:sp>
        <p:nvSpPr>
          <p:cNvPr id="166" name="Google Shape;166;p30"/>
          <p:cNvSpPr txBox="1">
            <a:spLocks noGrp="1"/>
          </p:cNvSpPr>
          <p:nvPr>
            <p:ph type="body" idx="1"/>
          </p:nvPr>
        </p:nvSpPr>
        <p:spPr>
          <a:xfrm>
            <a:off x="0" y="828300"/>
            <a:ext cx="9009300" cy="42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Protect the real subject class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have a polymorphic design so that the client class can expect the same interface for the proxy and real subject classes,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use a lightweight proxy in place of a resource intensive object until it is actually needed,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implement some form of intelligent verification of requests from client code in order to determine if, how, and to whom the requests should be forwarded to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present a local representation of a system that is not in the same physical or virtual space.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Manages the lifecycle of the service object and proxy will work even if the service object isn’t ready or is not completely available. 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1E3D18-F58A-6751-3ED8-24E336BA792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73" name="Google Shape;17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753"/>
            <a:ext cx="9144000" cy="510799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4ED5E7-20DE-F057-B384-0E9C983899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80" name="Google Shape;18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9116"/>
            <a:ext cx="9143999" cy="49252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3C699F-AACC-C5B0-8883-D6427F4109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22</a:t>
            </a:fld>
            <a:endParaRPr lang="e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87" name="Google Shape;18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102" y="0"/>
            <a:ext cx="6856295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79A095-25B1-3B33-FCE1-DC6F58D466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23</a:t>
            </a:fld>
            <a:endParaRPr lang="e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68C2A-46E8-7927-8EFC-A37F8F202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Use cases for Proxy Design Pattern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73C31A-88D0-3F67-FACE-306D9746DC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FAFB84F-AD7E-EB09-BE9B-4324ACBD1E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3310408"/>
              </p:ext>
            </p:extLst>
          </p:nvPr>
        </p:nvGraphicFramePr>
        <p:xfrm>
          <a:off x="368017" y="1152475"/>
          <a:ext cx="7404190" cy="3835984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691442">
                  <a:extLst>
                    <a:ext uri="{9D8B030D-6E8A-4147-A177-3AD203B41FA5}">
                      <a16:colId xmlns:a16="http://schemas.microsoft.com/office/drawing/2014/main" val="143987260"/>
                    </a:ext>
                  </a:extLst>
                </a:gridCol>
                <a:gridCol w="4712748">
                  <a:extLst>
                    <a:ext uri="{9D8B030D-6E8A-4147-A177-3AD203B41FA5}">
                      <a16:colId xmlns:a16="http://schemas.microsoft.com/office/drawing/2014/main" val="3700797203"/>
                    </a:ext>
                  </a:extLst>
                </a:gridCol>
              </a:tblGrid>
              <a:tr h="264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Type of Proxy</a:t>
                      </a:r>
                      <a:endParaRPr lang="en-US" sz="1400"/>
                    </a:p>
                  </a:txBody>
                  <a:tcPr marL="79449" marR="79449" marT="39724" marB="397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Real-World Scenarios</a:t>
                      </a:r>
                      <a:endParaRPr lang="en-US" sz="1400"/>
                    </a:p>
                  </a:txBody>
                  <a:tcPr marL="79449" marR="79449" marT="39724" marB="39724" anchor="ctr"/>
                </a:tc>
                <a:extLst>
                  <a:ext uri="{0D108BD9-81ED-4DB2-BD59-A6C34878D82A}">
                    <a16:rowId xmlns:a16="http://schemas.microsoft.com/office/drawing/2014/main" val="1651092218"/>
                  </a:ext>
                </a:extLst>
              </a:tr>
              <a:tr h="450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Virtual Proxy</a:t>
                      </a:r>
                      <a:endParaRPr lang="en-US" sz="1400"/>
                    </a:p>
                  </a:txBody>
                  <a:tcPr marL="79449" marR="79449" marT="39724" marB="39724" anchor="ctr"/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400"/>
                        <a:t>Image viewer apps (load images on demand)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400"/>
                        <a:t>Document editors (thumbnails before full load)</a:t>
                      </a:r>
                    </a:p>
                  </a:txBody>
                  <a:tcPr marL="79449" marR="79449" marT="39724" marB="39724" anchor="ctr"/>
                </a:tc>
                <a:extLst>
                  <a:ext uri="{0D108BD9-81ED-4DB2-BD59-A6C34878D82A}">
                    <a16:rowId xmlns:a16="http://schemas.microsoft.com/office/drawing/2014/main" val="1467822453"/>
                  </a:ext>
                </a:extLst>
              </a:tr>
              <a:tr h="450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Remote Proxy</a:t>
                      </a:r>
                      <a:endParaRPr lang="en-US" sz="1400"/>
                    </a:p>
                  </a:txBody>
                  <a:tcPr marL="79449" marR="79449" marT="39724" marB="39724" anchor="ctr"/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400"/>
                        <a:t>Distributed systems (RMI, CORBA, </a:t>
                      </a:r>
                      <a:r>
                        <a:rPr lang="en-US" sz="1400" err="1"/>
                        <a:t>gRPC</a:t>
                      </a:r>
                      <a:r>
                        <a:rPr lang="en-US" sz="1400"/>
                        <a:t>)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400"/>
                        <a:t>Cloud storage (local object for remote files)</a:t>
                      </a:r>
                    </a:p>
                  </a:txBody>
                  <a:tcPr marL="79449" marR="79449" marT="39724" marB="39724" anchor="ctr"/>
                </a:tc>
                <a:extLst>
                  <a:ext uri="{0D108BD9-81ED-4DB2-BD59-A6C34878D82A}">
                    <a16:rowId xmlns:a16="http://schemas.microsoft.com/office/drawing/2014/main" val="2564570018"/>
                  </a:ext>
                </a:extLst>
              </a:tr>
              <a:tr h="450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Protection Proxy</a:t>
                      </a:r>
                      <a:endParaRPr lang="en-US" sz="1400"/>
                    </a:p>
                  </a:txBody>
                  <a:tcPr marL="79449" marR="79449" marT="39724" marB="39724" anchor="ctr"/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400"/>
                        <a:t>Banking systems (control access to transactions)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400"/>
                        <a:t>Enterprise apps (restrict confidential report access)</a:t>
                      </a:r>
                    </a:p>
                  </a:txBody>
                  <a:tcPr marL="79449" marR="79449" marT="39724" marB="39724" anchor="ctr"/>
                </a:tc>
                <a:extLst>
                  <a:ext uri="{0D108BD9-81ED-4DB2-BD59-A6C34878D82A}">
                    <a16:rowId xmlns:a16="http://schemas.microsoft.com/office/drawing/2014/main" val="3492693685"/>
                  </a:ext>
                </a:extLst>
              </a:tr>
              <a:tr h="450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Smart Proxy</a:t>
                      </a:r>
                      <a:endParaRPr lang="en-US" sz="1400"/>
                    </a:p>
                  </a:txBody>
                  <a:tcPr marL="79449" marR="79449" marT="39724" marB="39724" anchor="ctr"/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400"/>
                        <a:t>Caching systems (e.g., CDN edge servers)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400"/>
                        <a:t>Database connection pooling</a:t>
                      </a:r>
                    </a:p>
                  </a:txBody>
                  <a:tcPr marL="79449" marR="79449" marT="39724" marB="39724" anchor="ctr"/>
                </a:tc>
                <a:extLst>
                  <a:ext uri="{0D108BD9-81ED-4DB2-BD59-A6C34878D82A}">
                    <a16:rowId xmlns:a16="http://schemas.microsoft.com/office/drawing/2014/main" val="539060018"/>
                  </a:ext>
                </a:extLst>
              </a:tr>
              <a:tr h="450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Security Proxy</a:t>
                      </a:r>
                      <a:endParaRPr lang="en-US" sz="1400"/>
                    </a:p>
                  </a:txBody>
                  <a:tcPr marL="79449" marR="79449" marT="39724" marB="39724" anchor="ctr"/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400"/>
                        <a:t>Firewall servers (monitor/filter traffic)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400"/>
                        <a:t>API gateways (authenticate &amp; filter requests)</a:t>
                      </a:r>
                    </a:p>
                  </a:txBody>
                  <a:tcPr marL="79449" marR="79449" marT="39724" marB="39724" anchor="ctr"/>
                </a:tc>
                <a:extLst>
                  <a:ext uri="{0D108BD9-81ED-4DB2-BD59-A6C34878D82A}">
                    <a16:rowId xmlns:a16="http://schemas.microsoft.com/office/drawing/2014/main" val="3740381272"/>
                  </a:ext>
                </a:extLst>
              </a:tr>
              <a:tr h="450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Monitoring Proxy</a:t>
                      </a:r>
                      <a:endParaRPr lang="en-US" sz="1400"/>
                    </a:p>
                  </a:txBody>
                  <a:tcPr marL="79449" marR="79449" marT="39724" marB="39724" anchor="ctr"/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400"/>
                        <a:t>Payment gateways (log transactions)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400"/>
                        <a:t>Healthcare systems (track patient data access)</a:t>
                      </a:r>
                    </a:p>
                  </a:txBody>
                  <a:tcPr marL="79449" marR="79449" marT="39724" marB="39724" anchor="ctr"/>
                </a:tc>
                <a:extLst>
                  <a:ext uri="{0D108BD9-81ED-4DB2-BD59-A6C34878D82A}">
                    <a16:rowId xmlns:a16="http://schemas.microsoft.com/office/drawing/2014/main" val="1035255829"/>
                  </a:ext>
                </a:extLst>
              </a:tr>
              <a:tr h="450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Smart Routing Proxy</a:t>
                      </a:r>
                      <a:endParaRPr lang="en-US" sz="1400"/>
                    </a:p>
                  </a:txBody>
                  <a:tcPr marL="79449" marR="79449" marT="39724" marB="39724" anchor="ctr"/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400"/>
                        <a:t>E-commerce fulfillment (route to correct warehouse)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400"/>
                        <a:t>CDNs (route to nearest/fastest server)</a:t>
                      </a:r>
                    </a:p>
                  </a:txBody>
                  <a:tcPr marL="79449" marR="79449" marT="39724" marB="39724" anchor="ctr"/>
                </a:tc>
                <a:extLst>
                  <a:ext uri="{0D108BD9-81ED-4DB2-BD59-A6C34878D82A}">
                    <a16:rowId xmlns:a16="http://schemas.microsoft.com/office/drawing/2014/main" val="3840189211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32DA37-CE81-093F-16C9-DC0968368C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940894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11006-6101-E533-FF9A-0593B9B9A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Reflective 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D0D58-6454-F22D-9776-C43903F07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700" y="1152475"/>
            <a:ext cx="8520600" cy="341640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Why is it important that both the Proxy and Real Subject implement the same interface in the Proxy design pattern?</a:t>
            </a:r>
          </a:p>
          <a:p>
            <a:pPr>
              <a:spcAft>
                <a:spcPts val="600"/>
              </a:spcAft>
            </a:pPr>
            <a:endParaRPr lang="en-US"/>
          </a:p>
          <a:p>
            <a:pPr>
              <a:spcAft>
                <a:spcPts val="600"/>
              </a:spcAft>
            </a:pPr>
            <a:r>
              <a:rPr lang="en-US"/>
              <a:t>How does the Proxy pattern improve flexibility and security when interacting with real objects?</a:t>
            </a:r>
          </a:p>
          <a:p>
            <a:pPr>
              <a:spcAft>
                <a:spcPts val="600"/>
              </a:spcAft>
            </a:pPr>
            <a:endParaRPr lang="en-US"/>
          </a:p>
          <a:p>
            <a:pPr>
              <a:spcAft>
                <a:spcPts val="600"/>
              </a:spcAft>
            </a:pPr>
            <a:r>
              <a:rPr lang="en-US"/>
              <a:t>In what scenarios might using a Proxy add unnecessary overhead instead of benefits?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99873F-E965-6E1F-21FD-A1B1794C1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38990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bf2655a-b97a-4cd5-9749-fa15d2d37c4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1A51792A418F4A9A575028F3A039FF" ma:contentTypeVersion="13" ma:contentTypeDescription="Create a new document." ma:contentTypeScope="" ma:versionID="dbbb3a872386501ea0db3d7f91cf00ca">
  <xsd:schema xmlns:xsd="http://www.w3.org/2001/XMLSchema" xmlns:xs="http://www.w3.org/2001/XMLSchema" xmlns:p="http://schemas.microsoft.com/office/2006/metadata/properties" xmlns:ns3="bbf2655a-b97a-4cd5-9749-fa15d2d37c4f" xmlns:ns4="6327976d-0e7f-4f4d-9e8d-9adece0280c7" targetNamespace="http://schemas.microsoft.com/office/2006/metadata/properties" ma:root="true" ma:fieldsID="06edd250f22a9adbb0f047e677c7ff0f" ns3:_="" ns4:_="">
    <xsd:import namespace="bbf2655a-b97a-4cd5-9749-fa15d2d37c4f"/>
    <xsd:import namespace="6327976d-0e7f-4f4d-9e8d-9adece0280c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f2655a-b97a-4cd5-9749-fa15d2d37c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27976d-0e7f-4f4d-9e8d-9adece0280c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03A855D-3D19-4B24-BD75-88AEA9CFBB8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C9C6B71-58EA-4E8E-B7A8-204C3A28A765}">
  <ds:schemaRefs>
    <ds:schemaRef ds:uri="6327976d-0e7f-4f4d-9e8d-9adece0280c7"/>
    <ds:schemaRef ds:uri="bbf2655a-b97a-4cd5-9749-fa15d2d37c4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858D056-1506-49E8-B3E0-3CA47C4A5C49}">
  <ds:schemaRefs>
    <ds:schemaRef ds:uri="6327976d-0e7f-4f4d-9e8d-9adece0280c7"/>
    <ds:schemaRef ds:uri="bbf2655a-b97a-4cd5-9749-fa15d2d37c4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25</Slides>
  <Notes>17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Simple Light</vt:lpstr>
      <vt:lpstr>PowerPoint Presentation</vt:lpstr>
      <vt:lpstr>PowerPoint Presentation</vt:lpstr>
      <vt:lpstr>OOP Principals </vt:lpstr>
      <vt:lpstr>PowerPoint Presentation</vt:lpstr>
      <vt:lpstr>What is a Proxy Server?</vt:lpstr>
      <vt:lpstr>Who is a Proxy?</vt:lpstr>
      <vt:lpstr>What is Proxy Design Pattern?</vt:lpstr>
      <vt:lpstr>Common Scenarios</vt:lpstr>
      <vt:lpstr>Proxy class should have the same methods as the real class.</vt:lpstr>
      <vt:lpstr>PowerPoint Presentation</vt:lpstr>
      <vt:lpstr>PowerPoint Presentation</vt:lpstr>
      <vt:lpstr>PowerPoint Presentation</vt:lpstr>
      <vt:lpstr>PowerPoint Presentation</vt:lpstr>
      <vt:lpstr>Proxy Design Pattern – Practical Application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Usage of Proxy Design Pattern</vt:lpstr>
      <vt:lpstr>PowerPoint Presentation</vt:lpstr>
      <vt:lpstr>PowerPoint Presentation</vt:lpstr>
      <vt:lpstr>PowerPoint Presentation</vt:lpstr>
      <vt:lpstr>Use cases for Proxy Design Pattern</vt:lpstr>
      <vt:lpstr>Reflective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revision>9</cp:revision>
  <dcterms:modified xsi:type="dcterms:W3CDTF">2026-08-02T11:21:04Z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0x010100F51A51792A418F4A9A575028F3A039FF</vt:lpwstr>
  </property>
</Properties>
</file>