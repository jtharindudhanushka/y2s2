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4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4" r:id="rId32"/>
    <p:sldId id="285" r:id="rId33"/>
    <p:sldId id="286" r:id="rId34"/>
    <p:sldId id="283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0CC44-2BC7-4D35-B22D-2BA367A2E495}" v="36" dt="2026-08-27T20:03:28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addSld delSld modSld">
      <pc:chgData name="Mr. PPG Dinesh Asanka" userId="54a4306b-b9cd-436b-92bf-e616bbdb8176" providerId="ADAL" clId="{763A7EB7-061F-4CF3-9E06-47EACA773A05}" dt="2026-08-27T20:08:52.198" v="108" actId="22"/>
      <pc:docMkLst>
        <pc:docMk/>
      </pc:docMkLst>
      <pc:sldChg chg="del">
        <pc:chgData name="Mr. PPG Dinesh Asanka" userId="54a4306b-b9cd-436b-92bf-e616bbdb8176" providerId="ADAL" clId="{763A7EB7-061F-4CF3-9E06-47EACA773A05}" dt="2026-08-27T18:58:42.814" v="0" actId="47"/>
        <pc:sldMkLst>
          <pc:docMk/>
          <pc:sldMk cId="2765336845" sldId="256"/>
        </pc:sldMkLst>
      </pc:sldChg>
      <pc:sldChg chg="addSp new mod">
        <pc:chgData name="Mr. PPG Dinesh Asanka" userId="54a4306b-b9cd-436b-92bf-e616bbdb8176" providerId="ADAL" clId="{763A7EB7-061F-4CF3-9E06-47EACA773A05}" dt="2026-08-27T19:01:09.538" v="28" actId="22"/>
        <pc:sldMkLst>
          <pc:docMk/>
          <pc:sldMk cId="3528131427" sldId="256"/>
        </pc:sldMkLst>
        <pc:picChg chg="add">
          <ac:chgData name="Mr. PPG Dinesh Asanka" userId="54a4306b-b9cd-436b-92bf-e616bbdb8176" providerId="ADAL" clId="{763A7EB7-061F-4CF3-9E06-47EACA773A05}" dt="2026-08-27T19:01:09.538" v="28" actId="22"/>
          <ac:picMkLst>
            <pc:docMk/>
            <pc:sldMk cId="3528131427" sldId="256"/>
            <ac:picMk id="5" creationId="{4C9310AF-E7FA-343B-5406-5F35E3431A2A}"/>
          </ac:picMkLst>
        </pc:picChg>
      </pc:sldChg>
      <pc:sldChg chg="del">
        <pc:chgData name="Mr. PPG Dinesh Asanka" userId="54a4306b-b9cd-436b-92bf-e616bbdb8176" providerId="ADAL" clId="{763A7EB7-061F-4CF3-9E06-47EACA773A05}" dt="2026-08-27T18:58:43.065" v="1" actId="47"/>
        <pc:sldMkLst>
          <pc:docMk/>
          <pc:sldMk cId="1633951543" sldId="257"/>
        </pc:sldMkLst>
      </pc:sldChg>
      <pc:sldChg chg="addSp new mod">
        <pc:chgData name="Mr. PPG Dinesh Asanka" userId="54a4306b-b9cd-436b-92bf-e616bbdb8176" providerId="ADAL" clId="{763A7EB7-061F-4CF3-9E06-47EACA773A05}" dt="2026-08-27T19:02:37.322" v="30" actId="22"/>
        <pc:sldMkLst>
          <pc:docMk/>
          <pc:sldMk cId="3896103351" sldId="257"/>
        </pc:sldMkLst>
        <pc:picChg chg="add">
          <ac:chgData name="Mr. PPG Dinesh Asanka" userId="54a4306b-b9cd-436b-92bf-e616bbdb8176" providerId="ADAL" clId="{763A7EB7-061F-4CF3-9E06-47EACA773A05}" dt="2026-08-27T19:02:37.322" v="30" actId="22"/>
          <ac:picMkLst>
            <pc:docMk/>
            <pc:sldMk cId="3896103351" sldId="257"/>
            <ac:picMk id="5" creationId="{674FD4F4-5CA8-4C9A-9CD9-087E56D3252F}"/>
          </ac:picMkLst>
        </pc:picChg>
      </pc:sldChg>
      <pc:sldChg chg="del">
        <pc:chgData name="Mr. PPG Dinesh Asanka" userId="54a4306b-b9cd-436b-92bf-e616bbdb8176" providerId="ADAL" clId="{763A7EB7-061F-4CF3-9E06-47EACA773A05}" dt="2026-08-27T18:58:43.224" v="2" actId="47"/>
        <pc:sldMkLst>
          <pc:docMk/>
          <pc:sldMk cId="2107300582" sldId="258"/>
        </pc:sldMkLst>
      </pc:sldChg>
      <pc:sldChg chg="addSp new mod">
        <pc:chgData name="Mr. PPG Dinesh Asanka" userId="54a4306b-b9cd-436b-92bf-e616bbdb8176" providerId="ADAL" clId="{763A7EB7-061F-4CF3-9E06-47EACA773A05}" dt="2026-08-27T19:03:48.668" v="32" actId="22"/>
        <pc:sldMkLst>
          <pc:docMk/>
          <pc:sldMk cId="2722029314" sldId="258"/>
        </pc:sldMkLst>
        <pc:picChg chg="add">
          <ac:chgData name="Mr. PPG Dinesh Asanka" userId="54a4306b-b9cd-436b-92bf-e616bbdb8176" providerId="ADAL" clId="{763A7EB7-061F-4CF3-9E06-47EACA773A05}" dt="2026-08-27T19:03:48.668" v="32" actId="22"/>
          <ac:picMkLst>
            <pc:docMk/>
            <pc:sldMk cId="2722029314" sldId="258"/>
            <ac:picMk id="5" creationId="{38331E57-9F60-E61F-EAC8-509D744443CE}"/>
          </ac:picMkLst>
        </pc:picChg>
      </pc:sldChg>
      <pc:sldChg chg="addSp new mod">
        <pc:chgData name="Mr. PPG Dinesh Asanka" userId="54a4306b-b9cd-436b-92bf-e616bbdb8176" providerId="ADAL" clId="{763A7EB7-061F-4CF3-9E06-47EACA773A05}" dt="2026-08-27T19:07:12.316" v="58" actId="22"/>
        <pc:sldMkLst>
          <pc:docMk/>
          <pc:sldMk cId="2597590082" sldId="259"/>
        </pc:sldMkLst>
        <pc:picChg chg="add">
          <ac:chgData name="Mr. PPG Dinesh Asanka" userId="54a4306b-b9cd-436b-92bf-e616bbdb8176" providerId="ADAL" clId="{763A7EB7-061F-4CF3-9E06-47EACA773A05}" dt="2026-08-27T19:07:12.316" v="58" actId="22"/>
          <ac:picMkLst>
            <pc:docMk/>
            <pc:sldMk cId="2597590082" sldId="259"/>
            <ac:picMk id="5" creationId="{E939851A-27AF-6F1C-2EB5-011A932C0D2B}"/>
          </ac:picMkLst>
        </pc:picChg>
      </pc:sldChg>
      <pc:sldChg chg="del">
        <pc:chgData name="Mr. PPG Dinesh Asanka" userId="54a4306b-b9cd-436b-92bf-e616bbdb8176" providerId="ADAL" clId="{763A7EB7-061F-4CF3-9E06-47EACA773A05}" dt="2026-08-27T18:58:43.403" v="3" actId="47"/>
        <pc:sldMkLst>
          <pc:docMk/>
          <pc:sldMk cId="2833797015" sldId="259"/>
        </pc:sldMkLst>
      </pc:sldChg>
      <pc:sldChg chg="addSp add mod">
        <pc:chgData name="Mr. PPG Dinesh Asanka" userId="54a4306b-b9cd-436b-92bf-e616bbdb8176" providerId="ADAL" clId="{763A7EB7-061F-4CF3-9E06-47EACA773A05}" dt="2026-08-27T19:11:47.874" v="59" actId="22"/>
        <pc:sldMkLst>
          <pc:docMk/>
          <pc:sldMk cId="365801023" sldId="260"/>
        </pc:sldMkLst>
        <pc:picChg chg="add">
          <ac:chgData name="Mr. PPG Dinesh Asanka" userId="54a4306b-b9cd-436b-92bf-e616bbdb8176" providerId="ADAL" clId="{763A7EB7-061F-4CF3-9E06-47EACA773A05}" dt="2026-08-27T19:11:47.874" v="59" actId="22"/>
          <ac:picMkLst>
            <pc:docMk/>
            <pc:sldMk cId="365801023" sldId="260"/>
            <ac:picMk id="5" creationId="{BA47C8B1-8FEC-B52B-BB4B-C970AECC8111}"/>
          </ac:picMkLst>
        </pc:picChg>
      </pc:sldChg>
      <pc:sldChg chg="del">
        <pc:chgData name="Mr. PPG Dinesh Asanka" userId="54a4306b-b9cd-436b-92bf-e616bbdb8176" providerId="ADAL" clId="{763A7EB7-061F-4CF3-9E06-47EACA773A05}" dt="2026-08-27T18:58:43.633" v="4" actId="47"/>
        <pc:sldMkLst>
          <pc:docMk/>
          <pc:sldMk cId="2764514410" sldId="260"/>
        </pc:sldMkLst>
      </pc:sldChg>
      <pc:sldChg chg="addSp add mod">
        <pc:chgData name="Mr. PPG Dinesh Asanka" userId="54a4306b-b9cd-436b-92bf-e616bbdb8176" providerId="ADAL" clId="{763A7EB7-061F-4CF3-9E06-47EACA773A05}" dt="2026-08-27T19:13:17.141" v="60" actId="22"/>
        <pc:sldMkLst>
          <pc:docMk/>
          <pc:sldMk cId="2397584120" sldId="261"/>
        </pc:sldMkLst>
        <pc:picChg chg="add">
          <ac:chgData name="Mr. PPG Dinesh Asanka" userId="54a4306b-b9cd-436b-92bf-e616bbdb8176" providerId="ADAL" clId="{763A7EB7-061F-4CF3-9E06-47EACA773A05}" dt="2026-08-27T19:13:17.141" v="60" actId="22"/>
          <ac:picMkLst>
            <pc:docMk/>
            <pc:sldMk cId="2397584120" sldId="261"/>
            <ac:picMk id="5" creationId="{FBF37124-8552-7AE4-7364-8B6469A8EC32}"/>
          </ac:picMkLst>
        </pc:picChg>
      </pc:sldChg>
      <pc:sldChg chg="del">
        <pc:chgData name="Mr. PPG Dinesh Asanka" userId="54a4306b-b9cd-436b-92bf-e616bbdb8176" providerId="ADAL" clId="{763A7EB7-061F-4CF3-9E06-47EACA773A05}" dt="2026-08-27T18:58:43.818" v="5" actId="47"/>
        <pc:sldMkLst>
          <pc:docMk/>
          <pc:sldMk cId="3656711647" sldId="261"/>
        </pc:sldMkLst>
      </pc:sldChg>
      <pc:sldChg chg="del">
        <pc:chgData name="Mr. PPG Dinesh Asanka" userId="54a4306b-b9cd-436b-92bf-e616bbdb8176" providerId="ADAL" clId="{763A7EB7-061F-4CF3-9E06-47EACA773A05}" dt="2026-08-27T18:58:44.182" v="7" actId="47"/>
        <pc:sldMkLst>
          <pc:docMk/>
          <pc:sldMk cId="2106210836" sldId="262"/>
        </pc:sldMkLst>
      </pc:sldChg>
      <pc:sldChg chg="addSp add mod">
        <pc:chgData name="Mr. PPG Dinesh Asanka" userId="54a4306b-b9cd-436b-92bf-e616bbdb8176" providerId="ADAL" clId="{763A7EB7-061F-4CF3-9E06-47EACA773A05}" dt="2026-08-27T19:14:38.296" v="61" actId="22"/>
        <pc:sldMkLst>
          <pc:docMk/>
          <pc:sldMk cId="3633622507" sldId="262"/>
        </pc:sldMkLst>
        <pc:picChg chg="add">
          <ac:chgData name="Mr. PPG Dinesh Asanka" userId="54a4306b-b9cd-436b-92bf-e616bbdb8176" providerId="ADAL" clId="{763A7EB7-061F-4CF3-9E06-47EACA773A05}" dt="2026-08-27T19:14:38.296" v="61" actId="22"/>
          <ac:picMkLst>
            <pc:docMk/>
            <pc:sldMk cId="3633622507" sldId="262"/>
            <ac:picMk id="5" creationId="{29723FEF-3E38-3DFF-1FC3-DA62093D6C73}"/>
          </ac:picMkLst>
        </pc:picChg>
      </pc:sldChg>
      <pc:sldChg chg="del">
        <pc:chgData name="Mr. PPG Dinesh Asanka" userId="54a4306b-b9cd-436b-92bf-e616bbdb8176" providerId="ADAL" clId="{763A7EB7-061F-4CF3-9E06-47EACA773A05}" dt="2026-08-27T18:58:44.361" v="8" actId="47"/>
        <pc:sldMkLst>
          <pc:docMk/>
          <pc:sldMk cId="1577047287" sldId="263"/>
        </pc:sldMkLst>
      </pc:sldChg>
      <pc:sldChg chg="addSp add mod">
        <pc:chgData name="Mr. PPG Dinesh Asanka" userId="54a4306b-b9cd-436b-92bf-e616bbdb8176" providerId="ADAL" clId="{763A7EB7-061F-4CF3-9E06-47EACA773A05}" dt="2026-08-27T19:16:22.676" v="62" actId="22"/>
        <pc:sldMkLst>
          <pc:docMk/>
          <pc:sldMk cId="3340295405" sldId="263"/>
        </pc:sldMkLst>
        <pc:picChg chg="add">
          <ac:chgData name="Mr. PPG Dinesh Asanka" userId="54a4306b-b9cd-436b-92bf-e616bbdb8176" providerId="ADAL" clId="{763A7EB7-061F-4CF3-9E06-47EACA773A05}" dt="2026-08-27T19:16:22.676" v="62" actId="22"/>
          <ac:picMkLst>
            <pc:docMk/>
            <pc:sldMk cId="3340295405" sldId="263"/>
            <ac:picMk id="5" creationId="{A428511C-1627-3D47-98D1-3977D409B838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20:24.297" v="63" actId="22"/>
        <pc:sldMkLst>
          <pc:docMk/>
          <pc:sldMk cId="2178377492" sldId="264"/>
        </pc:sldMkLst>
        <pc:picChg chg="add">
          <ac:chgData name="Mr. PPG Dinesh Asanka" userId="54a4306b-b9cd-436b-92bf-e616bbdb8176" providerId="ADAL" clId="{763A7EB7-061F-4CF3-9E06-47EACA773A05}" dt="2026-08-27T19:20:24.297" v="63" actId="22"/>
          <ac:picMkLst>
            <pc:docMk/>
            <pc:sldMk cId="2178377492" sldId="264"/>
            <ac:picMk id="5" creationId="{71CC0C3D-812F-AD0E-A33A-378FA20D43AD}"/>
          </ac:picMkLst>
        </pc:picChg>
      </pc:sldChg>
      <pc:sldChg chg="del">
        <pc:chgData name="Mr. PPG Dinesh Asanka" userId="54a4306b-b9cd-436b-92bf-e616bbdb8176" providerId="ADAL" clId="{763A7EB7-061F-4CF3-9E06-47EACA773A05}" dt="2026-08-27T18:58:44.581" v="9" actId="47"/>
        <pc:sldMkLst>
          <pc:docMk/>
          <pc:sldMk cId="2445065659" sldId="264"/>
        </pc:sldMkLst>
      </pc:sldChg>
      <pc:sldChg chg="del">
        <pc:chgData name="Mr. PPG Dinesh Asanka" userId="54a4306b-b9cd-436b-92bf-e616bbdb8176" providerId="ADAL" clId="{763A7EB7-061F-4CF3-9E06-47EACA773A05}" dt="2026-08-27T18:58:44.795" v="10" actId="47"/>
        <pc:sldMkLst>
          <pc:docMk/>
          <pc:sldMk cId="2809527919" sldId="265"/>
        </pc:sldMkLst>
      </pc:sldChg>
      <pc:sldChg chg="addSp add mod">
        <pc:chgData name="Mr. PPG Dinesh Asanka" userId="54a4306b-b9cd-436b-92bf-e616bbdb8176" providerId="ADAL" clId="{763A7EB7-061F-4CF3-9E06-47EACA773A05}" dt="2026-08-27T19:27:34.067" v="64" actId="22"/>
        <pc:sldMkLst>
          <pc:docMk/>
          <pc:sldMk cId="4035337258" sldId="265"/>
        </pc:sldMkLst>
        <pc:picChg chg="add">
          <ac:chgData name="Mr. PPG Dinesh Asanka" userId="54a4306b-b9cd-436b-92bf-e616bbdb8176" providerId="ADAL" clId="{763A7EB7-061F-4CF3-9E06-47EACA773A05}" dt="2026-08-27T19:27:34.067" v="64" actId="22"/>
          <ac:picMkLst>
            <pc:docMk/>
            <pc:sldMk cId="4035337258" sldId="265"/>
            <ac:picMk id="5" creationId="{309660E3-822E-56BF-AEDF-E642A62D4ACD}"/>
          </ac:picMkLst>
        </pc:picChg>
      </pc:sldChg>
      <pc:sldChg chg="del">
        <pc:chgData name="Mr. PPG Dinesh Asanka" userId="54a4306b-b9cd-436b-92bf-e616bbdb8176" providerId="ADAL" clId="{763A7EB7-061F-4CF3-9E06-47EACA773A05}" dt="2026-08-27T18:58:44.957" v="11" actId="47"/>
        <pc:sldMkLst>
          <pc:docMk/>
          <pc:sldMk cId="617125381" sldId="266"/>
        </pc:sldMkLst>
      </pc:sldChg>
      <pc:sldChg chg="addSp add mod">
        <pc:chgData name="Mr. PPG Dinesh Asanka" userId="54a4306b-b9cd-436b-92bf-e616bbdb8176" providerId="ADAL" clId="{763A7EB7-061F-4CF3-9E06-47EACA773A05}" dt="2026-08-27T19:34:13.182" v="66" actId="22"/>
        <pc:sldMkLst>
          <pc:docMk/>
          <pc:sldMk cId="3800426420" sldId="266"/>
        </pc:sldMkLst>
        <pc:picChg chg="add">
          <ac:chgData name="Mr. PPG Dinesh Asanka" userId="54a4306b-b9cd-436b-92bf-e616bbdb8176" providerId="ADAL" clId="{763A7EB7-061F-4CF3-9E06-47EACA773A05}" dt="2026-08-27T19:34:13.182" v="66" actId="22"/>
          <ac:picMkLst>
            <pc:docMk/>
            <pc:sldMk cId="3800426420" sldId="266"/>
            <ac:picMk id="5" creationId="{B05C280C-304F-8B66-627E-361425339279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32:21.263" v="65" actId="22"/>
        <pc:sldMkLst>
          <pc:docMk/>
          <pc:sldMk cId="377454521" sldId="267"/>
        </pc:sldMkLst>
        <pc:picChg chg="add">
          <ac:chgData name="Mr. PPG Dinesh Asanka" userId="54a4306b-b9cd-436b-92bf-e616bbdb8176" providerId="ADAL" clId="{763A7EB7-061F-4CF3-9E06-47EACA773A05}" dt="2026-08-27T19:32:21.263" v="65" actId="22"/>
          <ac:picMkLst>
            <pc:docMk/>
            <pc:sldMk cId="377454521" sldId="267"/>
            <ac:picMk id="5" creationId="{823E0086-3C31-1C41-2889-3789B554F51B}"/>
          </ac:picMkLst>
        </pc:picChg>
      </pc:sldChg>
      <pc:sldChg chg="del">
        <pc:chgData name="Mr. PPG Dinesh Asanka" userId="54a4306b-b9cd-436b-92bf-e616bbdb8176" providerId="ADAL" clId="{763A7EB7-061F-4CF3-9E06-47EACA773A05}" dt="2026-08-27T18:58:45.189" v="12" actId="47"/>
        <pc:sldMkLst>
          <pc:docMk/>
          <pc:sldMk cId="1070317710" sldId="267"/>
        </pc:sldMkLst>
      </pc:sldChg>
      <pc:sldChg chg="del">
        <pc:chgData name="Mr. PPG Dinesh Asanka" userId="54a4306b-b9cd-436b-92bf-e616bbdb8176" providerId="ADAL" clId="{763A7EB7-061F-4CF3-9E06-47EACA773A05}" dt="2026-08-27T18:58:45.357" v="13" actId="47"/>
        <pc:sldMkLst>
          <pc:docMk/>
          <pc:sldMk cId="923590088" sldId="268"/>
        </pc:sldMkLst>
      </pc:sldChg>
      <pc:sldChg chg="addSp add mod">
        <pc:chgData name="Mr. PPG Dinesh Asanka" userId="54a4306b-b9cd-436b-92bf-e616bbdb8176" providerId="ADAL" clId="{763A7EB7-061F-4CF3-9E06-47EACA773A05}" dt="2026-08-27T19:34:29.576" v="67" actId="22"/>
        <pc:sldMkLst>
          <pc:docMk/>
          <pc:sldMk cId="1619241594" sldId="268"/>
        </pc:sldMkLst>
        <pc:picChg chg="add">
          <ac:chgData name="Mr. PPG Dinesh Asanka" userId="54a4306b-b9cd-436b-92bf-e616bbdb8176" providerId="ADAL" clId="{763A7EB7-061F-4CF3-9E06-47EACA773A05}" dt="2026-08-27T19:34:29.576" v="67" actId="22"/>
          <ac:picMkLst>
            <pc:docMk/>
            <pc:sldMk cId="1619241594" sldId="268"/>
            <ac:picMk id="5" creationId="{64387EB5-4B9F-9F8A-1800-09F30F8FE924}"/>
          </ac:picMkLst>
        </pc:picChg>
      </pc:sldChg>
      <pc:sldChg chg="del">
        <pc:chgData name="Mr. PPG Dinesh Asanka" userId="54a4306b-b9cd-436b-92bf-e616bbdb8176" providerId="ADAL" clId="{763A7EB7-061F-4CF3-9E06-47EACA773A05}" dt="2026-08-27T18:58:45.585" v="14" actId="47"/>
        <pc:sldMkLst>
          <pc:docMk/>
          <pc:sldMk cId="2881282787" sldId="269"/>
        </pc:sldMkLst>
      </pc:sldChg>
      <pc:sldChg chg="addSp add mod">
        <pc:chgData name="Mr. PPG Dinesh Asanka" userId="54a4306b-b9cd-436b-92bf-e616bbdb8176" providerId="ADAL" clId="{763A7EB7-061F-4CF3-9E06-47EACA773A05}" dt="2026-08-27T19:37:54.873" v="68" actId="22"/>
        <pc:sldMkLst>
          <pc:docMk/>
          <pc:sldMk cId="2895595171" sldId="269"/>
        </pc:sldMkLst>
        <pc:picChg chg="add">
          <ac:chgData name="Mr. PPG Dinesh Asanka" userId="54a4306b-b9cd-436b-92bf-e616bbdb8176" providerId="ADAL" clId="{763A7EB7-061F-4CF3-9E06-47EACA773A05}" dt="2026-08-27T19:37:54.873" v="68" actId="22"/>
          <ac:picMkLst>
            <pc:docMk/>
            <pc:sldMk cId="2895595171" sldId="269"/>
            <ac:picMk id="5" creationId="{85ED3F1F-24A5-EFF6-8A8E-E52845001008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38:07.929" v="69" actId="22"/>
        <pc:sldMkLst>
          <pc:docMk/>
          <pc:sldMk cId="963262633" sldId="270"/>
        </pc:sldMkLst>
        <pc:picChg chg="add">
          <ac:chgData name="Mr. PPG Dinesh Asanka" userId="54a4306b-b9cd-436b-92bf-e616bbdb8176" providerId="ADAL" clId="{763A7EB7-061F-4CF3-9E06-47EACA773A05}" dt="2026-08-27T19:38:07.929" v="69" actId="22"/>
          <ac:picMkLst>
            <pc:docMk/>
            <pc:sldMk cId="963262633" sldId="270"/>
            <ac:picMk id="5" creationId="{8415A8ED-DE3F-B6C3-821A-F4A591BDED8D}"/>
          </ac:picMkLst>
        </pc:picChg>
      </pc:sldChg>
      <pc:sldChg chg="del">
        <pc:chgData name="Mr. PPG Dinesh Asanka" userId="54a4306b-b9cd-436b-92bf-e616bbdb8176" providerId="ADAL" clId="{763A7EB7-061F-4CF3-9E06-47EACA773A05}" dt="2026-08-27T18:58:45.771" v="15" actId="47"/>
        <pc:sldMkLst>
          <pc:docMk/>
          <pc:sldMk cId="3037638995" sldId="270"/>
        </pc:sldMkLst>
      </pc:sldChg>
      <pc:sldChg chg="addSp add mod">
        <pc:chgData name="Mr. PPG Dinesh Asanka" userId="54a4306b-b9cd-436b-92bf-e616bbdb8176" providerId="ADAL" clId="{763A7EB7-061F-4CF3-9E06-47EACA773A05}" dt="2026-08-27T19:42:03.675" v="71" actId="22"/>
        <pc:sldMkLst>
          <pc:docMk/>
          <pc:sldMk cId="2558792875" sldId="271"/>
        </pc:sldMkLst>
        <pc:picChg chg="add">
          <ac:chgData name="Mr. PPG Dinesh Asanka" userId="54a4306b-b9cd-436b-92bf-e616bbdb8176" providerId="ADAL" clId="{763A7EB7-061F-4CF3-9E06-47EACA773A05}" dt="2026-08-27T19:42:03.675" v="71" actId="22"/>
          <ac:picMkLst>
            <pc:docMk/>
            <pc:sldMk cId="2558792875" sldId="271"/>
            <ac:picMk id="5" creationId="{FCDBFD82-2A7D-8F1C-7DD3-2005F20F1AF4}"/>
          </ac:picMkLst>
        </pc:picChg>
      </pc:sldChg>
      <pc:sldChg chg="del">
        <pc:chgData name="Mr. PPG Dinesh Asanka" userId="54a4306b-b9cd-436b-92bf-e616bbdb8176" providerId="ADAL" clId="{763A7EB7-061F-4CF3-9E06-47EACA773A05}" dt="2026-08-27T18:58:45.956" v="16" actId="47"/>
        <pc:sldMkLst>
          <pc:docMk/>
          <pc:sldMk cId="4226514359" sldId="271"/>
        </pc:sldMkLst>
      </pc:sldChg>
      <pc:sldChg chg="addSp add mod">
        <pc:chgData name="Mr. PPG Dinesh Asanka" userId="54a4306b-b9cd-436b-92bf-e616bbdb8176" providerId="ADAL" clId="{763A7EB7-061F-4CF3-9E06-47EACA773A05}" dt="2026-08-27T19:40:56.923" v="70" actId="22"/>
        <pc:sldMkLst>
          <pc:docMk/>
          <pc:sldMk cId="129347494" sldId="272"/>
        </pc:sldMkLst>
        <pc:picChg chg="add">
          <ac:chgData name="Mr. PPG Dinesh Asanka" userId="54a4306b-b9cd-436b-92bf-e616bbdb8176" providerId="ADAL" clId="{763A7EB7-061F-4CF3-9E06-47EACA773A05}" dt="2026-08-27T19:40:56.923" v="70" actId="22"/>
          <ac:picMkLst>
            <pc:docMk/>
            <pc:sldMk cId="129347494" sldId="272"/>
            <ac:picMk id="5" creationId="{7FB5D2C8-D56C-B3CF-FC22-83550F84C5E5}"/>
          </ac:picMkLst>
        </pc:picChg>
      </pc:sldChg>
      <pc:sldChg chg="del">
        <pc:chgData name="Mr. PPG Dinesh Asanka" userId="54a4306b-b9cd-436b-92bf-e616bbdb8176" providerId="ADAL" clId="{763A7EB7-061F-4CF3-9E06-47EACA773A05}" dt="2026-08-27T18:58:46.141" v="17" actId="47"/>
        <pc:sldMkLst>
          <pc:docMk/>
          <pc:sldMk cId="3502520125" sldId="272"/>
        </pc:sldMkLst>
      </pc:sldChg>
      <pc:sldChg chg="del">
        <pc:chgData name="Mr. PPG Dinesh Asanka" userId="54a4306b-b9cd-436b-92bf-e616bbdb8176" providerId="ADAL" clId="{763A7EB7-061F-4CF3-9E06-47EACA773A05}" dt="2026-08-27T18:58:46.377" v="18" actId="47"/>
        <pc:sldMkLst>
          <pc:docMk/>
          <pc:sldMk cId="670141838" sldId="273"/>
        </pc:sldMkLst>
      </pc:sldChg>
      <pc:sldChg chg="addSp add mod">
        <pc:chgData name="Mr. PPG Dinesh Asanka" userId="54a4306b-b9cd-436b-92bf-e616bbdb8176" providerId="ADAL" clId="{763A7EB7-061F-4CF3-9E06-47EACA773A05}" dt="2026-08-27T19:43:47.828" v="72" actId="22"/>
        <pc:sldMkLst>
          <pc:docMk/>
          <pc:sldMk cId="4105039473" sldId="273"/>
        </pc:sldMkLst>
        <pc:picChg chg="add">
          <ac:chgData name="Mr. PPG Dinesh Asanka" userId="54a4306b-b9cd-436b-92bf-e616bbdb8176" providerId="ADAL" clId="{763A7EB7-061F-4CF3-9E06-47EACA773A05}" dt="2026-08-27T19:43:47.828" v="72" actId="22"/>
          <ac:picMkLst>
            <pc:docMk/>
            <pc:sldMk cId="4105039473" sldId="273"/>
            <ac:picMk id="5" creationId="{EA38AE54-7A51-5EFA-BD9D-8673E0B41547}"/>
          </ac:picMkLst>
        </pc:picChg>
      </pc:sldChg>
      <pc:sldChg chg="del">
        <pc:chgData name="Mr. PPG Dinesh Asanka" userId="54a4306b-b9cd-436b-92bf-e616bbdb8176" providerId="ADAL" clId="{763A7EB7-061F-4CF3-9E06-47EACA773A05}" dt="2026-08-27T18:58:46.560" v="19" actId="47"/>
        <pc:sldMkLst>
          <pc:docMk/>
          <pc:sldMk cId="1048538876" sldId="274"/>
        </pc:sldMkLst>
      </pc:sldChg>
      <pc:sldChg chg="addSp add mod">
        <pc:chgData name="Mr. PPG Dinesh Asanka" userId="54a4306b-b9cd-436b-92bf-e616bbdb8176" providerId="ADAL" clId="{763A7EB7-061F-4CF3-9E06-47EACA773A05}" dt="2026-08-27T19:44:04.999" v="73" actId="22"/>
        <pc:sldMkLst>
          <pc:docMk/>
          <pc:sldMk cId="1324881802" sldId="274"/>
        </pc:sldMkLst>
        <pc:picChg chg="add">
          <ac:chgData name="Mr. PPG Dinesh Asanka" userId="54a4306b-b9cd-436b-92bf-e616bbdb8176" providerId="ADAL" clId="{763A7EB7-061F-4CF3-9E06-47EACA773A05}" dt="2026-08-27T19:44:04.999" v="73" actId="22"/>
          <ac:picMkLst>
            <pc:docMk/>
            <pc:sldMk cId="1324881802" sldId="274"/>
            <ac:picMk id="5" creationId="{3F2719AF-EC88-F356-1F9B-0110BC58A44E}"/>
          </ac:picMkLst>
        </pc:picChg>
      </pc:sldChg>
      <pc:sldChg chg="del">
        <pc:chgData name="Mr. PPG Dinesh Asanka" userId="54a4306b-b9cd-436b-92bf-e616bbdb8176" providerId="ADAL" clId="{763A7EB7-061F-4CF3-9E06-47EACA773A05}" dt="2026-08-27T18:58:46.784" v="20" actId="47"/>
        <pc:sldMkLst>
          <pc:docMk/>
          <pc:sldMk cId="2143496865" sldId="275"/>
        </pc:sldMkLst>
      </pc:sldChg>
      <pc:sldChg chg="addSp add mod">
        <pc:chgData name="Mr. PPG Dinesh Asanka" userId="54a4306b-b9cd-436b-92bf-e616bbdb8176" providerId="ADAL" clId="{763A7EB7-061F-4CF3-9E06-47EACA773A05}" dt="2026-08-27T19:46:00.574" v="74" actId="22"/>
        <pc:sldMkLst>
          <pc:docMk/>
          <pc:sldMk cId="3502929482" sldId="275"/>
        </pc:sldMkLst>
        <pc:picChg chg="add">
          <ac:chgData name="Mr. PPG Dinesh Asanka" userId="54a4306b-b9cd-436b-92bf-e616bbdb8176" providerId="ADAL" clId="{763A7EB7-061F-4CF3-9E06-47EACA773A05}" dt="2026-08-27T19:46:00.574" v="74" actId="22"/>
          <ac:picMkLst>
            <pc:docMk/>
            <pc:sldMk cId="3502929482" sldId="275"/>
            <ac:picMk id="5" creationId="{EDA5ABEF-9370-B33E-6314-904BB8ECE03E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46:30.448" v="75" actId="22"/>
        <pc:sldMkLst>
          <pc:docMk/>
          <pc:sldMk cId="1822576697" sldId="276"/>
        </pc:sldMkLst>
        <pc:picChg chg="add">
          <ac:chgData name="Mr. PPG Dinesh Asanka" userId="54a4306b-b9cd-436b-92bf-e616bbdb8176" providerId="ADAL" clId="{763A7EB7-061F-4CF3-9E06-47EACA773A05}" dt="2026-08-27T19:46:30.448" v="75" actId="22"/>
          <ac:picMkLst>
            <pc:docMk/>
            <pc:sldMk cId="1822576697" sldId="276"/>
            <ac:picMk id="5" creationId="{40024405-86F6-6E7E-F2DB-5180A2C40F64}"/>
          </ac:picMkLst>
        </pc:picChg>
      </pc:sldChg>
      <pc:sldChg chg="del">
        <pc:chgData name="Mr. PPG Dinesh Asanka" userId="54a4306b-b9cd-436b-92bf-e616bbdb8176" providerId="ADAL" clId="{763A7EB7-061F-4CF3-9E06-47EACA773A05}" dt="2026-08-27T18:58:46.981" v="21" actId="47"/>
        <pc:sldMkLst>
          <pc:docMk/>
          <pc:sldMk cId="2117774924" sldId="276"/>
        </pc:sldMkLst>
      </pc:sldChg>
      <pc:sldChg chg="addSp add mod">
        <pc:chgData name="Mr. PPG Dinesh Asanka" userId="54a4306b-b9cd-436b-92bf-e616bbdb8176" providerId="ADAL" clId="{763A7EB7-061F-4CF3-9E06-47EACA773A05}" dt="2026-08-27T19:48:01.334" v="76" actId="22"/>
        <pc:sldMkLst>
          <pc:docMk/>
          <pc:sldMk cId="935218000" sldId="277"/>
        </pc:sldMkLst>
        <pc:picChg chg="add">
          <ac:chgData name="Mr. PPG Dinesh Asanka" userId="54a4306b-b9cd-436b-92bf-e616bbdb8176" providerId="ADAL" clId="{763A7EB7-061F-4CF3-9E06-47EACA773A05}" dt="2026-08-27T19:48:01.334" v="76" actId="22"/>
          <ac:picMkLst>
            <pc:docMk/>
            <pc:sldMk cId="935218000" sldId="277"/>
            <ac:picMk id="5" creationId="{C92B511C-ABFF-FA26-BF13-E86B06755B4C}"/>
          </ac:picMkLst>
        </pc:picChg>
      </pc:sldChg>
      <pc:sldChg chg="del">
        <pc:chgData name="Mr. PPG Dinesh Asanka" userId="54a4306b-b9cd-436b-92bf-e616bbdb8176" providerId="ADAL" clId="{763A7EB7-061F-4CF3-9E06-47EACA773A05}" dt="2026-08-27T18:58:47.355" v="22" actId="47"/>
        <pc:sldMkLst>
          <pc:docMk/>
          <pc:sldMk cId="3979098500" sldId="277"/>
        </pc:sldMkLst>
      </pc:sldChg>
      <pc:sldChg chg="addSp add mod">
        <pc:chgData name="Mr. PPG Dinesh Asanka" userId="54a4306b-b9cd-436b-92bf-e616bbdb8176" providerId="ADAL" clId="{763A7EB7-061F-4CF3-9E06-47EACA773A05}" dt="2026-08-27T19:48:30.173" v="77" actId="22"/>
        <pc:sldMkLst>
          <pc:docMk/>
          <pc:sldMk cId="845408692" sldId="278"/>
        </pc:sldMkLst>
        <pc:picChg chg="add">
          <ac:chgData name="Mr. PPG Dinesh Asanka" userId="54a4306b-b9cd-436b-92bf-e616bbdb8176" providerId="ADAL" clId="{763A7EB7-061F-4CF3-9E06-47EACA773A05}" dt="2026-08-27T19:48:30.173" v="77" actId="22"/>
          <ac:picMkLst>
            <pc:docMk/>
            <pc:sldMk cId="845408692" sldId="278"/>
            <ac:picMk id="5" creationId="{7DDA6C08-A4D7-2675-E724-C5AFD82036B2}"/>
          </ac:picMkLst>
        </pc:picChg>
      </pc:sldChg>
      <pc:sldChg chg="del">
        <pc:chgData name="Mr. PPG Dinesh Asanka" userId="54a4306b-b9cd-436b-92bf-e616bbdb8176" providerId="ADAL" clId="{763A7EB7-061F-4CF3-9E06-47EACA773A05}" dt="2026-08-27T18:58:47.595" v="23" actId="47"/>
        <pc:sldMkLst>
          <pc:docMk/>
          <pc:sldMk cId="2030961131" sldId="278"/>
        </pc:sldMkLst>
      </pc:sldChg>
      <pc:sldChg chg="addSp add mod">
        <pc:chgData name="Mr. PPG Dinesh Asanka" userId="54a4306b-b9cd-436b-92bf-e616bbdb8176" providerId="ADAL" clId="{763A7EB7-061F-4CF3-9E06-47EACA773A05}" dt="2026-08-27T19:49:30.552" v="78" actId="22"/>
        <pc:sldMkLst>
          <pc:docMk/>
          <pc:sldMk cId="1526961402" sldId="279"/>
        </pc:sldMkLst>
        <pc:picChg chg="add">
          <ac:chgData name="Mr. PPG Dinesh Asanka" userId="54a4306b-b9cd-436b-92bf-e616bbdb8176" providerId="ADAL" clId="{763A7EB7-061F-4CF3-9E06-47EACA773A05}" dt="2026-08-27T19:49:30.552" v="78" actId="22"/>
          <ac:picMkLst>
            <pc:docMk/>
            <pc:sldMk cId="1526961402" sldId="279"/>
            <ac:picMk id="5" creationId="{D78CA4F4-1B26-EBAF-57C9-C5CA3C29BEC4}"/>
          </ac:picMkLst>
        </pc:picChg>
      </pc:sldChg>
      <pc:sldChg chg="del">
        <pc:chgData name="Mr. PPG Dinesh Asanka" userId="54a4306b-b9cd-436b-92bf-e616bbdb8176" providerId="ADAL" clId="{763A7EB7-061F-4CF3-9E06-47EACA773A05}" dt="2026-08-27T18:58:48.383" v="24" actId="47"/>
        <pc:sldMkLst>
          <pc:docMk/>
          <pc:sldMk cId="2614776410" sldId="279"/>
        </pc:sldMkLst>
      </pc:sldChg>
      <pc:sldChg chg="addSp add mod">
        <pc:chgData name="Mr. PPG Dinesh Asanka" userId="54a4306b-b9cd-436b-92bf-e616bbdb8176" providerId="ADAL" clId="{763A7EB7-061F-4CF3-9E06-47EACA773A05}" dt="2026-08-27T19:49:53.903" v="79" actId="22"/>
        <pc:sldMkLst>
          <pc:docMk/>
          <pc:sldMk cId="198250420" sldId="280"/>
        </pc:sldMkLst>
        <pc:picChg chg="add">
          <ac:chgData name="Mr. PPG Dinesh Asanka" userId="54a4306b-b9cd-436b-92bf-e616bbdb8176" providerId="ADAL" clId="{763A7EB7-061F-4CF3-9E06-47EACA773A05}" dt="2026-08-27T19:49:53.903" v="79" actId="22"/>
          <ac:picMkLst>
            <pc:docMk/>
            <pc:sldMk cId="198250420" sldId="280"/>
            <ac:picMk id="5" creationId="{AA04B9D6-BE31-ADE3-1E88-8F977A6DD0E4}"/>
          </ac:picMkLst>
        </pc:picChg>
      </pc:sldChg>
      <pc:sldChg chg="del">
        <pc:chgData name="Mr. PPG Dinesh Asanka" userId="54a4306b-b9cd-436b-92bf-e616bbdb8176" providerId="ADAL" clId="{763A7EB7-061F-4CF3-9E06-47EACA773A05}" dt="2026-08-27T18:58:48.636" v="25" actId="47"/>
        <pc:sldMkLst>
          <pc:docMk/>
          <pc:sldMk cId="2189676658" sldId="280"/>
        </pc:sldMkLst>
      </pc:sldChg>
      <pc:sldChg chg="del">
        <pc:chgData name="Mr. PPG Dinesh Asanka" userId="54a4306b-b9cd-436b-92bf-e616bbdb8176" providerId="ADAL" clId="{763A7EB7-061F-4CF3-9E06-47EACA773A05}" dt="2026-08-27T18:58:49.094" v="26" actId="47"/>
        <pc:sldMkLst>
          <pc:docMk/>
          <pc:sldMk cId="805285359" sldId="281"/>
        </pc:sldMkLst>
      </pc:sldChg>
      <pc:sldChg chg="addSp add mod">
        <pc:chgData name="Mr. PPG Dinesh Asanka" userId="54a4306b-b9cd-436b-92bf-e616bbdb8176" providerId="ADAL" clId="{763A7EB7-061F-4CF3-9E06-47EACA773A05}" dt="2026-08-27T19:51:23.235" v="80" actId="22"/>
        <pc:sldMkLst>
          <pc:docMk/>
          <pc:sldMk cId="2595625585" sldId="281"/>
        </pc:sldMkLst>
        <pc:picChg chg="add">
          <ac:chgData name="Mr. PPG Dinesh Asanka" userId="54a4306b-b9cd-436b-92bf-e616bbdb8176" providerId="ADAL" clId="{763A7EB7-061F-4CF3-9E06-47EACA773A05}" dt="2026-08-27T19:51:23.235" v="80" actId="22"/>
          <ac:picMkLst>
            <pc:docMk/>
            <pc:sldMk cId="2595625585" sldId="281"/>
            <ac:picMk id="5" creationId="{C898F84E-C57A-2929-76A5-A55B1EA02A53}"/>
          </ac:picMkLst>
        </pc:picChg>
      </pc:sldChg>
      <pc:sldChg chg="del">
        <pc:chgData name="Mr. PPG Dinesh Asanka" userId="54a4306b-b9cd-436b-92bf-e616bbdb8176" providerId="ADAL" clId="{763A7EB7-061F-4CF3-9E06-47EACA773A05}" dt="2026-08-27T18:58:43.974" v="6" actId="47"/>
        <pc:sldMkLst>
          <pc:docMk/>
          <pc:sldMk cId="153734729" sldId="282"/>
        </pc:sldMkLst>
      </pc:sldChg>
      <pc:sldChg chg="addSp add mod">
        <pc:chgData name="Mr. PPG Dinesh Asanka" userId="54a4306b-b9cd-436b-92bf-e616bbdb8176" providerId="ADAL" clId="{763A7EB7-061F-4CF3-9E06-47EACA773A05}" dt="2026-08-27T19:51:43.591" v="84" actId="22"/>
        <pc:sldMkLst>
          <pc:docMk/>
          <pc:sldMk cId="533080782" sldId="282"/>
        </pc:sldMkLst>
        <pc:picChg chg="add">
          <ac:chgData name="Mr. PPG Dinesh Asanka" userId="54a4306b-b9cd-436b-92bf-e616bbdb8176" providerId="ADAL" clId="{763A7EB7-061F-4CF3-9E06-47EACA773A05}" dt="2026-08-27T19:51:43.591" v="84" actId="22"/>
          <ac:picMkLst>
            <pc:docMk/>
            <pc:sldMk cId="533080782" sldId="282"/>
            <ac:picMk id="5" creationId="{CF31ED8C-D643-520C-0B42-B631947EA3AB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55:21.405" v="91" actId="22"/>
        <pc:sldMkLst>
          <pc:docMk/>
          <pc:sldMk cId="4034333805" sldId="283"/>
        </pc:sldMkLst>
        <pc:picChg chg="add">
          <ac:chgData name="Mr. PPG Dinesh Asanka" userId="54a4306b-b9cd-436b-92bf-e616bbdb8176" providerId="ADAL" clId="{763A7EB7-061F-4CF3-9E06-47EACA773A05}" dt="2026-08-27T19:55:21.405" v="91" actId="22"/>
          <ac:picMkLst>
            <pc:docMk/>
            <pc:sldMk cId="4034333805" sldId="283"/>
            <ac:picMk id="5" creationId="{A985F581-8C78-CE5B-0A3E-9C00E16FB49A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53:04.371" v="85" actId="22"/>
        <pc:sldMkLst>
          <pc:docMk/>
          <pc:sldMk cId="1791759006" sldId="284"/>
        </pc:sldMkLst>
        <pc:picChg chg="add">
          <ac:chgData name="Mr. PPG Dinesh Asanka" userId="54a4306b-b9cd-436b-92bf-e616bbdb8176" providerId="ADAL" clId="{763A7EB7-061F-4CF3-9E06-47EACA773A05}" dt="2026-08-27T19:53:04.371" v="85" actId="22"/>
          <ac:picMkLst>
            <pc:docMk/>
            <pc:sldMk cId="1791759006" sldId="284"/>
            <ac:picMk id="5" creationId="{6912AAD4-68CA-41FE-6ADA-FBE313CAE241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53:27.697" v="86" actId="22"/>
        <pc:sldMkLst>
          <pc:docMk/>
          <pc:sldMk cId="384722220" sldId="285"/>
        </pc:sldMkLst>
        <pc:picChg chg="add">
          <ac:chgData name="Mr. PPG Dinesh Asanka" userId="54a4306b-b9cd-436b-92bf-e616bbdb8176" providerId="ADAL" clId="{763A7EB7-061F-4CF3-9E06-47EACA773A05}" dt="2026-08-27T19:53:27.697" v="86" actId="22"/>
          <ac:picMkLst>
            <pc:docMk/>
            <pc:sldMk cId="384722220" sldId="285"/>
            <ac:picMk id="5" creationId="{AA8BA576-1906-4610-0EC8-947ACF66C681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54:43.342" v="87" actId="22"/>
        <pc:sldMkLst>
          <pc:docMk/>
          <pc:sldMk cId="3225615623" sldId="286"/>
        </pc:sldMkLst>
        <pc:picChg chg="add">
          <ac:chgData name="Mr. PPG Dinesh Asanka" userId="54a4306b-b9cd-436b-92bf-e616bbdb8176" providerId="ADAL" clId="{763A7EB7-061F-4CF3-9E06-47EACA773A05}" dt="2026-08-27T19:54:43.342" v="87" actId="22"/>
          <ac:picMkLst>
            <pc:docMk/>
            <pc:sldMk cId="3225615623" sldId="286"/>
            <ac:picMk id="5" creationId="{0DF94B72-71A7-9C92-67A2-5032433DA319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56:33.320" v="92" actId="22"/>
        <pc:sldMkLst>
          <pc:docMk/>
          <pc:sldMk cId="3768727584" sldId="287"/>
        </pc:sldMkLst>
        <pc:picChg chg="add">
          <ac:chgData name="Mr. PPG Dinesh Asanka" userId="54a4306b-b9cd-436b-92bf-e616bbdb8176" providerId="ADAL" clId="{763A7EB7-061F-4CF3-9E06-47EACA773A05}" dt="2026-08-27T19:56:33.320" v="92" actId="22"/>
          <ac:picMkLst>
            <pc:docMk/>
            <pc:sldMk cId="3768727584" sldId="287"/>
            <ac:picMk id="5" creationId="{4276994B-33DF-40E4-3226-DB38A26ECDF5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57:12.737" v="93" actId="22"/>
        <pc:sldMkLst>
          <pc:docMk/>
          <pc:sldMk cId="1908611565" sldId="288"/>
        </pc:sldMkLst>
        <pc:picChg chg="add">
          <ac:chgData name="Mr. PPG Dinesh Asanka" userId="54a4306b-b9cd-436b-92bf-e616bbdb8176" providerId="ADAL" clId="{763A7EB7-061F-4CF3-9E06-47EACA773A05}" dt="2026-08-27T19:57:12.737" v="93" actId="22"/>
          <ac:picMkLst>
            <pc:docMk/>
            <pc:sldMk cId="1908611565" sldId="288"/>
            <ac:picMk id="5" creationId="{0D002F73-31E4-DC2D-02A3-8FDBA1DCEE06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19:59:22.323" v="94" actId="22"/>
        <pc:sldMkLst>
          <pc:docMk/>
          <pc:sldMk cId="2148266682" sldId="289"/>
        </pc:sldMkLst>
        <pc:picChg chg="add">
          <ac:chgData name="Mr. PPG Dinesh Asanka" userId="54a4306b-b9cd-436b-92bf-e616bbdb8176" providerId="ADAL" clId="{763A7EB7-061F-4CF3-9E06-47EACA773A05}" dt="2026-08-27T19:59:22.323" v="94" actId="22"/>
          <ac:picMkLst>
            <pc:docMk/>
            <pc:sldMk cId="2148266682" sldId="289"/>
            <ac:picMk id="5" creationId="{37A6D579-4760-5C7A-82CE-DFBB66C65819}"/>
          </ac:picMkLst>
        </pc:picChg>
      </pc:sldChg>
      <pc:sldChg chg="addSp new mod">
        <pc:chgData name="Mr. PPG Dinesh Asanka" userId="54a4306b-b9cd-436b-92bf-e616bbdb8176" providerId="ADAL" clId="{763A7EB7-061F-4CF3-9E06-47EACA773A05}" dt="2026-08-27T19:59:53.916" v="100" actId="22"/>
        <pc:sldMkLst>
          <pc:docMk/>
          <pc:sldMk cId="694254805" sldId="290"/>
        </pc:sldMkLst>
        <pc:picChg chg="add">
          <ac:chgData name="Mr. PPG Dinesh Asanka" userId="54a4306b-b9cd-436b-92bf-e616bbdb8176" providerId="ADAL" clId="{763A7EB7-061F-4CF3-9E06-47EACA773A05}" dt="2026-08-27T19:59:53.916" v="100" actId="22"/>
          <ac:picMkLst>
            <pc:docMk/>
            <pc:sldMk cId="694254805" sldId="290"/>
            <ac:picMk id="5" creationId="{98A4A1DC-FF12-A0B2-B250-1277C401E509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20:01:52.211" v="101" actId="22"/>
        <pc:sldMkLst>
          <pc:docMk/>
          <pc:sldMk cId="2738770166" sldId="291"/>
        </pc:sldMkLst>
        <pc:picChg chg="add">
          <ac:chgData name="Mr. PPG Dinesh Asanka" userId="54a4306b-b9cd-436b-92bf-e616bbdb8176" providerId="ADAL" clId="{763A7EB7-061F-4CF3-9E06-47EACA773A05}" dt="2026-08-27T20:01:52.211" v="101" actId="22"/>
          <ac:picMkLst>
            <pc:docMk/>
            <pc:sldMk cId="2738770166" sldId="291"/>
            <ac:picMk id="5" creationId="{D24C0944-9618-F92E-E540-2A75FA598A19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20:02:04.167" v="102" actId="22"/>
        <pc:sldMkLst>
          <pc:docMk/>
          <pc:sldMk cId="878589901" sldId="292"/>
        </pc:sldMkLst>
        <pc:picChg chg="add">
          <ac:chgData name="Mr. PPG Dinesh Asanka" userId="54a4306b-b9cd-436b-92bf-e616bbdb8176" providerId="ADAL" clId="{763A7EB7-061F-4CF3-9E06-47EACA773A05}" dt="2026-08-27T20:02:04.167" v="102" actId="22"/>
          <ac:picMkLst>
            <pc:docMk/>
            <pc:sldMk cId="878589901" sldId="292"/>
            <ac:picMk id="5" creationId="{B85F2346-8056-3F5E-A146-EF82AFC340CE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20:03:26.131" v="103" actId="22"/>
        <pc:sldMkLst>
          <pc:docMk/>
          <pc:sldMk cId="124233895" sldId="293"/>
        </pc:sldMkLst>
        <pc:picChg chg="add">
          <ac:chgData name="Mr. PPG Dinesh Asanka" userId="54a4306b-b9cd-436b-92bf-e616bbdb8176" providerId="ADAL" clId="{763A7EB7-061F-4CF3-9E06-47EACA773A05}" dt="2026-08-27T20:03:26.131" v="103" actId="22"/>
          <ac:picMkLst>
            <pc:docMk/>
            <pc:sldMk cId="124233895" sldId="293"/>
            <ac:picMk id="5" creationId="{6ED7AB48-175B-2B3B-6C69-F199DE00F11C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20:04:27.101" v="106" actId="22"/>
        <pc:sldMkLst>
          <pc:docMk/>
          <pc:sldMk cId="1801491549" sldId="294"/>
        </pc:sldMkLst>
        <pc:picChg chg="add">
          <ac:chgData name="Mr. PPG Dinesh Asanka" userId="54a4306b-b9cd-436b-92bf-e616bbdb8176" providerId="ADAL" clId="{763A7EB7-061F-4CF3-9E06-47EACA773A05}" dt="2026-08-27T20:04:27.101" v="106" actId="22"/>
          <ac:picMkLst>
            <pc:docMk/>
            <pc:sldMk cId="1801491549" sldId="294"/>
            <ac:picMk id="5" creationId="{3515F5C0-7094-63B0-C393-7A500E4E56FD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20:05:01.885" v="107" actId="22"/>
        <pc:sldMkLst>
          <pc:docMk/>
          <pc:sldMk cId="3910326406" sldId="295"/>
        </pc:sldMkLst>
        <pc:picChg chg="add">
          <ac:chgData name="Mr. PPG Dinesh Asanka" userId="54a4306b-b9cd-436b-92bf-e616bbdb8176" providerId="ADAL" clId="{763A7EB7-061F-4CF3-9E06-47EACA773A05}" dt="2026-08-27T20:05:01.885" v="107" actId="22"/>
          <ac:picMkLst>
            <pc:docMk/>
            <pc:sldMk cId="3910326406" sldId="295"/>
            <ac:picMk id="5" creationId="{68E8259A-BA44-677D-08F3-6452968FCF8D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7T20:08:52.198" v="108" actId="22"/>
        <pc:sldMkLst>
          <pc:docMk/>
          <pc:sldMk cId="2134861458" sldId="296"/>
        </pc:sldMkLst>
        <pc:picChg chg="add">
          <ac:chgData name="Mr. PPG Dinesh Asanka" userId="54a4306b-b9cd-436b-92bf-e616bbdb8176" providerId="ADAL" clId="{763A7EB7-061F-4CF3-9E06-47EACA773A05}" dt="2026-08-27T20:08:52.198" v="108" actId="22"/>
          <ac:picMkLst>
            <pc:docMk/>
            <pc:sldMk cId="2134861458" sldId="296"/>
            <ac:picMk id="5" creationId="{991D1519-37C8-75A4-D085-AE816A9087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August 24,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August 24,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Monday, August 24,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Monday, August 24,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August 24,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22D59-2B68-F91A-C1FA-B39E21690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9FF28-FA6B-F70F-E660-1F63DA08C4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310AF-E7FA-343B-5406-5F35E343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5F9A-536E-3E39-D2AF-BF196497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DB56-C128-0AB6-5B50-80D21AAE5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FD4F4-5CA8-4C9A-9CD9-087E56D32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0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1D9A-454E-DF69-F783-EC5DF3D2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F73A5-C2D2-D36D-40F7-6E1769DA5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31E57-9F60-E61F-EAC8-509D7444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2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2D90-3843-55A8-0AB7-E4F7709D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5EF02-3F2F-3B66-57BA-24F4DA444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9851A-27AF-6F1C-2EB5-011A932C0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9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159EA-06D7-206F-CBF3-6BC23C32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620-EF76-07E9-6891-217A0354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E51C0-426F-5607-4B40-E6E0353BE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7C8B1-8FEC-B52B-BB4B-C970AECC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1381-69B2-7D41-9274-81A12BF7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6D01-FE18-9FE3-2EBF-0292D77EA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E64AA-7E95-7092-996C-B5C3216C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37124-8552-7AE4-7364-8B6469A8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67CE0-EA56-E571-3699-74F4B7B2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750B-0DBA-169E-5D06-6FE585AB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F45C-522C-0ADA-5194-D163AE8B4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23FEF-3E38-3DFF-1FC3-DA62093D6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2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000CE-171D-12C8-6F86-74F66396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1ACA-E7D9-E0EA-D3B6-0EA3F5DD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2E74B-D7CB-CC3D-323E-F14054ACC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8511C-1627-3D47-98D1-3977D409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9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0825-9A38-3FE6-7694-E7432EC7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8573-AD89-733B-1F2A-7E7E8986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B17E-3E5E-7931-B484-F22F5AE3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C0C3D-812F-AD0E-A33A-378FA20D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7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5982-82E9-9A6A-DC2C-4B647061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BD9F-C885-9FFD-6274-1D132813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0F390-F802-55D0-81C0-9BFA7B5B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660E3-822E-56BF-AEDF-E642A62D4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37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5903-9921-4438-7AAE-E357D096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D054-1199-6533-CBED-540C0AE6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D90B9-9AFE-00AC-A820-3C86BED0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C280C-304F-8B66-627E-361425339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26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D6F5A-E25E-68C3-30A4-DDB4E455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88-D18B-3222-1ABE-270A43F3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383D-94CB-730E-74C2-50E7B15C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E0086-3C31-1C41-2889-3789B554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4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DEDA6-88B3-901C-4852-564A35C0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ED61-8674-8B9E-BBA0-76C0A58C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94519-68ED-50F7-1851-7E67BB799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87EB5-4B9F-9F8A-1800-09F30F8FE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4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8636-424D-594E-4791-256A9436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3F8B-7F0E-DD70-B9D8-3A7FAC3D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AD935-1BEF-CD81-C338-FFB958913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D3F1F-24A5-EFF6-8A8E-E52845001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95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AF7A-B02F-82B4-3F97-EF327214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8C21-24A6-E71C-33C9-9F0F584C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A910B-EF33-9BF8-4A4A-E67997874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5A8ED-DE3F-B6C3-821A-F4A591BD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6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48CD-71BF-AEBD-A884-5FBB6D9C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4A1F-1224-A700-8B5F-E59A1719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4BAF3-857B-E12C-66F6-29604557F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BFD82-2A7D-8F1C-7DD3-2005F20F1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92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4D49-5744-CF53-7E0E-E4D64691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1A38-AD32-2C31-59E4-EC8C1C53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02F4F-AD60-8E0C-FEFE-6F59BFECE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5D2C8-D56C-B3CF-FC22-83550F84C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7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996B1-B387-BF3F-8D8D-7B2240BB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71A9-9960-316E-8763-2E98648D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E5AD-3C10-74A3-C9B1-7C00E764C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8AE54-7A51-5EFA-BD9D-8673E0B41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39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EC54C-1766-9E59-6E20-0A624552D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6BD7-CECC-0E1F-215D-A97C5F93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02A5E-A509-CEDE-38A1-9AF929BFD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719AF-EC88-F356-1F9B-0110BC58A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81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E184-56A2-FB39-7981-AF7CFBC3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1206-3567-A4DF-14CA-8210FFBA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D0F30-66E9-624F-7531-DC4563AB6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5ABEF-9370-B33E-6314-904BB8EC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29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D871-FC50-499C-F522-CA233C24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44CB-BB34-5C19-B3B4-B8250942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806E5-5F87-25D6-F845-91934C2A3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24405-86F6-6E7E-F2DB-5180A2C40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76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629C-F4F2-E9D3-AE14-71EE339B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5002-95CE-2496-A6C9-C05DA94DF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8D79-3157-3FA4-9484-562A43972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B511C-ABFF-FA26-BF13-E86B06755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18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9455-3D00-428E-4D2F-6BA8B347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805A-25B2-7F10-4F56-7DADD04D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FEE6-A44B-D077-AA72-C791850CE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A6C08-A4D7-2675-E724-C5AFD8203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08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05B2-0510-F228-1370-6B488AE8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A21F-F9F3-C17F-A49F-121C6C46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A7D7-F69E-FC63-D497-02A32C3D9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CA4F4-1B26-EBAF-57C9-C5CA3C29B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961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97CC-6046-48CB-938F-CE71E1C1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F9EE-2981-F32D-65B4-5116D8F5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95F1-E85F-E117-7FC5-22D0D97E4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4B9D6-BE31-ADE3-1E88-8F977A6DD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0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F9D2-51B4-CFCD-DAD5-0A1516E9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D175-5C38-A44A-B9E5-A66B6CD0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0196-5F98-AA6E-130A-755474164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8F84E-C57A-2929-76A5-A55B1EA02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25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E08BA-C5AB-F221-A0A1-54D6FE29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2EA5-96F5-4F28-F251-82EC93DE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B1C7E-7CDE-FE36-3D3B-34C00DEFF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1ED8C-D643-520C-0B42-B631947E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80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636F7-0439-05C6-22F0-FC74FFF8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D223-0CE8-6F43-EF7D-032A749A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5C275-8BDF-9E3B-A580-91094E2D0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2AAD4-68CA-41FE-6ADA-FBE313CAE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59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2F46C-4FD9-7C75-E315-764CE740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A752-8308-01FB-2CF6-CA316514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B667-A2A9-3AF3-331C-70216E2F5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BA576-1906-4610-0EC8-947ACF66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2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FDF5-99A7-B67A-131C-458932C5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91BD-7C96-CC89-60F1-8A723DCB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B09D9-F8C4-0173-8A1C-D88EBE629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94B72-71A7-9C92-67A2-5032433DA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15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A6E5-6E10-9C0A-6347-6EF7FC96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0E18-A863-CF41-6D71-182FAAB6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AFF2-FAE2-13C7-0D81-24F6199F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5F581-8C78-CE5B-0A3E-9C00E16FB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3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B9C0-4355-7027-2AB0-90FAB549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5AC3-3AC6-A451-E09E-78CA633D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53B0E-1817-CF71-8C97-152F32AEC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6994B-33DF-40E4-3226-DB38A26E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27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A1BB5-30A8-CC5B-0315-84FD7424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C568-8003-7599-0209-FAA1FD1B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5CB46-DC03-E412-2B3C-F10EAEE87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02F73-31E4-DC2D-02A3-8FDBA1DC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11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3E8FF-8BF6-6818-F16F-BF829F0C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A668-E10B-A8DD-D147-6FEECBAAD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9F35E-22D8-D335-7B7E-7CE5DDCFF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6D579-4760-5C7A-82CE-DFBB66C65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66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612A-A8B9-1DB2-4EDA-57CB266E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DF8B5-3589-7548-CF2A-E1E0EAC1C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4A1DC-FF12-A0B2-B250-1277C401E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54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A7A5-68E2-E10A-D712-781D9719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936A-FEDD-0934-7F5D-5621EA01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BDBD-7F38-6624-59F6-AF917E80D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C0944-9618-F92E-E540-2A75FA598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70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3B3B-539D-65C3-6D37-C4ECC86C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6BE1-B1EE-0A37-0D5E-6CFFC8B6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38054-913F-DB18-0C93-EE2E788A2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F2346-8056-3F5E-A146-EF82AFC3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89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51F4-8004-556E-1D87-EC3421B2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A271-20AE-554A-63FD-3A555100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49E4B-77AB-D516-3379-99E7F3DBE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7AB48-175B-2B3B-6C69-F199DE00F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3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D7A2B-39C9-7F8C-2499-0BE96CED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ADF-B3F7-DF9C-4219-78959732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BBD6F-9BAC-9A7A-6DAA-49119DC10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5F5C0-7094-63B0-C393-7A500E4E5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91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34C9-AC71-606A-A824-76C66630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ED4A-42A2-BE7E-80A9-D9C76ABE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B51EF-4361-ACF0-B269-B5C48EA0E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8259A-BA44-677D-08F3-6452968FC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26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371F-B36D-9D1D-F868-0E5E9523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AF15-F4BD-88A6-D829-1DE67ED4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ED283-3D30-8F98-D594-EE717481B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1D1519-37C8-75A4-D085-AE816A908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61458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6327976d-0e7f-4f4d-9e8d-9adece0280c7"/>
    <ds:schemaRef ds:uri="bbf2655a-b97a-4cd5-9749-fa15d2d37c4f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10639</TotalTime>
  <Words>0</Words>
  <Application>Microsoft Office PowerPoint</Application>
  <PresentationFormat>Widescreen</PresentationFormat>
  <Paragraphs>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10</cp:revision>
  <dcterms:created xsi:type="dcterms:W3CDTF">2026-06-21T09:38:34Z</dcterms:created>
  <dcterms:modified xsi:type="dcterms:W3CDTF">2026-08-27T20:08:59Z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