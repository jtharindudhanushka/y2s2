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1"/>
  </p:notesMasterIdLst>
  <p:sldIdLst>
    <p:sldId id="256" r:id="rId5"/>
    <p:sldId id="281" r:id="rId6"/>
    <p:sldId id="287" r:id="rId7"/>
    <p:sldId id="258" r:id="rId8"/>
    <p:sldId id="260" r:id="rId9"/>
    <p:sldId id="259" r:id="rId10"/>
    <p:sldId id="261" r:id="rId11"/>
    <p:sldId id="289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88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ECD4E-6346-15BD-2B2F-99D8A002646A}" v="4" dt="2026-08-17T06:50:06.399"/>
    <p1510:client id="{D76EC3B7-6FC9-F5F6-30C1-CC2802C3AEDD}" v="3" dt="2026-08-17T00:19:12.44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/2023/001 - DILSHAN G.S." userId="S::dilshan-im23001@stu.kln.ac.lk::18c94ff3-79d0-4899-bbcc-e6ba87ff7d19" providerId="AD" clId="Web-{B70ECD4E-6346-15BD-2B2F-99D8A002646A}"/>
    <pc:docChg chg="modSld">
      <pc:chgData name="IM/2023/001 - DILSHAN G.S." userId="S::dilshan-im23001@stu.kln.ac.lk::18c94ff3-79d0-4899-bbcc-e6ba87ff7d19" providerId="AD" clId="Web-{B70ECD4E-6346-15BD-2B2F-99D8A002646A}" dt="2026-08-17T06:49:56.226" v="1"/>
      <pc:docMkLst>
        <pc:docMk/>
      </pc:docMkLst>
      <pc:sldChg chg="modSp">
        <pc:chgData name="IM/2023/001 - DILSHAN G.S." userId="S::dilshan-im23001@stu.kln.ac.lk::18c94ff3-79d0-4899-bbcc-e6ba87ff7d19" providerId="AD" clId="Web-{B70ECD4E-6346-15BD-2B2F-99D8A002646A}" dt="2026-08-17T06:49:56.226" v="1"/>
        <pc:sldMkLst>
          <pc:docMk/>
          <pc:sldMk cId="2205898612" sldId="289"/>
        </pc:sldMkLst>
        <pc:graphicFrameChg chg="modGraphic">
          <ac:chgData name="IM/2023/001 - DILSHAN G.S." userId="S::dilshan-im23001@stu.kln.ac.lk::18c94ff3-79d0-4899-bbcc-e6ba87ff7d19" providerId="AD" clId="Web-{B70ECD4E-6346-15BD-2B2F-99D8A002646A}" dt="2026-08-17T06:49:56.226" v="1"/>
          <ac:graphicFrameMkLst>
            <pc:docMk/>
            <pc:sldMk cId="2205898612" sldId="289"/>
            <ac:graphicFrameMk id="5" creationId="{06399BCF-29C0-417B-50B8-BF063091B096}"/>
          </ac:graphicFrameMkLst>
        </pc:graphicFrameChg>
      </pc:sldChg>
    </pc:docChg>
  </pc:docChgLst>
  <pc:docChgLst>
    <pc:chgData name="Guest User" userId="S::urn:spo:tenantanon#aa232db2-7a78-4414-a529-33db9124cba7::" providerId="AD" clId="Web-{9C4997AC-1AC9-84E8-D3BD-168D9A4EF791}"/>
    <pc:docChg chg="modSld">
      <pc:chgData name="Guest User" userId="S::urn:spo:tenantanon#aa232db2-7a78-4414-a529-33db9124cba7::" providerId="AD" clId="Web-{9C4997AC-1AC9-84E8-D3BD-168D9A4EF791}" dt="2026-08-17T06:19:35.394" v="1" actId="20577"/>
      <pc:docMkLst>
        <pc:docMk/>
      </pc:docMkLst>
      <pc:sldChg chg="modSp">
        <pc:chgData name="Guest User" userId="S::urn:spo:tenantanon#aa232db2-7a78-4414-a529-33db9124cba7::" providerId="AD" clId="Web-{9C4997AC-1AC9-84E8-D3BD-168D9A4EF791}" dt="2026-08-17T06:19:35.394" v="1" actId="20577"/>
        <pc:sldMkLst>
          <pc:docMk/>
          <pc:sldMk cId="0" sldId="264"/>
        </pc:sldMkLst>
        <pc:graphicFrameChg chg="modGraphic">
          <ac:chgData name="Guest User" userId="S::urn:spo:tenantanon#aa232db2-7a78-4414-a529-33db9124cba7::" providerId="AD" clId="Web-{9C4997AC-1AC9-84E8-D3BD-168D9A4EF791}" dt="2026-08-17T06:19:35.394" v="1" actId="20577"/>
          <ac:graphicFrameMkLst>
            <pc:docMk/>
            <pc:sldMk cId="0" sldId="264"/>
            <ac:graphicFrameMk id="110" creationId="{2E5446AE-DC62-1B6B-E082-1683FD986D35}"/>
          </ac:graphicFrameMkLst>
        </pc:graphicFrameChg>
      </pc:sldChg>
    </pc:docChg>
  </pc:docChgLst>
  <pc:docChgLst>
    <pc:chgData name="IM/2023/096 - JAYAWARDHANA H.S.D.S." userId="S::jayawar-im23096@stu.kln.ac.lk::1d9237fe-6e60-4b83-8580-5687fdb2a66c" providerId="AD" clId="Web-{D76EC3B7-6FC9-F5F6-30C1-CC2802C3AEDD}"/>
    <pc:docChg chg="modSld">
      <pc:chgData name="IM/2023/096 - JAYAWARDHANA H.S.D.S." userId="S::jayawar-im23096@stu.kln.ac.lk::1d9237fe-6e60-4b83-8580-5687fdb2a66c" providerId="AD" clId="Web-{D76EC3B7-6FC9-F5F6-30C1-CC2802C3AEDD}" dt="2026-08-17T00:19:12.449" v="3"/>
      <pc:docMkLst>
        <pc:docMk/>
      </pc:docMkLst>
      <pc:sldChg chg="delSp modSp">
        <pc:chgData name="IM/2023/096 - JAYAWARDHANA H.S.D.S." userId="S::jayawar-im23096@stu.kln.ac.lk::1d9237fe-6e60-4b83-8580-5687fdb2a66c" providerId="AD" clId="Web-{D76EC3B7-6FC9-F5F6-30C1-CC2802C3AEDD}" dt="2026-08-17T00:19:12.449" v="3"/>
        <pc:sldMkLst>
          <pc:docMk/>
          <pc:sldMk cId="0" sldId="261"/>
        </pc:sldMkLst>
        <pc:spChg chg="del">
          <ac:chgData name="IM/2023/096 - JAYAWARDHANA H.S.D.S." userId="S::jayawar-im23096@stu.kln.ac.lk::1d9237fe-6e60-4b83-8580-5687fdb2a66c" providerId="AD" clId="Web-{D76EC3B7-6FC9-F5F6-30C1-CC2802C3AEDD}" dt="2026-08-17T00:19:12.449" v="3"/>
          <ac:spMkLst>
            <pc:docMk/>
            <pc:sldMk cId="0" sldId="261"/>
            <ac:spMk id="88" creationId="{00000000-0000-0000-0000-000000000000}"/>
          </ac:spMkLst>
        </pc:spChg>
        <pc:picChg chg="mod">
          <ac:chgData name="IM/2023/096 - JAYAWARDHANA H.S.D.S." userId="S::jayawar-im23096@stu.kln.ac.lk::1d9237fe-6e60-4b83-8580-5687fdb2a66c" providerId="AD" clId="Web-{D76EC3B7-6FC9-F5F6-30C1-CC2802C3AEDD}" dt="2026-08-17T00:19:01.714" v="2" actId="1076"/>
          <ac:picMkLst>
            <pc:docMk/>
            <pc:sldMk cId="0" sldId="261"/>
            <ac:picMk id="89" creationId="{00000000-0000-0000-0000-000000000000}"/>
          </ac:picMkLst>
        </pc:picChg>
      </pc:sldChg>
      <pc:sldChg chg="modSp">
        <pc:chgData name="IM/2023/096 - JAYAWARDHANA H.S.D.S." userId="S::jayawar-im23096@stu.kln.ac.lk::1d9237fe-6e60-4b83-8580-5687fdb2a66c" providerId="AD" clId="Web-{D76EC3B7-6FC9-F5F6-30C1-CC2802C3AEDD}" dt="2026-08-17T00:17:44.180" v="1" actId="1076"/>
        <pc:sldMkLst>
          <pc:docMk/>
          <pc:sldMk cId="1713268560" sldId="287"/>
        </pc:sldMkLst>
        <pc:spChg chg="mod">
          <ac:chgData name="IM/2023/096 - JAYAWARDHANA H.S.D.S." userId="S::jayawar-im23096@stu.kln.ac.lk::1d9237fe-6e60-4b83-8580-5687fdb2a66c" providerId="AD" clId="Web-{D76EC3B7-6FC9-F5F6-30C1-CC2802C3AEDD}" dt="2026-08-17T00:17:44.180" v="1" actId="1076"/>
          <ac:spMkLst>
            <pc:docMk/>
            <pc:sldMk cId="1713268560" sldId="287"/>
            <ac:spMk id="2" creationId="{EE682A4E-8897-82B9-FA0E-012912620465}"/>
          </ac:spMkLst>
        </pc:spChg>
        <pc:graphicFrameChg chg="mod">
          <ac:chgData name="IM/2023/096 - JAYAWARDHANA H.S.D.S." userId="S::jayawar-im23096@stu.kln.ac.lk::1d9237fe-6e60-4b83-8580-5687fdb2a66c" providerId="AD" clId="Web-{D76EC3B7-6FC9-F5F6-30C1-CC2802C3AEDD}" dt="2026-08-17T00:17:35.930" v="0" actId="1076"/>
          <ac:graphicFrameMkLst>
            <pc:docMk/>
            <pc:sldMk cId="1713268560" sldId="287"/>
            <ac:graphicFrameMk id="6" creationId="{AE7FEE9A-87EB-B8A1-DEC3-558D41E2348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/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76BE3-C82C-4E04-84B7-A5CB35DCDAE1}" type="doc">
      <dgm:prSet loTypeId="urn:microsoft.com/office/officeart/2005/8/layout/default" loCatId="list" qsTypeId="urn:microsoft.com/office/officeart/2005/8/quickstyle/simple4#1" qsCatId="simple" csTypeId="urn:microsoft.com/office/officeart/2005/8/colors/accent1_5#1" csCatId="accent1" phldr="1"/>
      <dgm:spPr/>
      <dgm:t>
        <a:bodyPr/>
        <a:lstStyle/>
        <a:p>
          <a:endParaRPr lang="en-US"/>
        </a:p>
      </dgm:t>
    </dgm:pt>
    <dgm:pt modelId="{BC208AEE-D909-4249-B53E-1F9DFEEF26DC}">
      <dgm:prSet/>
      <dgm:spPr/>
      <dgm:t>
        <a:bodyPr/>
        <a:lstStyle/>
        <a:p>
          <a:r>
            <a:rPr lang="en-US" b="0" i="0"/>
            <a:t>Class</a:t>
          </a:r>
          <a:endParaRPr lang="en-US"/>
        </a:p>
      </dgm:t>
    </dgm:pt>
    <dgm:pt modelId="{67544F14-4343-400E-B581-072F70CA7AEC}" type="parTrans" cxnId="{1E47FB75-FC38-447A-81D3-53CAC5991329}">
      <dgm:prSet/>
      <dgm:spPr/>
      <dgm:t>
        <a:bodyPr/>
        <a:lstStyle/>
        <a:p>
          <a:endParaRPr lang="en-US"/>
        </a:p>
      </dgm:t>
    </dgm:pt>
    <dgm:pt modelId="{578AE998-7AA6-4387-B51B-3FEA74F8A6B2}" type="sibTrans" cxnId="{1E47FB75-FC38-447A-81D3-53CAC5991329}">
      <dgm:prSet/>
      <dgm:spPr/>
      <dgm:t>
        <a:bodyPr/>
        <a:lstStyle/>
        <a:p>
          <a:endParaRPr lang="en-US"/>
        </a:p>
      </dgm:t>
    </dgm:pt>
    <dgm:pt modelId="{8F936286-E319-415F-A664-608CA92BFD1C}">
      <dgm:prSet/>
      <dgm:spPr/>
      <dgm:t>
        <a:bodyPr/>
        <a:lstStyle/>
        <a:p>
          <a:r>
            <a:rPr lang="en-US" b="0" i="0"/>
            <a:t>Object</a:t>
          </a:r>
          <a:endParaRPr lang="en-US"/>
        </a:p>
      </dgm:t>
    </dgm:pt>
    <dgm:pt modelId="{EA565243-0B6C-43D6-BC49-E71C78BF73C0}" type="parTrans" cxnId="{B6E412AB-5553-48F3-B494-231EE75902CE}">
      <dgm:prSet/>
      <dgm:spPr/>
      <dgm:t>
        <a:bodyPr/>
        <a:lstStyle/>
        <a:p>
          <a:endParaRPr lang="en-US"/>
        </a:p>
      </dgm:t>
    </dgm:pt>
    <dgm:pt modelId="{1811F103-2388-46ED-8DB0-44A7234F0B88}" type="sibTrans" cxnId="{B6E412AB-5553-48F3-B494-231EE75902CE}">
      <dgm:prSet/>
      <dgm:spPr/>
      <dgm:t>
        <a:bodyPr/>
        <a:lstStyle/>
        <a:p>
          <a:endParaRPr lang="en-US"/>
        </a:p>
      </dgm:t>
    </dgm:pt>
    <dgm:pt modelId="{B4B71382-58E4-4416-868F-68653052E429}">
      <dgm:prSet/>
      <dgm:spPr/>
      <dgm:t>
        <a:bodyPr/>
        <a:lstStyle/>
        <a:p>
          <a:r>
            <a:rPr lang="en-US" b="0" i="0"/>
            <a:t>Constructors</a:t>
          </a:r>
          <a:endParaRPr lang="en-US"/>
        </a:p>
      </dgm:t>
    </dgm:pt>
    <dgm:pt modelId="{8457F895-1A9F-4F04-BF1F-2DE51C3725C3}" type="parTrans" cxnId="{B48207B0-69E2-4169-9675-9CA629C7C937}">
      <dgm:prSet/>
      <dgm:spPr/>
      <dgm:t>
        <a:bodyPr/>
        <a:lstStyle/>
        <a:p>
          <a:endParaRPr lang="en-US"/>
        </a:p>
      </dgm:t>
    </dgm:pt>
    <dgm:pt modelId="{5E436325-DC4C-4A91-B547-B78DF1245A1C}" type="sibTrans" cxnId="{B48207B0-69E2-4169-9675-9CA629C7C937}">
      <dgm:prSet/>
      <dgm:spPr/>
      <dgm:t>
        <a:bodyPr/>
        <a:lstStyle/>
        <a:p>
          <a:endParaRPr lang="en-US"/>
        </a:p>
      </dgm:t>
    </dgm:pt>
    <dgm:pt modelId="{4D1B438F-6EDF-4059-A944-59E81C74AF7B}">
      <dgm:prSet/>
      <dgm:spPr>
        <a:solidFill>
          <a:srgbClr val="FFC000"/>
        </a:solidFill>
      </dgm:spPr>
      <dgm:t>
        <a:bodyPr/>
        <a:lstStyle/>
        <a:p>
          <a:r>
            <a:rPr lang="en-US" b="0" i="0"/>
            <a:t>Inheritance</a:t>
          </a:r>
          <a:endParaRPr lang="en-US"/>
        </a:p>
      </dgm:t>
    </dgm:pt>
    <dgm:pt modelId="{8D100B5A-A65A-4D23-A92E-AF98020741A4}" type="parTrans" cxnId="{0F4B0139-8DDA-48B5-AAD0-3003FADA808B}">
      <dgm:prSet/>
      <dgm:spPr/>
      <dgm:t>
        <a:bodyPr/>
        <a:lstStyle/>
        <a:p>
          <a:endParaRPr lang="en-US"/>
        </a:p>
      </dgm:t>
    </dgm:pt>
    <dgm:pt modelId="{FF2A5D74-1A7E-417E-AC31-18E07AD538EE}" type="sibTrans" cxnId="{0F4B0139-8DDA-48B5-AAD0-3003FADA808B}">
      <dgm:prSet/>
      <dgm:spPr/>
      <dgm:t>
        <a:bodyPr/>
        <a:lstStyle/>
        <a:p>
          <a:endParaRPr lang="en-US"/>
        </a:p>
      </dgm:t>
    </dgm:pt>
    <dgm:pt modelId="{23391F24-BC98-420F-8F8A-DDCD5E5333AF}">
      <dgm:prSet/>
      <dgm:spPr>
        <a:solidFill>
          <a:srgbClr val="FFC000"/>
        </a:solidFill>
      </dgm:spPr>
      <dgm:t>
        <a:bodyPr/>
        <a:lstStyle/>
        <a:p>
          <a:r>
            <a:rPr lang="en-US" b="0" i="0"/>
            <a:t>Method Overriding</a:t>
          </a:r>
          <a:endParaRPr lang="en-US"/>
        </a:p>
      </dgm:t>
    </dgm:pt>
    <dgm:pt modelId="{96A43831-CAD8-4563-BE09-12D5BEA024D3}" type="parTrans" cxnId="{EC583614-70CC-4781-897D-FB93AC9AE824}">
      <dgm:prSet/>
      <dgm:spPr/>
      <dgm:t>
        <a:bodyPr/>
        <a:lstStyle/>
        <a:p>
          <a:endParaRPr lang="en-US"/>
        </a:p>
      </dgm:t>
    </dgm:pt>
    <dgm:pt modelId="{AA67026B-14C8-4096-8341-ED3B5C9EA5E1}" type="sibTrans" cxnId="{EC583614-70CC-4781-897D-FB93AC9AE824}">
      <dgm:prSet/>
      <dgm:spPr/>
      <dgm:t>
        <a:bodyPr/>
        <a:lstStyle/>
        <a:p>
          <a:endParaRPr lang="en-US"/>
        </a:p>
      </dgm:t>
    </dgm:pt>
    <dgm:pt modelId="{7242E432-94C3-4B63-B5C3-B8849C74192F}">
      <dgm:prSet custT="1"/>
      <dgm:spPr/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>
              <a:latin typeface="Century Gothic" panose="020B0502020202020204"/>
              <a:ea typeface="+mn-ea"/>
              <a:cs typeface="+mn-cs"/>
            </a:rPr>
            <a:t>Encapsulation</a:t>
          </a:r>
        </a:p>
      </dgm:t>
    </dgm:pt>
    <dgm:pt modelId="{103C9E24-5F1C-4A64-B0AD-D5EB288E28D2}" type="parTrans" cxnId="{9F6C373E-58ED-4251-BDE2-D561E3BFA6D4}">
      <dgm:prSet/>
      <dgm:spPr/>
      <dgm:t>
        <a:bodyPr/>
        <a:lstStyle/>
        <a:p>
          <a:endParaRPr lang="en-US"/>
        </a:p>
      </dgm:t>
    </dgm:pt>
    <dgm:pt modelId="{4B66E171-743C-4600-8177-5439A4064CF9}" type="sibTrans" cxnId="{9F6C373E-58ED-4251-BDE2-D561E3BFA6D4}">
      <dgm:prSet/>
      <dgm:spPr/>
      <dgm:t>
        <a:bodyPr/>
        <a:lstStyle/>
        <a:p>
          <a:endParaRPr lang="en-US"/>
        </a:p>
      </dgm:t>
    </dgm:pt>
    <dgm:pt modelId="{E21AC82F-1B08-4630-9571-E3809975274B}">
      <dgm:prSet custT="1"/>
      <dgm:spPr>
        <a:gradFill rotWithShape="0">
          <a:gsLst>
            <a:gs pos="0">
              <a:srgbClr val="4285F4">
                <a:alpha val="90000"/>
                <a:hueOff val="0"/>
                <a:satOff val="0"/>
                <a:lumOff val="0"/>
                <a:alphaOff val="-35000"/>
                <a:tint val="100000"/>
                <a:shade val="100000"/>
                <a:satMod val="130000"/>
              </a:srgbClr>
            </a:gs>
            <a:gs pos="100000">
              <a:srgbClr val="4285F4">
                <a:alpha val="90000"/>
                <a:hueOff val="0"/>
                <a:satOff val="0"/>
                <a:lumOff val="0"/>
                <a:alphaOff val="-3500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gm:t>
    </dgm:pt>
    <dgm:pt modelId="{0D883B75-5F86-45A8-BE35-1CAFB1500B1E}" type="parTrans" cxnId="{0F5B3026-CC8F-42F2-B272-32572566BF3C}">
      <dgm:prSet/>
      <dgm:spPr/>
      <dgm:t>
        <a:bodyPr/>
        <a:lstStyle/>
        <a:p>
          <a:endParaRPr lang="en-US"/>
        </a:p>
      </dgm:t>
    </dgm:pt>
    <dgm:pt modelId="{4E5D38AD-412B-4B3C-A83E-D2A603DE3120}" type="sibTrans" cxnId="{0F5B3026-CC8F-42F2-B272-32572566BF3C}">
      <dgm:prSet/>
      <dgm:spPr/>
      <dgm:t>
        <a:bodyPr/>
        <a:lstStyle/>
        <a:p>
          <a:endParaRPr lang="en-US"/>
        </a:p>
      </dgm:t>
    </dgm:pt>
    <dgm:pt modelId="{0FED0885-C780-4906-A0EE-5FA487FE8329}">
      <dgm:prSet custT="1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Abstractions</a:t>
          </a:r>
        </a:p>
      </dgm:t>
    </dgm:pt>
    <dgm:pt modelId="{BE30C400-6413-4CB7-AD3F-4B945FEDE0F8}" type="parTrans" cxnId="{31CD879F-C27D-4861-801F-9D044E992E46}">
      <dgm:prSet/>
      <dgm:spPr/>
      <dgm:t>
        <a:bodyPr/>
        <a:lstStyle/>
        <a:p>
          <a:endParaRPr lang="en-US"/>
        </a:p>
      </dgm:t>
    </dgm:pt>
    <dgm:pt modelId="{1483EC2B-C23F-4EE1-B9E2-C61F7C683C73}" type="sibTrans" cxnId="{31CD879F-C27D-4861-801F-9D044E992E46}">
      <dgm:prSet/>
      <dgm:spPr/>
      <dgm:t>
        <a:bodyPr/>
        <a:lstStyle/>
        <a:p>
          <a:endParaRPr lang="en-US"/>
        </a:p>
      </dgm:t>
    </dgm:pt>
    <dgm:pt modelId="{2F65EA6F-79CE-416A-A066-ECD3526E85BA}">
      <dgm:prSet/>
      <dgm:spPr/>
      <dgm:t>
        <a:bodyPr/>
        <a:lstStyle/>
        <a:p>
          <a:r>
            <a:rPr lang="en-US" b="0" i="0"/>
            <a:t>Polymorphism</a:t>
          </a:r>
          <a:endParaRPr lang="en-US"/>
        </a:p>
      </dgm:t>
    </dgm:pt>
    <dgm:pt modelId="{51576630-CD5A-42E8-81FE-5234F60925EB}" type="parTrans" cxnId="{1CFBF95E-FC64-4861-8836-64A6782782E4}">
      <dgm:prSet/>
      <dgm:spPr/>
      <dgm:t>
        <a:bodyPr/>
        <a:lstStyle/>
        <a:p>
          <a:endParaRPr lang="en-US"/>
        </a:p>
      </dgm:t>
    </dgm:pt>
    <dgm:pt modelId="{818C2637-AF75-4429-8E9C-4F95BE423E38}" type="sibTrans" cxnId="{1CFBF95E-FC64-4861-8836-64A6782782E4}">
      <dgm:prSet/>
      <dgm:spPr/>
      <dgm:t>
        <a:bodyPr/>
        <a:lstStyle/>
        <a:p>
          <a:endParaRPr lang="en-US"/>
        </a:p>
      </dgm:t>
    </dgm:pt>
    <dgm:pt modelId="{68989405-8449-4C74-BE9A-572BC16C06A1}" type="pres">
      <dgm:prSet presAssocID="{03576BE3-C82C-4E04-84B7-A5CB35DCDAE1}" presName="diagram" presStyleCnt="0">
        <dgm:presLayoutVars>
          <dgm:dir/>
          <dgm:resizeHandles val="exact"/>
        </dgm:presLayoutVars>
      </dgm:prSet>
      <dgm:spPr/>
    </dgm:pt>
    <dgm:pt modelId="{70785BD3-16D9-4705-BE35-EF98976227DB}" type="pres">
      <dgm:prSet presAssocID="{BC208AEE-D909-4249-B53E-1F9DFEEF26DC}" presName="node" presStyleLbl="node1" presStyleIdx="0" presStyleCnt="9">
        <dgm:presLayoutVars>
          <dgm:bulletEnabled val="1"/>
        </dgm:presLayoutVars>
      </dgm:prSet>
      <dgm:spPr/>
    </dgm:pt>
    <dgm:pt modelId="{28727574-39A2-4384-A2F9-407DEF952BFC}" type="pres">
      <dgm:prSet presAssocID="{578AE998-7AA6-4387-B51B-3FEA74F8A6B2}" presName="sibTrans" presStyleCnt="0"/>
      <dgm:spPr/>
    </dgm:pt>
    <dgm:pt modelId="{FD48D3B7-C1BE-401E-9B6A-55506963CB1E}" type="pres">
      <dgm:prSet presAssocID="{8F936286-E319-415F-A664-608CA92BFD1C}" presName="node" presStyleLbl="node1" presStyleIdx="1" presStyleCnt="9">
        <dgm:presLayoutVars>
          <dgm:bulletEnabled val="1"/>
        </dgm:presLayoutVars>
      </dgm:prSet>
      <dgm:spPr/>
    </dgm:pt>
    <dgm:pt modelId="{32D7D9AD-0519-4131-8FDE-273BE53ABDB2}" type="pres">
      <dgm:prSet presAssocID="{1811F103-2388-46ED-8DB0-44A7234F0B88}" presName="sibTrans" presStyleCnt="0"/>
      <dgm:spPr/>
    </dgm:pt>
    <dgm:pt modelId="{9A3FD822-16A8-4D54-A470-B2F6C7194E1D}" type="pres">
      <dgm:prSet presAssocID="{B4B71382-58E4-4416-868F-68653052E429}" presName="node" presStyleLbl="node1" presStyleIdx="2" presStyleCnt="9">
        <dgm:presLayoutVars>
          <dgm:bulletEnabled val="1"/>
        </dgm:presLayoutVars>
      </dgm:prSet>
      <dgm:spPr/>
    </dgm:pt>
    <dgm:pt modelId="{DE362C53-8435-496A-BC97-D8EAD0180513}" type="pres">
      <dgm:prSet presAssocID="{5E436325-DC4C-4A91-B547-B78DF1245A1C}" presName="sibTrans" presStyleCnt="0"/>
      <dgm:spPr/>
    </dgm:pt>
    <dgm:pt modelId="{BB92803F-D4C8-4239-9612-D29362550511}" type="pres">
      <dgm:prSet presAssocID="{4D1B438F-6EDF-4059-A944-59E81C74AF7B}" presName="node" presStyleLbl="node1" presStyleIdx="3" presStyleCnt="9">
        <dgm:presLayoutVars>
          <dgm:bulletEnabled val="1"/>
        </dgm:presLayoutVars>
      </dgm:prSet>
      <dgm:spPr/>
    </dgm:pt>
    <dgm:pt modelId="{9B7C1D43-0A8B-4686-87FF-D00840EEB816}" type="pres">
      <dgm:prSet presAssocID="{FF2A5D74-1A7E-417E-AC31-18E07AD538EE}" presName="sibTrans" presStyleCnt="0"/>
      <dgm:spPr/>
    </dgm:pt>
    <dgm:pt modelId="{202CC41C-21A3-4FFE-BE8A-2D77421EB60F}" type="pres">
      <dgm:prSet presAssocID="{23391F24-BC98-420F-8F8A-DDCD5E5333AF}" presName="node" presStyleLbl="node1" presStyleIdx="4" presStyleCnt="9">
        <dgm:presLayoutVars>
          <dgm:bulletEnabled val="1"/>
        </dgm:presLayoutVars>
      </dgm:prSet>
      <dgm:spPr/>
    </dgm:pt>
    <dgm:pt modelId="{EA00E885-B734-4C8C-A95D-31ADBBA76C6F}" type="pres">
      <dgm:prSet presAssocID="{AA67026B-14C8-4096-8341-ED3B5C9EA5E1}" presName="sibTrans" presStyleCnt="0"/>
      <dgm:spPr/>
    </dgm:pt>
    <dgm:pt modelId="{B3D61577-38EF-4E44-86DB-9A83F71150E5}" type="pres">
      <dgm:prSet presAssocID="{7242E432-94C3-4B63-B5C3-B8849C74192F}" presName="node" presStyleLbl="node1" presStyleIdx="5" presStyleCnt="9">
        <dgm:presLayoutVars>
          <dgm:bulletEnabled val="1"/>
        </dgm:presLayoutVars>
      </dgm:prSet>
      <dgm:spPr>
        <a:xfrm>
          <a:off x="2547859" y="1142935"/>
          <a:ext cx="1630896" cy="978537"/>
        </a:xfrm>
        <a:prstGeom prst="rect">
          <a:avLst/>
        </a:prstGeom>
      </dgm:spPr>
    </dgm:pt>
    <dgm:pt modelId="{8753299F-CA97-4723-9A7D-2C71E3D53ECD}" type="pres">
      <dgm:prSet presAssocID="{4B66E171-743C-4600-8177-5439A4064CF9}" presName="sibTrans" presStyleCnt="0"/>
      <dgm:spPr/>
    </dgm:pt>
    <dgm:pt modelId="{60E6A43E-F43B-4AF3-86AB-B40B39BB0DAB}" type="pres">
      <dgm:prSet presAssocID="{E21AC82F-1B08-4630-9571-E3809975274B}" presName="node" presStyleLbl="node1" presStyleIdx="6" presStyleCnt="9">
        <dgm:presLayoutVars>
          <dgm:bulletEnabled val="1"/>
        </dgm:presLayoutVars>
      </dgm:prSet>
      <dgm:spPr>
        <a:xfrm>
          <a:off x="4341844" y="1142935"/>
          <a:ext cx="1630896" cy="978537"/>
        </a:xfrm>
        <a:prstGeom prst="rect">
          <a:avLst/>
        </a:prstGeom>
      </dgm:spPr>
    </dgm:pt>
    <dgm:pt modelId="{11837523-631A-48DA-9B1A-C23FBAD2207B}" type="pres">
      <dgm:prSet presAssocID="{4E5D38AD-412B-4B3C-A83E-D2A603DE3120}" presName="sibTrans" presStyleCnt="0"/>
      <dgm:spPr/>
    </dgm:pt>
    <dgm:pt modelId="{9A806A5F-63C3-4492-84AB-11E3F7441EB8}" type="pres">
      <dgm:prSet presAssocID="{0FED0885-C780-4906-A0EE-5FA487FE8329}" presName="node" presStyleLbl="node1" presStyleIdx="7" presStyleCnt="9">
        <dgm:presLayoutVars>
          <dgm:bulletEnabled val="1"/>
        </dgm:presLayoutVars>
      </dgm:prSet>
      <dgm:spPr>
        <a:xfrm>
          <a:off x="6135830" y="1142935"/>
          <a:ext cx="1630896" cy="978537"/>
        </a:xfrm>
        <a:prstGeom prst="rect">
          <a:avLst/>
        </a:prstGeom>
      </dgm:spPr>
    </dgm:pt>
    <dgm:pt modelId="{E97DCEA7-160F-4E5B-AC75-3C790FFD4A4C}" type="pres">
      <dgm:prSet presAssocID="{1483EC2B-C23F-4EE1-B9E2-C61F7C683C73}" presName="sibTrans" presStyleCnt="0"/>
      <dgm:spPr/>
    </dgm:pt>
    <dgm:pt modelId="{2066F880-56B1-45B8-9A49-E93FEA75B8AF}" type="pres">
      <dgm:prSet presAssocID="{2F65EA6F-79CE-416A-A066-ECD3526E85B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583614-70CC-4781-897D-FB93AC9AE824}" srcId="{03576BE3-C82C-4E04-84B7-A5CB35DCDAE1}" destId="{23391F24-BC98-420F-8F8A-DDCD5E5333AF}" srcOrd="4" destOrd="0" parTransId="{96A43831-CAD8-4563-BE09-12D5BEA024D3}" sibTransId="{AA67026B-14C8-4096-8341-ED3B5C9EA5E1}"/>
    <dgm:cxn modelId="{5CEC2F1A-2AC5-42D3-8D23-CCD810542C1D}" type="presOf" srcId="{4D1B438F-6EDF-4059-A944-59E81C74AF7B}" destId="{BB92803F-D4C8-4239-9612-D29362550511}" srcOrd="0" destOrd="0" presId="urn:microsoft.com/office/officeart/2005/8/layout/default"/>
    <dgm:cxn modelId="{0F5B3026-CC8F-42F2-B272-32572566BF3C}" srcId="{03576BE3-C82C-4E04-84B7-A5CB35DCDAE1}" destId="{E21AC82F-1B08-4630-9571-E3809975274B}" srcOrd="6" destOrd="0" parTransId="{0D883B75-5F86-45A8-BE35-1CAFB1500B1E}" sibTransId="{4E5D38AD-412B-4B3C-A83E-D2A603DE3120}"/>
    <dgm:cxn modelId="{F8C5BC2C-A596-4012-A855-DEE383992404}" type="presOf" srcId="{7242E432-94C3-4B63-B5C3-B8849C74192F}" destId="{B3D61577-38EF-4E44-86DB-9A83F71150E5}" srcOrd="0" destOrd="0" presId="urn:microsoft.com/office/officeart/2005/8/layout/default"/>
    <dgm:cxn modelId="{0F4B0139-8DDA-48B5-AAD0-3003FADA808B}" srcId="{03576BE3-C82C-4E04-84B7-A5CB35DCDAE1}" destId="{4D1B438F-6EDF-4059-A944-59E81C74AF7B}" srcOrd="3" destOrd="0" parTransId="{8D100B5A-A65A-4D23-A92E-AF98020741A4}" sibTransId="{FF2A5D74-1A7E-417E-AC31-18E07AD538EE}"/>
    <dgm:cxn modelId="{9F6C373E-58ED-4251-BDE2-D561E3BFA6D4}" srcId="{03576BE3-C82C-4E04-84B7-A5CB35DCDAE1}" destId="{7242E432-94C3-4B63-B5C3-B8849C74192F}" srcOrd="5" destOrd="0" parTransId="{103C9E24-5F1C-4A64-B0AD-D5EB288E28D2}" sibTransId="{4B66E171-743C-4600-8177-5439A4064CF9}"/>
    <dgm:cxn modelId="{2E94655B-5AF0-453B-AA61-C7DDE48D67AE}" type="presOf" srcId="{2F65EA6F-79CE-416A-A066-ECD3526E85BA}" destId="{2066F880-56B1-45B8-9A49-E93FEA75B8AF}" srcOrd="0" destOrd="0" presId="urn:microsoft.com/office/officeart/2005/8/layout/default"/>
    <dgm:cxn modelId="{1159845B-1DAD-4E40-B432-5E003701C614}" type="presOf" srcId="{23391F24-BC98-420F-8F8A-DDCD5E5333AF}" destId="{202CC41C-21A3-4FFE-BE8A-2D77421EB60F}" srcOrd="0" destOrd="0" presId="urn:microsoft.com/office/officeart/2005/8/layout/default"/>
    <dgm:cxn modelId="{1CFBF95E-FC64-4861-8836-64A6782782E4}" srcId="{03576BE3-C82C-4E04-84B7-A5CB35DCDAE1}" destId="{2F65EA6F-79CE-416A-A066-ECD3526E85BA}" srcOrd="8" destOrd="0" parTransId="{51576630-CD5A-42E8-81FE-5234F60925EB}" sibTransId="{818C2637-AF75-4429-8E9C-4F95BE423E38}"/>
    <dgm:cxn modelId="{C91A0D42-4CF4-4055-B505-131223B64A3D}" type="presOf" srcId="{8F936286-E319-415F-A664-608CA92BFD1C}" destId="{FD48D3B7-C1BE-401E-9B6A-55506963CB1E}" srcOrd="0" destOrd="0" presId="urn:microsoft.com/office/officeart/2005/8/layout/default"/>
    <dgm:cxn modelId="{C723F443-C13F-4AB4-8C6D-05F93DE57147}" type="presOf" srcId="{BC208AEE-D909-4249-B53E-1F9DFEEF26DC}" destId="{70785BD3-16D9-4705-BE35-EF98976227DB}" srcOrd="0" destOrd="0" presId="urn:microsoft.com/office/officeart/2005/8/layout/default"/>
    <dgm:cxn modelId="{2979356F-A537-45EC-8F1F-34C7044F5B82}" type="presOf" srcId="{B4B71382-58E4-4416-868F-68653052E429}" destId="{9A3FD822-16A8-4D54-A470-B2F6C7194E1D}" srcOrd="0" destOrd="0" presId="urn:microsoft.com/office/officeart/2005/8/layout/default"/>
    <dgm:cxn modelId="{1E47FB75-FC38-447A-81D3-53CAC5991329}" srcId="{03576BE3-C82C-4E04-84B7-A5CB35DCDAE1}" destId="{BC208AEE-D909-4249-B53E-1F9DFEEF26DC}" srcOrd="0" destOrd="0" parTransId="{67544F14-4343-400E-B581-072F70CA7AEC}" sibTransId="{578AE998-7AA6-4387-B51B-3FEA74F8A6B2}"/>
    <dgm:cxn modelId="{E562548F-2219-44CE-BC4E-B700004FC0A6}" type="presOf" srcId="{0FED0885-C780-4906-A0EE-5FA487FE8329}" destId="{9A806A5F-63C3-4492-84AB-11E3F7441EB8}" srcOrd="0" destOrd="0" presId="urn:microsoft.com/office/officeart/2005/8/layout/default"/>
    <dgm:cxn modelId="{31CD879F-C27D-4861-801F-9D044E992E46}" srcId="{03576BE3-C82C-4E04-84B7-A5CB35DCDAE1}" destId="{0FED0885-C780-4906-A0EE-5FA487FE8329}" srcOrd="7" destOrd="0" parTransId="{BE30C400-6413-4CB7-AD3F-4B945FEDE0F8}" sibTransId="{1483EC2B-C23F-4EE1-B9E2-C61F7C683C73}"/>
    <dgm:cxn modelId="{B6E412AB-5553-48F3-B494-231EE75902CE}" srcId="{03576BE3-C82C-4E04-84B7-A5CB35DCDAE1}" destId="{8F936286-E319-415F-A664-608CA92BFD1C}" srcOrd="1" destOrd="0" parTransId="{EA565243-0B6C-43D6-BC49-E71C78BF73C0}" sibTransId="{1811F103-2388-46ED-8DB0-44A7234F0B88}"/>
    <dgm:cxn modelId="{B48207B0-69E2-4169-9675-9CA629C7C937}" srcId="{03576BE3-C82C-4E04-84B7-A5CB35DCDAE1}" destId="{B4B71382-58E4-4416-868F-68653052E429}" srcOrd="2" destOrd="0" parTransId="{8457F895-1A9F-4F04-BF1F-2DE51C3725C3}" sibTransId="{5E436325-DC4C-4A91-B547-B78DF1245A1C}"/>
    <dgm:cxn modelId="{00CA43B6-79EA-45F3-97D4-2AE724E87504}" type="presOf" srcId="{03576BE3-C82C-4E04-84B7-A5CB35DCDAE1}" destId="{68989405-8449-4C74-BE9A-572BC16C06A1}" srcOrd="0" destOrd="0" presId="urn:microsoft.com/office/officeart/2005/8/layout/default"/>
    <dgm:cxn modelId="{785092F2-05B8-47AD-A660-5DBB07C9B459}" type="presOf" srcId="{E21AC82F-1B08-4630-9571-E3809975274B}" destId="{60E6A43E-F43B-4AF3-86AB-B40B39BB0DAB}" srcOrd="0" destOrd="0" presId="urn:microsoft.com/office/officeart/2005/8/layout/default"/>
    <dgm:cxn modelId="{71C06328-1CB5-410E-9E3D-BC2A83D9A48C}" type="presParOf" srcId="{68989405-8449-4C74-BE9A-572BC16C06A1}" destId="{70785BD3-16D9-4705-BE35-EF98976227DB}" srcOrd="0" destOrd="0" presId="urn:microsoft.com/office/officeart/2005/8/layout/default"/>
    <dgm:cxn modelId="{7404F8DE-B09C-45CF-AB6B-9A6F0919848F}" type="presParOf" srcId="{68989405-8449-4C74-BE9A-572BC16C06A1}" destId="{28727574-39A2-4384-A2F9-407DEF952BFC}" srcOrd="1" destOrd="0" presId="urn:microsoft.com/office/officeart/2005/8/layout/default"/>
    <dgm:cxn modelId="{BE147BDE-0FCA-4827-BCC5-E212104989D7}" type="presParOf" srcId="{68989405-8449-4C74-BE9A-572BC16C06A1}" destId="{FD48D3B7-C1BE-401E-9B6A-55506963CB1E}" srcOrd="2" destOrd="0" presId="urn:microsoft.com/office/officeart/2005/8/layout/default"/>
    <dgm:cxn modelId="{7A8EED20-07FC-4FA7-AF84-7855F15AC4D6}" type="presParOf" srcId="{68989405-8449-4C74-BE9A-572BC16C06A1}" destId="{32D7D9AD-0519-4131-8FDE-273BE53ABDB2}" srcOrd="3" destOrd="0" presId="urn:microsoft.com/office/officeart/2005/8/layout/default"/>
    <dgm:cxn modelId="{E7D947CC-F104-47FB-938E-B137E0F7227D}" type="presParOf" srcId="{68989405-8449-4C74-BE9A-572BC16C06A1}" destId="{9A3FD822-16A8-4D54-A470-B2F6C7194E1D}" srcOrd="4" destOrd="0" presId="urn:microsoft.com/office/officeart/2005/8/layout/default"/>
    <dgm:cxn modelId="{C43D30C4-684C-4488-89FC-60EE1846C0A1}" type="presParOf" srcId="{68989405-8449-4C74-BE9A-572BC16C06A1}" destId="{DE362C53-8435-496A-BC97-D8EAD0180513}" srcOrd="5" destOrd="0" presId="urn:microsoft.com/office/officeart/2005/8/layout/default"/>
    <dgm:cxn modelId="{96CFE52D-D752-49F1-B331-1E4DF10AF191}" type="presParOf" srcId="{68989405-8449-4C74-BE9A-572BC16C06A1}" destId="{BB92803F-D4C8-4239-9612-D29362550511}" srcOrd="6" destOrd="0" presId="urn:microsoft.com/office/officeart/2005/8/layout/default"/>
    <dgm:cxn modelId="{1775FCBC-1F7B-45BE-B8CF-B2FDF74A724B}" type="presParOf" srcId="{68989405-8449-4C74-BE9A-572BC16C06A1}" destId="{9B7C1D43-0A8B-4686-87FF-D00840EEB816}" srcOrd="7" destOrd="0" presId="urn:microsoft.com/office/officeart/2005/8/layout/default"/>
    <dgm:cxn modelId="{F1662400-D324-4BE6-9E9B-3B15876D6CE7}" type="presParOf" srcId="{68989405-8449-4C74-BE9A-572BC16C06A1}" destId="{202CC41C-21A3-4FFE-BE8A-2D77421EB60F}" srcOrd="8" destOrd="0" presId="urn:microsoft.com/office/officeart/2005/8/layout/default"/>
    <dgm:cxn modelId="{1316C8D7-51A0-44D8-9358-014AE839A90E}" type="presParOf" srcId="{68989405-8449-4C74-BE9A-572BC16C06A1}" destId="{EA00E885-B734-4C8C-A95D-31ADBBA76C6F}" srcOrd="9" destOrd="0" presId="urn:microsoft.com/office/officeart/2005/8/layout/default"/>
    <dgm:cxn modelId="{21474E82-AAD2-44F8-AE79-AF9C9DC6CE9F}" type="presParOf" srcId="{68989405-8449-4C74-BE9A-572BC16C06A1}" destId="{B3D61577-38EF-4E44-86DB-9A83F71150E5}" srcOrd="10" destOrd="0" presId="urn:microsoft.com/office/officeart/2005/8/layout/default"/>
    <dgm:cxn modelId="{3E6868FC-E0FD-42F3-BAFB-38AA9ECB5610}" type="presParOf" srcId="{68989405-8449-4C74-BE9A-572BC16C06A1}" destId="{8753299F-CA97-4723-9A7D-2C71E3D53ECD}" srcOrd="11" destOrd="0" presId="urn:microsoft.com/office/officeart/2005/8/layout/default"/>
    <dgm:cxn modelId="{AD2DA5E4-630D-4194-8BF1-D5B792FBAEBF}" type="presParOf" srcId="{68989405-8449-4C74-BE9A-572BC16C06A1}" destId="{60E6A43E-F43B-4AF3-86AB-B40B39BB0DAB}" srcOrd="12" destOrd="0" presId="urn:microsoft.com/office/officeart/2005/8/layout/default"/>
    <dgm:cxn modelId="{DB3AAD95-D98C-42E5-8C0D-4269199A275B}" type="presParOf" srcId="{68989405-8449-4C74-BE9A-572BC16C06A1}" destId="{11837523-631A-48DA-9B1A-C23FBAD2207B}" srcOrd="13" destOrd="0" presId="urn:microsoft.com/office/officeart/2005/8/layout/default"/>
    <dgm:cxn modelId="{36A4F84D-45EA-4EA5-8A64-D52709F66C3C}" type="presParOf" srcId="{68989405-8449-4C74-BE9A-572BC16C06A1}" destId="{9A806A5F-63C3-4492-84AB-11E3F7441EB8}" srcOrd="14" destOrd="0" presId="urn:microsoft.com/office/officeart/2005/8/layout/default"/>
    <dgm:cxn modelId="{3D6CFF5B-FE9F-471F-87E3-181F61089173}" type="presParOf" srcId="{68989405-8449-4C74-BE9A-572BC16C06A1}" destId="{E97DCEA7-160F-4E5B-AC75-3C790FFD4A4C}" srcOrd="15" destOrd="0" presId="urn:microsoft.com/office/officeart/2005/8/layout/default"/>
    <dgm:cxn modelId="{1D2CD6AD-6B54-4475-99C2-8FAE5102CD2E}" type="presParOf" srcId="{68989405-8449-4C74-BE9A-572BC16C06A1}" destId="{2066F880-56B1-45B8-9A49-E93FEA75B8A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A3F071-251C-4C27-9E82-77F699DD974D}" type="doc">
      <dgm:prSet loTypeId="urn:microsoft.com/office/officeart/2005/8/layout/vList2" loCatId="list" qsTypeId="urn:microsoft.com/office/officeart/2005/8/quickstyle/simple2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F2ED6174-EC03-4D1D-BD31-44392014B60D}">
      <dgm:prSet/>
      <dgm:spPr/>
      <dgm:t>
        <a:bodyPr/>
        <a:lstStyle/>
        <a:p>
          <a:r>
            <a:rPr lang="en-US" b="0" i="0"/>
            <a:t>Behavioral patterns also focus on how independent objects work towards a common goal.</a:t>
          </a:r>
          <a:endParaRPr lang="en-US"/>
        </a:p>
      </dgm:t>
    </dgm:pt>
    <dgm:pt modelId="{886B4129-CEB6-46AB-9767-EDFA62AFAD35}" type="parTrans" cxnId="{18B28D1A-9539-4DCD-8018-12A3616ED0EA}">
      <dgm:prSet/>
      <dgm:spPr/>
      <dgm:t>
        <a:bodyPr/>
        <a:lstStyle/>
        <a:p>
          <a:endParaRPr lang="en-US"/>
        </a:p>
      </dgm:t>
    </dgm:pt>
    <dgm:pt modelId="{74D784B2-1683-497C-BEDE-1A84B61A3266}" type="sibTrans" cxnId="{18B28D1A-9539-4DCD-8018-12A3616ED0EA}">
      <dgm:prSet/>
      <dgm:spPr/>
      <dgm:t>
        <a:bodyPr/>
        <a:lstStyle/>
        <a:p>
          <a:endParaRPr lang="en-US"/>
        </a:p>
      </dgm:t>
    </dgm:pt>
    <dgm:pt modelId="{AB3B82E9-30CE-468B-B5CD-98D67D6A3953}">
      <dgm:prSet/>
      <dgm:spPr/>
      <dgm:t>
        <a:bodyPr/>
        <a:lstStyle/>
        <a:p>
          <a:r>
            <a:rPr lang="en-US" b="0" i="0"/>
            <a:t>The template method defines an algorithm's steps deferring the implementation of some steps to subclasses.</a:t>
          </a:r>
          <a:endParaRPr lang="en-US"/>
        </a:p>
      </dgm:t>
    </dgm:pt>
    <dgm:pt modelId="{DAD11F48-641A-4614-9519-B8A80A80CFAC}" type="parTrans" cxnId="{EDB9225D-DB4A-4544-BC7C-C4E478EF2A98}">
      <dgm:prSet/>
      <dgm:spPr/>
      <dgm:t>
        <a:bodyPr/>
        <a:lstStyle/>
        <a:p>
          <a:endParaRPr lang="en-US"/>
        </a:p>
      </dgm:t>
    </dgm:pt>
    <dgm:pt modelId="{DAC35318-D649-424F-B105-4D4F77698E60}" type="sibTrans" cxnId="{EDB9225D-DB4A-4544-BC7C-C4E478EF2A98}">
      <dgm:prSet/>
      <dgm:spPr/>
      <dgm:t>
        <a:bodyPr/>
        <a:lstStyle/>
        <a:p>
          <a:endParaRPr lang="en-US"/>
        </a:p>
      </dgm:t>
    </dgm:pt>
    <dgm:pt modelId="{611D766C-EAB7-4F3C-BD9C-F4C31421DA4E}">
      <dgm:prSet/>
      <dgm:spPr/>
      <dgm:t>
        <a:bodyPr/>
        <a:lstStyle/>
        <a:p>
          <a:r>
            <a:rPr lang="en-US" b="0" i="0"/>
            <a:t>It is a behavioral design pattern and is concerned with the assignment of responsibilities. </a:t>
          </a:r>
          <a:endParaRPr lang="en-US"/>
        </a:p>
      </dgm:t>
    </dgm:pt>
    <dgm:pt modelId="{AE8C8A13-2D91-459B-9E36-B6987159284F}" type="parTrans" cxnId="{6EC275EE-0E28-40AD-94CB-A8121906DB0D}">
      <dgm:prSet/>
      <dgm:spPr/>
      <dgm:t>
        <a:bodyPr/>
        <a:lstStyle/>
        <a:p>
          <a:endParaRPr lang="en-US"/>
        </a:p>
      </dgm:t>
    </dgm:pt>
    <dgm:pt modelId="{3B01A6A9-9700-4454-B9DB-BAAC97A7B1B4}" type="sibTrans" cxnId="{6EC275EE-0E28-40AD-94CB-A8121906DB0D}">
      <dgm:prSet/>
      <dgm:spPr/>
      <dgm:t>
        <a:bodyPr/>
        <a:lstStyle/>
        <a:p>
          <a:endParaRPr lang="en-US"/>
        </a:p>
      </dgm:t>
    </dgm:pt>
    <dgm:pt modelId="{AB23226E-57D5-4EB6-B058-A72F5D31B76E}">
      <dgm:prSet/>
      <dgm:spPr/>
      <dgm:t>
        <a:bodyPr/>
        <a:lstStyle/>
        <a:p>
          <a:r>
            <a:rPr lang="en-US" b="0" i="0"/>
            <a:t>Template Method Pattern defines the skeleton of an algorithm in the superclass but allows subclasses to override specific steps of the algorithm without changing the structure. </a:t>
          </a:r>
          <a:endParaRPr lang="en-US"/>
        </a:p>
      </dgm:t>
    </dgm:pt>
    <dgm:pt modelId="{B9918BFA-947C-44FA-9319-1E2C0DAF2EB3}" type="parTrans" cxnId="{89C39C6C-8C91-4BC2-B5EF-AAC9C60E37D7}">
      <dgm:prSet/>
      <dgm:spPr/>
      <dgm:t>
        <a:bodyPr/>
        <a:lstStyle/>
        <a:p>
          <a:endParaRPr lang="en-US"/>
        </a:p>
      </dgm:t>
    </dgm:pt>
    <dgm:pt modelId="{23D655A7-3118-4B84-A7A7-21C9588A1686}" type="sibTrans" cxnId="{89C39C6C-8C91-4BC2-B5EF-AAC9C60E37D7}">
      <dgm:prSet/>
      <dgm:spPr/>
      <dgm:t>
        <a:bodyPr/>
        <a:lstStyle/>
        <a:p>
          <a:endParaRPr lang="en-US"/>
        </a:p>
      </dgm:t>
    </dgm:pt>
    <dgm:pt modelId="{6087ACC5-50CF-4803-BDC6-6ADD71451E76}" type="pres">
      <dgm:prSet presAssocID="{42A3F071-251C-4C27-9E82-77F699DD974D}" presName="linear" presStyleCnt="0">
        <dgm:presLayoutVars>
          <dgm:animLvl val="lvl"/>
          <dgm:resizeHandles val="exact"/>
        </dgm:presLayoutVars>
      </dgm:prSet>
      <dgm:spPr/>
    </dgm:pt>
    <dgm:pt modelId="{531D3DA7-1EF8-4816-AADB-5C9A122C9ED8}" type="pres">
      <dgm:prSet presAssocID="{F2ED6174-EC03-4D1D-BD31-44392014B6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E38C3F-5923-4D78-975F-19B64BB0E744}" type="pres">
      <dgm:prSet presAssocID="{74D784B2-1683-497C-BEDE-1A84B61A3266}" presName="spacer" presStyleCnt="0"/>
      <dgm:spPr/>
    </dgm:pt>
    <dgm:pt modelId="{55CC9792-639F-4C36-99DB-DB6DDEE3E3D0}" type="pres">
      <dgm:prSet presAssocID="{AB3B82E9-30CE-468B-B5CD-98D67D6A39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BCFBB8-D212-42A4-A20B-27687B74981F}" type="pres">
      <dgm:prSet presAssocID="{DAC35318-D649-424F-B105-4D4F77698E60}" presName="spacer" presStyleCnt="0"/>
      <dgm:spPr/>
    </dgm:pt>
    <dgm:pt modelId="{90B6EFC6-DDBC-4541-ACA8-E7688FAB1ECE}" type="pres">
      <dgm:prSet presAssocID="{611D766C-EAB7-4F3C-BD9C-F4C31421DA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7E090C-0C91-4725-93F4-8A5A82E8E64A}" type="pres">
      <dgm:prSet presAssocID="{3B01A6A9-9700-4454-B9DB-BAAC97A7B1B4}" presName="spacer" presStyleCnt="0"/>
      <dgm:spPr/>
    </dgm:pt>
    <dgm:pt modelId="{E854A85A-33A0-4716-B180-22BA76A3E7E6}" type="pres">
      <dgm:prSet presAssocID="{AB23226E-57D5-4EB6-B058-A72F5D31B7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F9A2813-5B0D-451F-8C1E-270D33B69F46}" type="presOf" srcId="{AB3B82E9-30CE-468B-B5CD-98D67D6A3953}" destId="{55CC9792-639F-4C36-99DB-DB6DDEE3E3D0}" srcOrd="0" destOrd="0" presId="urn:microsoft.com/office/officeart/2005/8/layout/vList2"/>
    <dgm:cxn modelId="{18B28D1A-9539-4DCD-8018-12A3616ED0EA}" srcId="{42A3F071-251C-4C27-9E82-77F699DD974D}" destId="{F2ED6174-EC03-4D1D-BD31-44392014B60D}" srcOrd="0" destOrd="0" parTransId="{886B4129-CEB6-46AB-9767-EDFA62AFAD35}" sibTransId="{74D784B2-1683-497C-BEDE-1A84B61A3266}"/>
    <dgm:cxn modelId="{EDB9225D-DB4A-4544-BC7C-C4E478EF2A98}" srcId="{42A3F071-251C-4C27-9E82-77F699DD974D}" destId="{AB3B82E9-30CE-468B-B5CD-98D67D6A3953}" srcOrd="1" destOrd="0" parTransId="{DAD11F48-641A-4614-9519-B8A80A80CFAC}" sibTransId="{DAC35318-D649-424F-B105-4D4F77698E60}"/>
    <dgm:cxn modelId="{23784F66-4D3E-4CA1-BDC9-0F812159CC02}" type="presOf" srcId="{611D766C-EAB7-4F3C-BD9C-F4C31421DA4E}" destId="{90B6EFC6-DDBC-4541-ACA8-E7688FAB1ECE}" srcOrd="0" destOrd="0" presId="urn:microsoft.com/office/officeart/2005/8/layout/vList2"/>
    <dgm:cxn modelId="{89C39C6C-8C91-4BC2-B5EF-AAC9C60E37D7}" srcId="{42A3F071-251C-4C27-9E82-77F699DD974D}" destId="{AB23226E-57D5-4EB6-B058-A72F5D31B76E}" srcOrd="3" destOrd="0" parTransId="{B9918BFA-947C-44FA-9319-1E2C0DAF2EB3}" sibTransId="{23D655A7-3118-4B84-A7A7-21C9588A1686}"/>
    <dgm:cxn modelId="{65029C98-1A95-40BB-B4AA-6F096C256742}" type="presOf" srcId="{42A3F071-251C-4C27-9E82-77F699DD974D}" destId="{6087ACC5-50CF-4803-BDC6-6ADD71451E76}" srcOrd="0" destOrd="0" presId="urn:microsoft.com/office/officeart/2005/8/layout/vList2"/>
    <dgm:cxn modelId="{9FCAE3AF-15FD-4109-A539-3AB543885A2D}" type="presOf" srcId="{AB23226E-57D5-4EB6-B058-A72F5D31B76E}" destId="{E854A85A-33A0-4716-B180-22BA76A3E7E6}" srcOrd="0" destOrd="0" presId="urn:microsoft.com/office/officeart/2005/8/layout/vList2"/>
    <dgm:cxn modelId="{8AA41EDD-F308-494C-A23A-D112BC3A2807}" type="presOf" srcId="{F2ED6174-EC03-4D1D-BD31-44392014B60D}" destId="{531D3DA7-1EF8-4816-AADB-5C9A122C9ED8}" srcOrd="0" destOrd="0" presId="urn:microsoft.com/office/officeart/2005/8/layout/vList2"/>
    <dgm:cxn modelId="{6EC275EE-0E28-40AD-94CB-A8121906DB0D}" srcId="{42A3F071-251C-4C27-9E82-77F699DD974D}" destId="{611D766C-EAB7-4F3C-BD9C-F4C31421DA4E}" srcOrd="2" destOrd="0" parTransId="{AE8C8A13-2D91-459B-9E36-B6987159284F}" sibTransId="{3B01A6A9-9700-4454-B9DB-BAAC97A7B1B4}"/>
    <dgm:cxn modelId="{44C6E887-2BB5-4A2D-8C81-60AF4C1D4183}" type="presParOf" srcId="{6087ACC5-50CF-4803-BDC6-6ADD71451E76}" destId="{531D3DA7-1EF8-4816-AADB-5C9A122C9ED8}" srcOrd="0" destOrd="0" presId="urn:microsoft.com/office/officeart/2005/8/layout/vList2"/>
    <dgm:cxn modelId="{719DE37F-ED96-487C-89A7-AEAC11F7A41B}" type="presParOf" srcId="{6087ACC5-50CF-4803-BDC6-6ADD71451E76}" destId="{BFE38C3F-5923-4D78-975F-19B64BB0E744}" srcOrd="1" destOrd="0" presId="urn:microsoft.com/office/officeart/2005/8/layout/vList2"/>
    <dgm:cxn modelId="{54E771A3-59A4-4F8F-A729-DADAF4B2C555}" type="presParOf" srcId="{6087ACC5-50CF-4803-BDC6-6ADD71451E76}" destId="{55CC9792-639F-4C36-99DB-DB6DDEE3E3D0}" srcOrd="2" destOrd="0" presId="urn:microsoft.com/office/officeart/2005/8/layout/vList2"/>
    <dgm:cxn modelId="{9AFA57E4-C343-4AE1-A9F0-B14A719E5693}" type="presParOf" srcId="{6087ACC5-50CF-4803-BDC6-6ADD71451E76}" destId="{E3BCFBB8-D212-42A4-A20B-27687B74981F}" srcOrd="3" destOrd="0" presId="urn:microsoft.com/office/officeart/2005/8/layout/vList2"/>
    <dgm:cxn modelId="{3676AE10-1CE9-4D6B-AC0C-0EA7299EEA00}" type="presParOf" srcId="{6087ACC5-50CF-4803-BDC6-6ADD71451E76}" destId="{90B6EFC6-DDBC-4541-ACA8-E7688FAB1ECE}" srcOrd="4" destOrd="0" presId="urn:microsoft.com/office/officeart/2005/8/layout/vList2"/>
    <dgm:cxn modelId="{4219BC8D-4431-485B-8306-B6477D913061}" type="presParOf" srcId="{6087ACC5-50CF-4803-BDC6-6ADD71451E76}" destId="{1D7E090C-0C91-4725-93F4-8A5A82E8E64A}" srcOrd="5" destOrd="0" presId="urn:microsoft.com/office/officeart/2005/8/layout/vList2"/>
    <dgm:cxn modelId="{1DDA8EC8-2774-42E3-AE5F-29CA0CAE1A2B}" type="presParOf" srcId="{6087ACC5-50CF-4803-BDC6-6ADD71451E76}" destId="{E854A85A-33A0-4716-B180-22BA76A3E7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C663EC-D146-4AAC-83F5-7584D210AD1B}" type="doc">
      <dgm:prSet loTypeId="urn:microsoft.com/office/officeart/2005/8/layout/vList2" loCatId="list" qsTypeId="urn:microsoft.com/office/officeart/2005/8/quickstyle/simple4#2" qsCatId="simple" csTypeId="urn:microsoft.com/office/officeart/2005/8/colors/accent3_2#1" csCatId="accent3"/>
      <dgm:spPr/>
      <dgm:t>
        <a:bodyPr/>
        <a:lstStyle/>
        <a:p>
          <a:endParaRPr lang="en-US"/>
        </a:p>
      </dgm:t>
    </dgm:pt>
    <dgm:pt modelId="{76D8258F-CFD8-4CCB-9B8B-98ACAB220A18}">
      <dgm:prSet/>
      <dgm:spPr/>
      <dgm:t>
        <a:bodyPr/>
        <a:lstStyle/>
        <a:p>
          <a:r>
            <a:rPr lang="en-US" b="0" i="0"/>
            <a:t>Multiple classes with same functional operations with different implementations and same order of executions. </a:t>
          </a:r>
          <a:endParaRPr lang="en-US"/>
        </a:p>
      </dgm:t>
    </dgm:pt>
    <dgm:pt modelId="{F84E3FFC-A5F7-4CED-808C-F36EB2210ED3}" type="parTrans" cxnId="{6DCC5621-F44E-4631-806E-8FABF2D5C0F0}">
      <dgm:prSet/>
      <dgm:spPr/>
      <dgm:t>
        <a:bodyPr/>
        <a:lstStyle/>
        <a:p>
          <a:endParaRPr lang="en-US"/>
        </a:p>
      </dgm:t>
    </dgm:pt>
    <dgm:pt modelId="{F9BBC600-6CD5-4CFD-ABDD-827812F7E3D4}" type="sibTrans" cxnId="{6DCC5621-F44E-4631-806E-8FABF2D5C0F0}">
      <dgm:prSet/>
      <dgm:spPr/>
      <dgm:t>
        <a:bodyPr/>
        <a:lstStyle/>
        <a:p>
          <a:endParaRPr lang="en-US"/>
        </a:p>
      </dgm:t>
    </dgm:pt>
    <dgm:pt modelId="{3CE2DFAE-64D2-4904-BE51-5D275253E256}">
      <dgm:prSet/>
      <dgm:spPr/>
      <dgm:t>
        <a:bodyPr/>
        <a:lstStyle/>
        <a:p>
          <a:r>
            <a:rPr lang="en-US" b="0" i="0"/>
            <a:t>Practical application of generalization and inheritance</a:t>
          </a:r>
          <a:endParaRPr lang="en-US"/>
        </a:p>
      </dgm:t>
    </dgm:pt>
    <dgm:pt modelId="{08CC811F-8A15-4874-8CCD-8B805D721D61}" type="parTrans" cxnId="{400001E6-43DE-492E-8A53-0048A7DEF62E}">
      <dgm:prSet/>
      <dgm:spPr/>
      <dgm:t>
        <a:bodyPr/>
        <a:lstStyle/>
        <a:p>
          <a:endParaRPr lang="en-US"/>
        </a:p>
      </dgm:t>
    </dgm:pt>
    <dgm:pt modelId="{C98DADC9-6B0F-4A60-830B-14992C3EA9CC}" type="sibTrans" cxnId="{400001E6-43DE-492E-8A53-0048A7DEF62E}">
      <dgm:prSet/>
      <dgm:spPr/>
      <dgm:t>
        <a:bodyPr/>
        <a:lstStyle/>
        <a:p>
          <a:endParaRPr lang="en-US"/>
        </a:p>
      </dgm:t>
    </dgm:pt>
    <dgm:pt modelId="{E06E6723-9CD8-4319-A9AE-1313F3A9B26A}">
      <dgm:prSet/>
      <dgm:spPr/>
      <dgm:t>
        <a:bodyPr/>
        <a:lstStyle/>
        <a:p>
          <a:r>
            <a:rPr lang="en-US" b="0" i="0"/>
            <a:t>Popular in framework development</a:t>
          </a:r>
          <a:endParaRPr lang="en-US"/>
        </a:p>
      </dgm:t>
    </dgm:pt>
    <dgm:pt modelId="{82D2BA8F-EFBB-4A5A-80E5-91824C418022}" type="parTrans" cxnId="{0B93914B-7D41-444B-8EE5-99E040ECE99B}">
      <dgm:prSet/>
      <dgm:spPr/>
      <dgm:t>
        <a:bodyPr/>
        <a:lstStyle/>
        <a:p>
          <a:endParaRPr lang="en-US"/>
        </a:p>
      </dgm:t>
    </dgm:pt>
    <dgm:pt modelId="{C3F5994F-7295-4C06-A2F6-16FADF44444E}" type="sibTrans" cxnId="{0B93914B-7D41-444B-8EE5-99E040ECE99B}">
      <dgm:prSet/>
      <dgm:spPr/>
      <dgm:t>
        <a:bodyPr/>
        <a:lstStyle/>
        <a:p>
          <a:endParaRPr lang="en-US"/>
        </a:p>
      </dgm:t>
    </dgm:pt>
    <dgm:pt modelId="{BB3180C5-9DAB-4EDC-A5C5-695CDC44BD81}">
      <dgm:prSet/>
      <dgm:spPr/>
      <dgm:t>
        <a:bodyPr/>
        <a:lstStyle/>
        <a:p>
          <a:r>
            <a:rPr lang="en-US" b="0" i="0"/>
            <a:t>Avoid code duplication</a:t>
          </a:r>
          <a:endParaRPr lang="en-US"/>
        </a:p>
      </dgm:t>
    </dgm:pt>
    <dgm:pt modelId="{65896999-EE3C-4CF2-8BCA-5452D465D894}" type="parTrans" cxnId="{FE982315-DAFB-49EA-AAFB-0EB781B81335}">
      <dgm:prSet/>
      <dgm:spPr/>
      <dgm:t>
        <a:bodyPr/>
        <a:lstStyle/>
        <a:p>
          <a:endParaRPr lang="en-US"/>
        </a:p>
      </dgm:t>
    </dgm:pt>
    <dgm:pt modelId="{B480C5FE-4E35-4055-BF44-270F51B00998}" type="sibTrans" cxnId="{FE982315-DAFB-49EA-AAFB-0EB781B81335}">
      <dgm:prSet/>
      <dgm:spPr/>
      <dgm:t>
        <a:bodyPr/>
        <a:lstStyle/>
        <a:p>
          <a:endParaRPr lang="en-US"/>
        </a:p>
      </dgm:t>
    </dgm:pt>
    <dgm:pt modelId="{76B4052D-A0F5-4258-8F8F-0AAE52177375}">
      <dgm:prSet/>
      <dgm:spPr/>
      <dgm:t>
        <a:bodyPr/>
        <a:lstStyle/>
        <a:p>
          <a:r>
            <a:rPr lang="en-US" b="0" i="0"/>
            <a:t>Code Reusability</a:t>
          </a:r>
          <a:endParaRPr lang="en-US"/>
        </a:p>
      </dgm:t>
    </dgm:pt>
    <dgm:pt modelId="{18D606F6-3BD6-49BE-B637-ED25FE98C313}" type="parTrans" cxnId="{E3C96403-F4B5-44EA-A9C7-961A567CBA54}">
      <dgm:prSet/>
      <dgm:spPr/>
      <dgm:t>
        <a:bodyPr/>
        <a:lstStyle/>
        <a:p>
          <a:endParaRPr lang="en-US"/>
        </a:p>
      </dgm:t>
    </dgm:pt>
    <dgm:pt modelId="{3372A993-34C4-465E-A5A6-C8CA9025C543}" type="sibTrans" cxnId="{E3C96403-F4B5-44EA-A9C7-961A567CBA54}">
      <dgm:prSet/>
      <dgm:spPr/>
      <dgm:t>
        <a:bodyPr/>
        <a:lstStyle/>
        <a:p>
          <a:endParaRPr lang="en-US"/>
        </a:p>
      </dgm:t>
    </dgm:pt>
    <dgm:pt modelId="{B428FBC2-7DDB-4E33-BA6E-BFC90BFAB275}" type="pres">
      <dgm:prSet presAssocID="{54C663EC-D146-4AAC-83F5-7584D210AD1B}" presName="linear" presStyleCnt="0">
        <dgm:presLayoutVars>
          <dgm:animLvl val="lvl"/>
          <dgm:resizeHandles val="exact"/>
        </dgm:presLayoutVars>
      </dgm:prSet>
      <dgm:spPr/>
    </dgm:pt>
    <dgm:pt modelId="{DD2AC053-7A06-4964-8968-0D3471A11946}" type="pres">
      <dgm:prSet presAssocID="{76D8258F-CFD8-4CCB-9B8B-98ACAB220A1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B543EA9-7A0F-4C38-8D3F-357553D8353C}" type="pres">
      <dgm:prSet presAssocID="{F9BBC600-6CD5-4CFD-ABDD-827812F7E3D4}" presName="spacer" presStyleCnt="0"/>
      <dgm:spPr/>
    </dgm:pt>
    <dgm:pt modelId="{C9D559FF-182B-4197-AF39-BBA9B253A6C1}" type="pres">
      <dgm:prSet presAssocID="{3CE2DFAE-64D2-4904-BE51-5D275253E25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A8D45F-355D-4FCE-A069-99FC78697408}" type="pres">
      <dgm:prSet presAssocID="{C98DADC9-6B0F-4A60-830B-14992C3EA9CC}" presName="spacer" presStyleCnt="0"/>
      <dgm:spPr/>
    </dgm:pt>
    <dgm:pt modelId="{FC811EF5-CEFD-43AF-9217-202A22E382C9}" type="pres">
      <dgm:prSet presAssocID="{E06E6723-9CD8-4319-A9AE-1313F3A9B2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76DD14-02CA-4791-8E24-5B3F3A992433}" type="pres">
      <dgm:prSet presAssocID="{C3F5994F-7295-4C06-A2F6-16FADF44444E}" presName="spacer" presStyleCnt="0"/>
      <dgm:spPr/>
    </dgm:pt>
    <dgm:pt modelId="{B513E867-C5E9-4D45-B585-F91483852004}" type="pres">
      <dgm:prSet presAssocID="{BB3180C5-9DAB-4EDC-A5C5-695CDC44BD8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BDFCA28-380D-4E90-A5B9-FB52A9FC338F}" type="pres">
      <dgm:prSet presAssocID="{B480C5FE-4E35-4055-BF44-270F51B00998}" presName="spacer" presStyleCnt="0"/>
      <dgm:spPr/>
    </dgm:pt>
    <dgm:pt modelId="{44F0A5C2-A394-4509-8853-C0BF16D3DBC3}" type="pres">
      <dgm:prSet presAssocID="{76B4052D-A0F5-4258-8F8F-0AAE521773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3C96403-F4B5-44EA-A9C7-961A567CBA54}" srcId="{54C663EC-D146-4AAC-83F5-7584D210AD1B}" destId="{76B4052D-A0F5-4258-8F8F-0AAE52177375}" srcOrd="4" destOrd="0" parTransId="{18D606F6-3BD6-49BE-B637-ED25FE98C313}" sibTransId="{3372A993-34C4-465E-A5A6-C8CA9025C543}"/>
    <dgm:cxn modelId="{FE982315-DAFB-49EA-AAFB-0EB781B81335}" srcId="{54C663EC-D146-4AAC-83F5-7584D210AD1B}" destId="{BB3180C5-9DAB-4EDC-A5C5-695CDC44BD81}" srcOrd="3" destOrd="0" parTransId="{65896999-EE3C-4CF2-8BCA-5452D465D894}" sibTransId="{B480C5FE-4E35-4055-BF44-270F51B00998}"/>
    <dgm:cxn modelId="{6DCC5621-F44E-4631-806E-8FABF2D5C0F0}" srcId="{54C663EC-D146-4AAC-83F5-7584D210AD1B}" destId="{76D8258F-CFD8-4CCB-9B8B-98ACAB220A18}" srcOrd="0" destOrd="0" parTransId="{F84E3FFC-A5F7-4CED-808C-F36EB2210ED3}" sibTransId="{F9BBC600-6CD5-4CFD-ABDD-827812F7E3D4}"/>
    <dgm:cxn modelId="{539D5842-F25E-4904-BA86-9476EB6AE5AB}" type="presOf" srcId="{76B4052D-A0F5-4258-8F8F-0AAE52177375}" destId="{44F0A5C2-A394-4509-8853-C0BF16D3DBC3}" srcOrd="0" destOrd="0" presId="urn:microsoft.com/office/officeart/2005/8/layout/vList2"/>
    <dgm:cxn modelId="{0B93914B-7D41-444B-8EE5-99E040ECE99B}" srcId="{54C663EC-D146-4AAC-83F5-7584D210AD1B}" destId="{E06E6723-9CD8-4319-A9AE-1313F3A9B26A}" srcOrd="2" destOrd="0" parTransId="{82D2BA8F-EFBB-4A5A-80E5-91824C418022}" sibTransId="{C3F5994F-7295-4C06-A2F6-16FADF44444E}"/>
    <dgm:cxn modelId="{D2A671A7-3781-435A-B392-9E8AAA8CAF6D}" type="presOf" srcId="{3CE2DFAE-64D2-4904-BE51-5D275253E256}" destId="{C9D559FF-182B-4197-AF39-BBA9B253A6C1}" srcOrd="0" destOrd="0" presId="urn:microsoft.com/office/officeart/2005/8/layout/vList2"/>
    <dgm:cxn modelId="{3CB5F5B2-11B1-4C95-8609-A009C73CBED6}" type="presOf" srcId="{54C663EC-D146-4AAC-83F5-7584D210AD1B}" destId="{B428FBC2-7DDB-4E33-BA6E-BFC90BFAB275}" srcOrd="0" destOrd="0" presId="urn:microsoft.com/office/officeart/2005/8/layout/vList2"/>
    <dgm:cxn modelId="{56AC2FB7-3F9F-4189-A9AF-EA53FE2F1699}" type="presOf" srcId="{E06E6723-9CD8-4319-A9AE-1313F3A9B26A}" destId="{FC811EF5-CEFD-43AF-9217-202A22E382C9}" srcOrd="0" destOrd="0" presId="urn:microsoft.com/office/officeart/2005/8/layout/vList2"/>
    <dgm:cxn modelId="{849D7CE0-C6CA-4BCD-B686-BE05D8ADB224}" type="presOf" srcId="{BB3180C5-9DAB-4EDC-A5C5-695CDC44BD81}" destId="{B513E867-C5E9-4D45-B585-F91483852004}" srcOrd="0" destOrd="0" presId="urn:microsoft.com/office/officeart/2005/8/layout/vList2"/>
    <dgm:cxn modelId="{400001E6-43DE-492E-8A53-0048A7DEF62E}" srcId="{54C663EC-D146-4AAC-83F5-7584D210AD1B}" destId="{3CE2DFAE-64D2-4904-BE51-5D275253E256}" srcOrd="1" destOrd="0" parTransId="{08CC811F-8A15-4874-8CCD-8B805D721D61}" sibTransId="{C98DADC9-6B0F-4A60-830B-14992C3EA9CC}"/>
    <dgm:cxn modelId="{45865BFE-0FA4-433F-A838-25B0E87C7C5E}" type="presOf" srcId="{76D8258F-CFD8-4CCB-9B8B-98ACAB220A18}" destId="{DD2AC053-7A06-4964-8968-0D3471A11946}" srcOrd="0" destOrd="0" presId="urn:microsoft.com/office/officeart/2005/8/layout/vList2"/>
    <dgm:cxn modelId="{9F734161-94DE-4E81-82B5-45FF09E3A00A}" type="presParOf" srcId="{B428FBC2-7DDB-4E33-BA6E-BFC90BFAB275}" destId="{DD2AC053-7A06-4964-8968-0D3471A11946}" srcOrd="0" destOrd="0" presId="urn:microsoft.com/office/officeart/2005/8/layout/vList2"/>
    <dgm:cxn modelId="{CD544388-0AE6-4407-9442-26830ACE3251}" type="presParOf" srcId="{B428FBC2-7DDB-4E33-BA6E-BFC90BFAB275}" destId="{3B543EA9-7A0F-4C38-8D3F-357553D8353C}" srcOrd="1" destOrd="0" presId="urn:microsoft.com/office/officeart/2005/8/layout/vList2"/>
    <dgm:cxn modelId="{72693A5F-40E8-477E-AA9E-F6E1A50F9BD6}" type="presParOf" srcId="{B428FBC2-7DDB-4E33-BA6E-BFC90BFAB275}" destId="{C9D559FF-182B-4197-AF39-BBA9B253A6C1}" srcOrd="2" destOrd="0" presId="urn:microsoft.com/office/officeart/2005/8/layout/vList2"/>
    <dgm:cxn modelId="{B4CB833E-E440-46D1-8FB9-20C33268546F}" type="presParOf" srcId="{B428FBC2-7DDB-4E33-BA6E-BFC90BFAB275}" destId="{D7A8D45F-355D-4FCE-A069-99FC78697408}" srcOrd="3" destOrd="0" presId="urn:microsoft.com/office/officeart/2005/8/layout/vList2"/>
    <dgm:cxn modelId="{C724AAD9-7511-4060-9E89-B39CE229088B}" type="presParOf" srcId="{B428FBC2-7DDB-4E33-BA6E-BFC90BFAB275}" destId="{FC811EF5-CEFD-43AF-9217-202A22E382C9}" srcOrd="4" destOrd="0" presId="urn:microsoft.com/office/officeart/2005/8/layout/vList2"/>
    <dgm:cxn modelId="{8A201F9A-BAE9-4825-A018-C10BB044025E}" type="presParOf" srcId="{B428FBC2-7DDB-4E33-BA6E-BFC90BFAB275}" destId="{E276DD14-02CA-4791-8E24-5B3F3A992433}" srcOrd="5" destOrd="0" presId="urn:microsoft.com/office/officeart/2005/8/layout/vList2"/>
    <dgm:cxn modelId="{D5AD538C-E531-483C-9C96-B6DA3945A856}" type="presParOf" srcId="{B428FBC2-7DDB-4E33-BA6E-BFC90BFAB275}" destId="{B513E867-C5E9-4D45-B585-F91483852004}" srcOrd="6" destOrd="0" presId="urn:microsoft.com/office/officeart/2005/8/layout/vList2"/>
    <dgm:cxn modelId="{B3651527-8C9F-43FD-B143-7E0C406262FC}" type="presParOf" srcId="{B428FBC2-7DDB-4E33-BA6E-BFC90BFAB275}" destId="{EBDFCA28-380D-4E90-A5B9-FB52A9FC338F}" srcOrd="7" destOrd="0" presId="urn:microsoft.com/office/officeart/2005/8/layout/vList2"/>
    <dgm:cxn modelId="{A3FFBA98-78A7-451E-9C19-93F6004D927E}" type="presParOf" srcId="{B428FBC2-7DDB-4E33-BA6E-BFC90BFAB275}" destId="{44F0A5C2-A394-4509-8853-C0BF16D3DBC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61B3B8-0A88-4228-A00C-015915ACB41D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18F9BD87-5FCD-4380-A3C2-A63332708155}">
      <dgm:prSet/>
      <dgm:spPr/>
      <dgm:t>
        <a:bodyPr/>
        <a:lstStyle/>
        <a:p>
          <a:r>
            <a:rPr lang="en-US" b="0" i="0"/>
            <a:t>You can control the flow of the algorithms. Clients cannot change them. </a:t>
          </a:r>
          <a:endParaRPr lang="en-US"/>
        </a:p>
      </dgm:t>
    </dgm:pt>
    <dgm:pt modelId="{FFD6506D-83A2-4148-8DDA-01F0B9772BDE}" type="parTrans" cxnId="{92A8E0F5-986A-4214-9DDD-1D91472C9669}">
      <dgm:prSet/>
      <dgm:spPr/>
      <dgm:t>
        <a:bodyPr/>
        <a:lstStyle/>
        <a:p>
          <a:endParaRPr lang="en-US"/>
        </a:p>
      </dgm:t>
    </dgm:pt>
    <dgm:pt modelId="{4BDF2A47-9D15-4FB0-B48B-B15E653F564F}" type="sibTrans" cxnId="{92A8E0F5-986A-4214-9DDD-1D91472C9669}">
      <dgm:prSet/>
      <dgm:spPr/>
      <dgm:t>
        <a:bodyPr/>
        <a:lstStyle/>
        <a:p>
          <a:endParaRPr lang="en-US"/>
        </a:p>
      </dgm:t>
    </dgm:pt>
    <dgm:pt modelId="{1C00120B-4C1C-4477-9B1B-7DD961A3845A}">
      <dgm:prSet/>
      <dgm:spPr/>
      <dgm:t>
        <a:bodyPr/>
        <a:lstStyle/>
        <a:p>
          <a:r>
            <a:rPr lang="en-US" b="0" i="0"/>
            <a:t>Common operations will be in a centralized location. For example, in an abstract class, the subclasses can redefine only the varying parts so that you can avoid redundant code.</a:t>
          </a:r>
          <a:endParaRPr lang="en-US"/>
        </a:p>
      </dgm:t>
    </dgm:pt>
    <dgm:pt modelId="{02F8E69C-BCA6-4FB9-B1CC-93C8A7FE0808}" type="parTrans" cxnId="{15D587DF-6F58-44FF-ACBB-9FDF4B9BA694}">
      <dgm:prSet/>
      <dgm:spPr/>
      <dgm:t>
        <a:bodyPr/>
        <a:lstStyle/>
        <a:p>
          <a:endParaRPr lang="en-US"/>
        </a:p>
      </dgm:t>
    </dgm:pt>
    <dgm:pt modelId="{01E75721-0433-41ED-B4A8-775DA7A806CB}" type="sibTrans" cxnId="{15D587DF-6F58-44FF-ACBB-9FDF4B9BA694}">
      <dgm:prSet/>
      <dgm:spPr/>
      <dgm:t>
        <a:bodyPr/>
        <a:lstStyle/>
        <a:p>
          <a:endParaRPr lang="en-US"/>
        </a:p>
      </dgm:t>
    </dgm:pt>
    <dgm:pt modelId="{8325B2C3-7293-41D6-BDD8-18BA97004FC2}" type="pres">
      <dgm:prSet presAssocID="{9661B3B8-0A88-4228-A00C-015915ACB41D}" presName="root" presStyleCnt="0">
        <dgm:presLayoutVars>
          <dgm:dir/>
          <dgm:resizeHandles val="exact"/>
        </dgm:presLayoutVars>
      </dgm:prSet>
      <dgm:spPr/>
    </dgm:pt>
    <dgm:pt modelId="{3A20D1F4-468A-4055-ABA8-6084F1BCFB44}" type="pres">
      <dgm:prSet presAssocID="{18F9BD87-5FCD-4380-A3C2-A63332708155}" presName="compNode" presStyleCnt="0"/>
      <dgm:spPr/>
    </dgm:pt>
    <dgm:pt modelId="{AC611DB5-5FD8-4BDE-81E2-BEA6978A75D6}" type="pres">
      <dgm:prSet presAssocID="{18F9BD87-5FCD-4380-A3C2-A63332708155}" presName="bgRect" presStyleLbl="bgShp" presStyleIdx="0" presStyleCnt="2"/>
      <dgm:spPr/>
    </dgm:pt>
    <dgm:pt modelId="{D886DE6D-864E-4429-B9A4-1710FEDB2E44}" type="pres">
      <dgm:prSet presAssocID="{18F9BD87-5FCD-4380-A3C2-A6333270815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85EE940-3071-4D73-9581-B2EE2BBF3855}" type="pres">
      <dgm:prSet presAssocID="{18F9BD87-5FCD-4380-A3C2-A63332708155}" presName="spaceRect" presStyleCnt="0"/>
      <dgm:spPr/>
    </dgm:pt>
    <dgm:pt modelId="{1258C6BA-435A-4DB9-AA70-25DCCCAB559B}" type="pres">
      <dgm:prSet presAssocID="{18F9BD87-5FCD-4380-A3C2-A63332708155}" presName="parTx" presStyleLbl="revTx" presStyleIdx="0" presStyleCnt="2">
        <dgm:presLayoutVars>
          <dgm:chMax val="0"/>
          <dgm:chPref val="0"/>
        </dgm:presLayoutVars>
      </dgm:prSet>
      <dgm:spPr/>
    </dgm:pt>
    <dgm:pt modelId="{3EA15351-D770-4493-BD58-3797687611EE}" type="pres">
      <dgm:prSet presAssocID="{4BDF2A47-9D15-4FB0-B48B-B15E653F564F}" presName="sibTrans" presStyleCnt="0"/>
      <dgm:spPr/>
    </dgm:pt>
    <dgm:pt modelId="{09EA5A56-320B-4564-B922-F98CEE25D628}" type="pres">
      <dgm:prSet presAssocID="{1C00120B-4C1C-4477-9B1B-7DD961A3845A}" presName="compNode" presStyleCnt="0"/>
      <dgm:spPr/>
    </dgm:pt>
    <dgm:pt modelId="{E785263F-AA3B-401E-9F71-EF543DC0FE85}" type="pres">
      <dgm:prSet presAssocID="{1C00120B-4C1C-4477-9B1B-7DD961A3845A}" presName="bgRect" presStyleLbl="bgShp" presStyleIdx="1" presStyleCnt="2"/>
      <dgm:spPr/>
    </dgm:pt>
    <dgm:pt modelId="{AE16C6EF-C554-41F6-B24B-DCD17BA4BEF7}" type="pres">
      <dgm:prSet presAssocID="{1C00120B-4C1C-4477-9B1B-7DD961A3845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1793C29-CBE1-43AC-9C38-6F4E6A0E6A6C}" type="pres">
      <dgm:prSet presAssocID="{1C00120B-4C1C-4477-9B1B-7DD961A3845A}" presName="spaceRect" presStyleCnt="0"/>
      <dgm:spPr/>
    </dgm:pt>
    <dgm:pt modelId="{D52B51FE-EF37-4F56-B9C5-3CA7DE4F7D9C}" type="pres">
      <dgm:prSet presAssocID="{1C00120B-4C1C-4477-9B1B-7DD961A3845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2E79709-4EDF-4EFC-9071-88AA9AEAC964}" type="presOf" srcId="{9661B3B8-0A88-4228-A00C-015915ACB41D}" destId="{8325B2C3-7293-41D6-BDD8-18BA97004FC2}" srcOrd="0" destOrd="0" presId="urn:microsoft.com/office/officeart/2018/2/layout/IconVerticalSolidList"/>
    <dgm:cxn modelId="{1E629147-31BA-4C65-BB4D-DF5F117E84B4}" type="presOf" srcId="{1C00120B-4C1C-4477-9B1B-7DD961A3845A}" destId="{D52B51FE-EF37-4F56-B9C5-3CA7DE4F7D9C}" srcOrd="0" destOrd="0" presId="urn:microsoft.com/office/officeart/2018/2/layout/IconVerticalSolidList"/>
    <dgm:cxn modelId="{59EF12C3-CB39-4874-9393-B6113081E98B}" type="presOf" srcId="{18F9BD87-5FCD-4380-A3C2-A63332708155}" destId="{1258C6BA-435A-4DB9-AA70-25DCCCAB559B}" srcOrd="0" destOrd="0" presId="urn:microsoft.com/office/officeart/2018/2/layout/IconVerticalSolidList"/>
    <dgm:cxn modelId="{15D587DF-6F58-44FF-ACBB-9FDF4B9BA694}" srcId="{9661B3B8-0A88-4228-A00C-015915ACB41D}" destId="{1C00120B-4C1C-4477-9B1B-7DD961A3845A}" srcOrd="1" destOrd="0" parTransId="{02F8E69C-BCA6-4FB9-B1CC-93C8A7FE0808}" sibTransId="{01E75721-0433-41ED-B4A8-775DA7A806CB}"/>
    <dgm:cxn modelId="{92A8E0F5-986A-4214-9DDD-1D91472C9669}" srcId="{9661B3B8-0A88-4228-A00C-015915ACB41D}" destId="{18F9BD87-5FCD-4380-A3C2-A63332708155}" srcOrd="0" destOrd="0" parTransId="{FFD6506D-83A2-4148-8DDA-01F0B9772BDE}" sibTransId="{4BDF2A47-9D15-4FB0-B48B-B15E653F564F}"/>
    <dgm:cxn modelId="{877ECCBB-2E01-4EFA-878E-7450D6726AE5}" type="presParOf" srcId="{8325B2C3-7293-41D6-BDD8-18BA97004FC2}" destId="{3A20D1F4-468A-4055-ABA8-6084F1BCFB44}" srcOrd="0" destOrd="0" presId="urn:microsoft.com/office/officeart/2018/2/layout/IconVerticalSolidList"/>
    <dgm:cxn modelId="{C5090F09-7DD0-468F-A7DD-941DFC3D38BD}" type="presParOf" srcId="{3A20D1F4-468A-4055-ABA8-6084F1BCFB44}" destId="{AC611DB5-5FD8-4BDE-81E2-BEA6978A75D6}" srcOrd="0" destOrd="0" presId="urn:microsoft.com/office/officeart/2018/2/layout/IconVerticalSolidList"/>
    <dgm:cxn modelId="{B17005C2-7DC4-482E-9FAF-9EB9037B4D7B}" type="presParOf" srcId="{3A20D1F4-468A-4055-ABA8-6084F1BCFB44}" destId="{D886DE6D-864E-4429-B9A4-1710FEDB2E44}" srcOrd="1" destOrd="0" presId="urn:microsoft.com/office/officeart/2018/2/layout/IconVerticalSolidList"/>
    <dgm:cxn modelId="{2A40397C-FAED-4EFB-8EA5-D759945FD3AD}" type="presParOf" srcId="{3A20D1F4-468A-4055-ABA8-6084F1BCFB44}" destId="{E85EE940-3071-4D73-9581-B2EE2BBF3855}" srcOrd="2" destOrd="0" presId="urn:microsoft.com/office/officeart/2018/2/layout/IconVerticalSolidList"/>
    <dgm:cxn modelId="{36ECB355-35A1-481C-BDA5-5BE7FAEEE297}" type="presParOf" srcId="{3A20D1F4-468A-4055-ABA8-6084F1BCFB44}" destId="{1258C6BA-435A-4DB9-AA70-25DCCCAB559B}" srcOrd="3" destOrd="0" presId="urn:microsoft.com/office/officeart/2018/2/layout/IconVerticalSolidList"/>
    <dgm:cxn modelId="{AF3815B6-D7FA-4EA6-86F0-3B8318DAF8E7}" type="presParOf" srcId="{8325B2C3-7293-41D6-BDD8-18BA97004FC2}" destId="{3EA15351-D770-4493-BD58-3797687611EE}" srcOrd="1" destOrd="0" presId="urn:microsoft.com/office/officeart/2018/2/layout/IconVerticalSolidList"/>
    <dgm:cxn modelId="{139E38A3-64F8-4AFB-A29C-0E33E2010EAC}" type="presParOf" srcId="{8325B2C3-7293-41D6-BDD8-18BA97004FC2}" destId="{09EA5A56-320B-4564-B922-F98CEE25D628}" srcOrd="2" destOrd="0" presId="urn:microsoft.com/office/officeart/2018/2/layout/IconVerticalSolidList"/>
    <dgm:cxn modelId="{9E50EAAE-D270-4B16-BAA4-0D5362266030}" type="presParOf" srcId="{09EA5A56-320B-4564-B922-F98CEE25D628}" destId="{E785263F-AA3B-401E-9F71-EF543DC0FE85}" srcOrd="0" destOrd="0" presId="urn:microsoft.com/office/officeart/2018/2/layout/IconVerticalSolidList"/>
    <dgm:cxn modelId="{E6889012-AF56-4FA8-9677-7B1B13E976A3}" type="presParOf" srcId="{09EA5A56-320B-4564-B922-F98CEE25D628}" destId="{AE16C6EF-C554-41F6-B24B-DCD17BA4BEF7}" srcOrd="1" destOrd="0" presId="urn:microsoft.com/office/officeart/2018/2/layout/IconVerticalSolidList"/>
    <dgm:cxn modelId="{75DA68D4-7F95-4559-925B-DE5A44D00D21}" type="presParOf" srcId="{09EA5A56-320B-4564-B922-F98CEE25D628}" destId="{31793C29-CBE1-43AC-9C38-6F4E6A0E6A6C}" srcOrd="2" destOrd="0" presId="urn:microsoft.com/office/officeart/2018/2/layout/IconVerticalSolidList"/>
    <dgm:cxn modelId="{9F8A1433-5579-4CD9-B561-64B74E364A93}" type="presParOf" srcId="{09EA5A56-320B-4564-B922-F98CEE25D628}" destId="{D52B51FE-EF37-4F56-B9C5-3CA7DE4F7D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E70B2F-5143-4B46-9D5F-95B3CFAFE454}" type="doc">
      <dgm:prSet loTypeId="urn:microsoft.com/office/officeart/2018/2/layout/IconLabelList" loCatId="icon" qsTypeId="urn:microsoft.com/office/officeart/2005/8/quickstyle/simple1#3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2829DC24-B387-48E5-9924-B1B76D01CA24}">
      <dgm:prSet/>
      <dgm:spPr/>
      <dgm:t>
        <a:bodyPr/>
        <a:lstStyle/>
        <a:p>
          <a:r>
            <a:rPr lang="en-US"/>
            <a:t>The client code cannot direct the sequence of steps. If you want that type of functionality, use the Builder pattern. </a:t>
          </a:r>
        </a:p>
      </dgm:t>
    </dgm:pt>
    <dgm:pt modelId="{76C2DC0D-9CBD-404A-94A0-6D6BA489A5D1}" type="parTrans" cxnId="{CBC633DF-C8AD-491F-929F-F4994DBF1D7C}">
      <dgm:prSet/>
      <dgm:spPr/>
      <dgm:t>
        <a:bodyPr/>
        <a:lstStyle/>
        <a:p>
          <a:endParaRPr lang="en-US"/>
        </a:p>
      </dgm:t>
    </dgm:pt>
    <dgm:pt modelId="{188ED6C1-F104-462A-88B3-99FD49EA9361}" type="sibTrans" cxnId="{CBC633DF-C8AD-491F-929F-F4994DBF1D7C}">
      <dgm:prSet/>
      <dgm:spPr/>
      <dgm:t>
        <a:bodyPr/>
        <a:lstStyle/>
        <a:p>
          <a:endParaRPr lang="en-US"/>
        </a:p>
      </dgm:t>
    </dgm:pt>
    <dgm:pt modelId="{AFBCEF83-C709-4616-889B-3AC6F33F5CAB}">
      <dgm:prSet/>
      <dgm:spPr/>
      <dgm:t>
        <a:bodyPr/>
        <a:lstStyle/>
        <a:p>
          <a:r>
            <a:rPr lang="en-US"/>
            <a:t>A subclass can override a method defined in the parent class (in other words, hiding the original definition in the parent class)</a:t>
          </a:r>
        </a:p>
      </dgm:t>
    </dgm:pt>
    <dgm:pt modelId="{8F1E6A29-6269-4E9F-B84C-48FFEB1B5246}" type="parTrans" cxnId="{64532B87-4A3F-4EE9-95A8-DAFD709198D4}">
      <dgm:prSet/>
      <dgm:spPr/>
      <dgm:t>
        <a:bodyPr/>
        <a:lstStyle/>
        <a:p>
          <a:endParaRPr lang="en-US"/>
        </a:p>
      </dgm:t>
    </dgm:pt>
    <dgm:pt modelId="{93DF8E4D-0884-4CA4-BE36-4487044E9428}" type="sibTrans" cxnId="{64532B87-4A3F-4EE9-95A8-DAFD709198D4}">
      <dgm:prSet/>
      <dgm:spPr/>
      <dgm:t>
        <a:bodyPr/>
        <a:lstStyle/>
        <a:p>
          <a:endParaRPr lang="en-US"/>
        </a:p>
      </dgm:t>
    </dgm:pt>
    <dgm:pt modelId="{FA2DA9DA-4BA6-4245-9677-7882E36E48C0}">
      <dgm:prSet/>
      <dgm:spPr/>
      <dgm:t>
        <a:bodyPr/>
        <a:lstStyle/>
        <a:p>
          <a:r>
            <a:rPr lang="en-US"/>
            <a:t>Having more subclasses means more scattered code, which is difficult to maintain.</a:t>
          </a:r>
        </a:p>
      </dgm:t>
    </dgm:pt>
    <dgm:pt modelId="{25998ED1-4F1C-4CED-B166-7CA8019E7283}" type="parTrans" cxnId="{F14A764B-1330-42D6-BBB6-93483EEFCE3A}">
      <dgm:prSet/>
      <dgm:spPr/>
      <dgm:t>
        <a:bodyPr/>
        <a:lstStyle/>
        <a:p>
          <a:endParaRPr lang="en-US"/>
        </a:p>
      </dgm:t>
    </dgm:pt>
    <dgm:pt modelId="{15EDA9E9-4C78-44F0-B6DE-E71B049BE8B2}" type="sibTrans" cxnId="{F14A764B-1330-42D6-BBB6-93483EEFCE3A}">
      <dgm:prSet/>
      <dgm:spPr/>
      <dgm:t>
        <a:bodyPr/>
        <a:lstStyle/>
        <a:p>
          <a:endParaRPr lang="en-US"/>
        </a:p>
      </dgm:t>
    </dgm:pt>
    <dgm:pt modelId="{FFF7FEDB-D065-4648-B5AE-201465031268}" type="pres">
      <dgm:prSet presAssocID="{EAE70B2F-5143-4B46-9D5F-95B3CFAFE454}" presName="root" presStyleCnt="0">
        <dgm:presLayoutVars>
          <dgm:dir/>
          <dgm:resizeHandles val="exact"/>
        </dgm:presLayoutVars>
      </dgm:prSet>
      <dgm:spPr/>
    </dgm:pt>
    <dgm:pt modelId="{8ABAFCBB-4530-4D1E-9005-2D88C05C1F4F}" type="pres">
      <dgm:prSet presAssocID="{2829DC24-B387-48E5-9924-B1B76D01CA24}" presName="compNode" presStyleCnt="0"/>
      <dgm:spPr/>
    </dgm:pt>
    <dgm:pt modelId="{5C593301-D18A-4E7F-80B3-CD16E6390162}" type="pres">
      <dgm:prSet presAssocID="{2829DC24-B387-48E5-9924-B1B76D01CA2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EB8E93-9FEC-4E7A-AE43-E8252D112C1A}" type="pres">
      <dgm:prSet presAssocID="{2829DC24-B387-48E5-9924-B1B76D01CA24}" presName="spaceRect" presStyleCnt="0"/>
      <dgm:spPr/>
    </dgm:pt>
    <dgm:pt modelId="{19A33718-6B91-40FE-B471-A2F29B83109D}" type="pres">
      <dgm:prSet presAssocID="{2829DC24-B387-48E5-9924-B1B76D01CA24}" presName="textRect" presStyleLbl="revTx" presStyleIdx="0" presStyleCnt="3">
        <dgm:presLayoutVars>
          <dgm:chMax val="1"/>
          <dgm:chPref val="1"/>
        </dgm:presLayoutVars>
      </dgm:prSet>
      <dgm:spPr/>
    </dgm:pt>
    <dgm:pt modelId="{9256FB40-DF61-4766-BBCC-EB4A15D097EC}" type="pres">
      <dgm:prSet presAssocID="{188ED6C1-F104-462A-88B3-99FD49EA9361}" presName="sibTrans" presStyleCnt="0"/>
      <dgm:spPr/>
    </dgm:pt>
    <dgm:pt modelId="{BE6760EF-6BA4-44C7-B6BC-21D34FFF99B8}" type="pres">
      <dgm:prSet presAssocID="{AFBCEF83-C709-4616-889B-3AC6F33F5CAB}" presName="compNode" presStyleCnt="0"/>
      <dgm:spPr/>
    </dgm:pt>
    <dgm:pt modelId="{C79FD819-71BC-4257-8177-8BA515D4DA6B}" type="pres">
      <dgm:prSet presAssocID="{AFBCEF83-C709-4616-889B-3AC6F33F5CA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2F445E49-8260-4801-BBF1-0F136BBD3568}" type="pres">
      <dgm:prSet presAssocID="{AFBCEF83-C709-4616-889B-3AC6F33F5CAB}" presName="spaceRect" presStyleCnt="0"/>
      <dgm:spPr/>
    </dgm:pt>
    <dgm:pt modelId="{7EDF0246-2B90-4547-9FAC-7305647C5F5C}" type="pres">
      <dgm:prSet presAssocID="{AFBCEF83-C709-4616-889B-3AC6F33F5CAB}" presName="textRect" presStyleLbl="revTx" presStyleIdx="1" presStyleCnt="3">
        <dgm:presLayoutVars>
          <dgm:chMax val="1"/>
          <dgm:chPref val="1"/>
        </dgm:presLayoutVars>
      </dgm:prSet>
      <dgm:spPr/>
    </dgm:pt>
    <dgm:pt modelId="{D1C3AACB-B433-4CA0-BC7C-0825BDEA98BF}" type="pres">
      <dgm:prSet presAssocID="{93DF8E4D-0884-4CA4-BE36-4487044E9428}" presName="sibTrans" presStyleCnt="0"/>
      <dgm:spPr/>
    </dgm:pt>
    <dgm:pt modelId="{5908E790-2798-48A1-9D00-EA5B1FD9B522}" type="pres">
      <dgm:prSet presAssocID="{FA2DA9DA-4BA6-4245-9677-7882E36E48C0}" presName="compNode" presStyleCnt="0"/>
      <dgm:spPr/>
    </dgm:pt>
    <dgm:pt modelId="{938C9328-9510-4F31-9006-9CCE606D0C1E}" type="pres">
      <dgm:prSet presAssocID="{FA2DA9DA-4BA6-4245-9677-7882E36E48C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AEFC6E1-9C0A-4289-8D01-0B42619D467D}" type="pres">
      <dgm:prSet presAssocID="{FA2DA9DA-4BA6-4245-9677-7882E36E48C0}" presName="spaceRect" presStyleCnt="0"/>
      <dgm:spPr/>
    </dgm:pt>
    <dgm:pt modelId="{50FFF0FF-8F83-4AE2-821C-10C101376E01}" type="pres">
      <dgm:prSet presAssocID="{FA2DA9DA-4BA6-4245-9677-7882E36E48C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651E10-FEA4-4F1D-8A92-D3E2D8C02AEC}" type="presOf" srcId="{2829DC24-B387-48E5-9924-B1B76D01CA24}" destId="{19A33718-6B91-40FE-B471-A2F29B83109D}" srcOrd="0" destOrd="0" presId="urn:microsoft.com/office/officeart/2018/2/layout/IconLabelList"/>
    <dgm:cxn modelId="{27608D26-1810-4783-BFAB-9CC0C5DD4EEB}" type="presOf" srcId="{FA2DA9DA-4BA6-4245-9677-7882E36E48C0}" destId="{50FFF0FF-8F83-4AE2-821C-10C101376E01}" srcOrd="0" destOrd="0" presId="urn:microsoft.com/office/officeart/2018/2/layout/IconLabelList"/>
    <dgm:cxn modelId="{F14A764B-1330-42D6-BBB6-93483EEFCE3A}" srcId="{EAE70B2F-5143-4B46-9D5F-95B3CFAFE454}" destId="{FA2DA9DA-4BA6-4245-9677-7882E36E48C0}" srcOrd="2" destOrd="0" parTransId="{25998ED1-4F1C-4CED-B166-7CA8019E7283}" sibTransId="{15EDA9E9-4C78-44F0-B6DE-E71B049BE8B2}"/>
    <dgm:cxn modelId="{C0AF0273-93E1-488E-B28E-C58D6467C521}" type="presOf" srcId="{EAE70B2F-5143-4B46-9D5F-95B3CFAFE454}" destId="{FFF7FEDB-D065-4648-B5AE-201465031268}" srcOrd="0" destOrd="0" presId="urn:microsoft.com/office/officeart/2018/2/layout/IconLabelList"/>
    <dgm:cxn modelId="{2A270077-94C4-4557-A878-3E3F7AAA35DF}" type="presOf" srcId="{AFBCEF83-C709-4616-889B-3AC6F33F5CAB}" destId="{7EDF0246-2B90-4547-9FAC-7305647C5F5C}" srcOrd="0" destOrd="0" presId="urn:microsoft.com/office/officeart/2018/2/layout/IconLabelList"/>
    <dgm:cxn modelId="{64532B87-4A3F-4EE9-95A8-DAFD709198D4}" srcId="{EAE70B2F-5143-4B46-9D5F-95B3CFAFE454}" destId="{AFBCEF83-C709-4616-889B-3AC6F33F5CAB}" srcOrd="1" destOrd="0" parTransId="{8F1E6A29-6269-4E9F-B84C-48FFEB1B5246}" sibTransId="{93DF8E4D-0884-4CA4-BE36-4487044E9428}"/>
    <dgm:cxn modelId="{CBC633DF-C8AD-491F-929F-F4994DBF1D7C}" srcId="{EAE70B2F-5143-4B46-9D5F-95B3CFAFE454}" destId="{2829DC24-B387-48E5-9924-B1B76D01CA24}" srcOrd="0" destOrd="0" parTransId="{76C2DC0D-9CBD-404A-94A0-6D6BA489A5D1}" sibTransId="{188ED6C1-F104-462A-88B3-99FD49EA9361}"/>
    <dgm:cxn modelId="{0526EA6D-24C5-4357-A39F-C5709077ACAD}" type="presParOf" srcId="{FFF7FEDB-D065-4648-B5AE-201465031268}" destId="{8ABAFCBB-4530-4D1E-9005-2D88C05C1F4F}" srcOrd="0" destOrd="0" presId="urn:microsoft.com/office/officeart/2018/2/layout/IconLabelList"/>
    <dgm:cxn modelId="{7326C7FC-8221-49D5-BC14-518ECD20F409}" type="presParOf" srcId="{8ABAFCBB-4530-4D1E-9005-2D88C05C1F4F}" destId="{5C593301-D18A-4E7F-80B3-CD16E6390162}" srcOrd="0" destOrd="0" presId="urn:microsoft.com/office/officeart/2018/2/layout/IconLabelList"/>
    <dgm:cxn modelId="{5F3A4DB1-3909-4AF0-8023-E9F2C1765E75}" type="presParOf" srcId="{8ABAFCBB-4530-4D1E-9005-2D88C05C1F4F}" destId="{D1EB8E93-9FEC-4E7A-AE43-E8252D112C1A}" srcOrd="1" destOrd="0" presId="urn:microsoft.com/office/officeart/2018/2/layout/IconLabelList"/>
    <dgm:cxn modelId="{16096650-610B-4B16-84EA-3BC52D70A94C}" type="presParOf" srcId="{8ABAFCBB-4530-4D1E-9005-2D88C05C1F4F}" destId="{19A33718-6B91-40FE-B471-A2F29B83109D}" srcOrd="2" destOrd="0" presId="urn:microsoft.com/office/officeart/2018/2/layout/IconLabelList"/>
    <dgm:cxn modelId="{B8CB0954-A0C1-4D43-B24C-582EB1F290E2}" type="presParOf" srcId="{FFF7FEDB-D065-4648-B5AE-201465031268}" destId="{9256FB40-DF61-4766-BBCC-EB4A15D097EC}" srcOrd="1" destOrd="0" presId="urn:microsoft.com/office/officeart/2018/2/layout/IconLabelList"/>
    <dgm:cxn modelId="{1827E7F9-3F5A-42C9-BDA4-594AF9ECC287}" type="presParOf" srcId="{FFF7FEDB-D065-4648-B5AE-201465031268}" destId="{BE6760EF-6BA4-44C7-B6BC-21D34FFF99B8}" srcOrd="2" destOrd="0" presId="urn:microsoft.com/office/officeart/2018/2/layout/IconLabelList"/>
    <dgm:cxn modelId="{F2E01BD6-738B-4A3F-BC96-66F4EB925EBF}" type="presParOf" srcId="{BE6760EF-6BA4-44C7-B6BC-21D34FFF99B8}" destId="{C79FD819-71BC-4257-8177-8BA515D4DA6B}" srcOrd="0" destOrd="0" presId="urn:microsoft.com/office/officeart/2018/2/layout/IconLabelList"/>
    <dgm:cxn modelId="{AE65659C-84C7-4FB9-8081-3B3BB57A1B87}" type="presParOf" srcId="{BE6760EF-6BA4-44C7-B6BC-21D34FFF99B8}" destId="{2F445E49-8260-4801-BBF1-0F136BBD3568}" srcOrd="1" destOrd="0" presId="urn:microsoft.com/office/officeart/2018/2/layout/IconLabelList"/>
    <dgm:cxn modelId="{78C357B5-B01B-4B67-9110-84C39A6FBDC7}" type="presParOf" srcId="{BE6760EF-6BA4-44C7-B6BC-21D34FFF99B8}" destId="{7EDF0246-2B90-4547-9FAC-7305647C5F5C}" srcOrd="2" destOrd="0" presId="urn:microsoft.com/office/officeart/2018/2/layout/IconLabelList"/>
    <dgm:cxn modelId="{F5126B16-7136-4E67-9F58-D4E96A6A8DED}" type="presParOf" srcId="{FFF7FEDB-D065-4648-B5AE-201465031268}" destId="{D1C3AACB-B433-4CA0-BC7C-0825BDEA98BF}" srcOrd="3" destOrd="0" presId="urn:microsoft.com/office/officeart/2018/2/layout/IconLabelList"/>
    <dgm:cxn modelId="{80256CC2-2484-4A90-8904-2B5C4167625A}" type="presParOf" srcId="{FFF7FEDB-D065-4648-B5AE-201465031268}" destId="{5908E790-2798-48A1-9D00-EA5B1FD9B522}" srcOrd="4" destOrd="0" presId="urn:microsoft.com/office/officeart/2018/2/layout/IconLabelList"/>
    <dgm:cxn modelId="{415B80CA-4474-4181-920C-8D898BDCB20F}" type="presParOf" srcId="{5908E790-2798-48A1-9D00-EA5B1FD9B522}" destId="{938C9328-9510-4F31-9006-9CCE606D0C1E}" srcOrd="0" destOrd="0" presId="urn:microsoft.com/office/officeart/2018/2/layout/IconLabelList"/>
    <dgm:cxn modelId="{16154630-FBCD-443B-805A-CC67E5E44F10}" type="presParOf" srcId="{5908E790-2798-48A1-9D00-EA5B1FD9B522}" destId="{EAEFC6E1-9C0A-4289-8D01-0B42619D467D}" srcOrd="1" destOrd="0" presId="urn:microsoft.com/office/officeart/2018/2/layout/IconLabelList"/>
    <dgm:cxn modelId="{40F376F2-9307-440A-AC25-1B98087BAA5D}" type="presParOf" srcId="{5908E790-2798-48A1-9D00-EA5B1FD9B522}" destId="{50FFF0FF-8F83-4AE2-821C-10C101376E0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D0DDA5C-1DCD-4CC8-BB8E-420D1459E7D3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4E43AA53-32D8-474B-AAD2-73F4E98BFD7C}">
      <dgm:prSet/>
      <dgm:spPr/>
      <dgm:t>
        <a:bodyPr/>
        <a:lstStyle/>
        <a:p>
          <a:r>
            <a:rPr lang="en-US"/>
            <a:t>How does the Template Method pattern balance reusability and customizability when defining an algorithm’s structure?</a:t>
          </a:r>
        </a:p>
      </dgm:t>
    </dgm:pt>
    <dgm:pt modelId="{6713C6FC-4C47-4B24-875B-337B58A5A5C3}" type="parTrans" cxnId="{F7851F3E-B326-49BE-8E2C-7AE3E136AC04}">
      <dgm:prSet/>
      <dgm:spPr/>
      <dgm:t>
        <a:bodyPr/>
        <a:lstStyle/>
        <a:p>
          <a:endParaRPr lang="en-US"/>
        </a:p>
      </dgm:t>
    </dgm:pt>
    <dgm:pt modelId="{D96845ED-EB2C-4064-A415-C93FCC044EE4}" type="sibTrans" cxnId="{F7851F3E-B326-49BE-8E2C-7AE3E136AC04}">
      <dgm:prSet/>
      <dgm:spPr/>
      <dgm:t>
        <a:bodyPr/>
        <a:lstStyle/>
        <a:p>
          <a:endParaRPr lang="en-US"/>
        </a:p>
      </dgm:t>
    </dgm:pt>
    <dgm:pt modelId="{CEB8ACA0-75D5-426B-A7FF-140B7FD77E35}">
      <dgm:prSet/>
      <dgm:spPr/>
      <dgm:t>
        <a:bodyPr/>
        <a:lstStyle/>
        <a:p>
          <a:r>
            <a:rPr lang="en-US"/>
            <a:t>In what situations might using the Template Method lead to rigidity or overgeneralization, and how can this be avoided?</a:t>
          </a:r>
        </a:p>
      </dgm:t>
    </dgm:pt>
    <dgm:pt modelId="{09AB2664-20BE-4F0D-93DC-AEF6C6489291}" type="parTrans" cxnId="{7888C645-4846-424F-9DB3-E8803CFB8F9B}">
      <dgm:prSet/>
      <dgm:spPr/>
      <dgm:t>
        <a:bodyPr/>
        <a:lstStyle/>
        <a:p>
          <a:endParaRPr lang="en-US"/>
        </a:p>
      </dgm:t>
    </dgm:pt>
    <dgm:pt modelId="{2A9BA4B2-4F54-48FC-8CAF-79B4D0FC49B3}" type="sibTrans" cxnId="{7888C645-4846-424F-9DB3-E8803CFB8F9B}">
      <dgm:prSet/>
      <dgm:spPr/>
      <dgm:t>
        <a:bodyPr/>
        <a:lstStyle/>
        <a:p>
          <a:endParaRPr lang="en-US"/>
        </a:p>
      </dgm:t>
    </dgm:pt>
    <dgm:pt modelId="{D3306CA1-4E88-4796-B96C-8138E09629BB}">
      <dgm:prSet/>
      <dgm:spPr/>
      <dgm:t>
        <a:bodyPr/>
        <a:lstStyle/>
        <a:p>
          <a:r>
            <a:rPr lang="en-US"/>
            <a:t>How does the Template Method pattern encourage code consistency across subclasses while still allowing subclass-specific behavior?</a:t>
          </a:r>
        </a:p>
      </dgm:t>
    </dgm:pt>
    <dgm:pt modelId="{D18B6D04-4B33-474A-A846-1AC293D1AE62}" type="parTrans" cxnId="{8CC0C5ED-F942-466D-8E2B-49549988621A}">
      <dgm:prSet/>
      <dgm:spPr/>
      <dgm:t>
        <a:bodyPr/>
        <a:lstStyle/>
        <a:p>
          <a:endParaRPr lang="en-US"/>
        </a:p>
      </dgm:t>
    </dgm:pt>
    <dgm:pt modelId="{34207703-E08D-4792-BC10-72F203D54A63}" type="sibTrans" cxnId="{8CC0C5ED-F942-466D-8E2B-49549988621A}">
      <dgm:prSet/>
      <dgm:spPr/>
      <dgm:t>
        <a:bodyPr/>
        <a:lstStyle/>
        <a:p>
          <a:endParaRPr lang="en-US"/>
        </a:p>
      </dgm:t>
    </dgm:pt>
    <dgm:pt modelId="{18D4BFA3-B921-470A-BF69-82A0A416F588}" type="pres">
      <dgm:prSet presAssocID="{DD0DDA5C-1DCD-4CC8-BB8E-420D1459E7D3}" presName="root" presStyleCnt="0">
        <dgm:presLayoutVars>
          <dgm:dir/>
          <dgm:resizeHandles val="exact"/>
        </dgm:presLayoutVars>
      </dgm:prSet>
      <dgm:spPr/>
    </dgm:pt>
    <dgm:pt modelId="{4A08A3B1-0971-48F5-B89C-1AD6A8D15ACC}" type="pres">
      <dgm:prSet presAssocID="{4E43AA53-32D8-474B-AAD2-73F4E98BFD7C}" presName="compNode" presStyleCnt="0"/>
      <dgm:spPr/>
    </dgm:pt>
    <dgm:pt modelId="{97D6FA16-4897-40E3-A6C5-946E466001D5}" type="pres">
      <dgm:prSet presAssocID="{4E43AA53-32D8-474B-AAD2-73F4E98BFD7C}" presName="bgRect" presStyleLbl="bgShp" presStyleIdx="0" presStyleCnt="3"/>
      <dgm:spPr/>
    </dgm:pt>
    <dgm:pt modelId="{88718699-E910-4A40-B057-57EE9A1260AC}" type="pres">
      <dgm:prSet presAssocID="{4E43AA53-32D8-474B-AAD2-73F4E98BFD7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18B8F62D-90C2-45E9-A5B1-55974F0659D3}" type="pres">
      <dgm:prSet presAssocID="{4E43AA53-32D8-474B-AAD2-73F4E98BFD7C}" presName="spaceRect" presStyleCnt="0"/>
      <dgm:spPr/>
    </dgm:pt>
    <dgm:pt modelId="{62247A90-9B34-471B-80E1-9691D8F20AD2}" type="pres">
      <dgm:prSet presAssocID="{4E43AA53-32D8-474B-AAD2-73F4E98BFD7C}" presName="parTx" presStyleLbl="revTx" presStyleIdx="0" presStyleCnt="3">
        <dgm:presLayoutVars>
          <dgm:chMax val="0"/>
          <dgm:chPref val="0"/>
        </dgm:presLayoutVars>
      </dgm:prSet>
      <dgm:spPr/>
    </dgm:pt>
    <dgm:pt modelId="{31195FD2-6156-42CE-9BE7-DF8EFAB456BC}" type="pres">
      <dgm:prSet presAssocID="{D96845ED-EB2C-4064-A415-C93FCC044EE4}" presName="sibTrans" presStyleCnt="0"/>
      <dgm:spPr/>
    </dgm:pt>
    <dgm:pt modelId="{377057D4-7EF3-4388-B233-8C82DAE48ED5}" type="pres">
      <dgm:prSet presAssocID="{CEB8ACA0-75D5-426B-A7FF-140B7FD77E35}" presName="compNode" presStyleCnt="0"/>
      <dgm:spPr/>
    </dgm:pt>
    <dgm:pt modelId="{B85CFC4B-4F73-4EF9-A224-2880A7E4CE88}" type="pres">
      <dgm:prSet presAssocID="{CEB8ACA0-75D5-426B-A7FF-140B7FD77E35}" presName="bgRect" presStyleLbl="bgShp" presStyleIdx="1" presStyleCnt="3"/>
      <dgm:spPr/>
    </dgm:pt>
    <dgm:pt modelId="{974C64FA-1FEB-41F8-8199-22645B1427C7}" type="pres">
      <dgm:prSet presAssocID="{CEB8ACA0-75D5-426B-A7FF-140B7FD77E3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B3D3DA3F-3C16-4E7A-ADD9-0D30AA257CBA}" type="pres">
      <dgm:prSet presAssocID="{CEB8ACA0-75D5-426B-A7FF-140B7FD77E35}" presName="spaceRect" presStyleCnt="0"/>
      <dgm:spPr/>
    </dgm:pt>
    <dgm:pt modelId="{53E3743E-DD32-422F-9E04-822D147A556E}" type="pres">
      <dgm:prSet presAssocID="{CEB8ACA0-75D5-426B-A7FF-140B7FD77E35}" presName="parTx" presStyleLbl="revTx" presStyleIdx="1" presStyleCnt="3">
        <dgm:presLayoutVars>
          <dgm:chMax val="0"/>
          <dgm:chPref val="0"/>
        </dgm:presLayoutVars>
      </dgm:prSet>
      <dgm:spPr/>
    </dgm:pt>
    <dgm:pt modelId="{DFAABDCC-29FE-48DD-9B93-6E39FF15A4DA}" type="pres">
      <dgm:prSet presAssocID="{2A9BA4B2-4F54-48FC-8CAF-79B4D0FC49B3}" presName="sibTrans" presStyleCnt="0"/>
      <dgm:spPr/>
    </dgm:pt>
    <dgm:pt modelId="{6A8E288F-D45D-477F-BB00-D7125ABDB22B}" type="pres">
      <dgm:prSet presAssocID="{D3306CA1-4E88-4796-B96C-8138E09629BB}" presName="compNode" presStyleCnt="0"/>
      <dgm:spPr/>
    </dgm:pt>
    <dgm:pt modelId="{04ED7688-6D4C-4C13-BE2E-2DC662DFC305}" type="pres">
      <dgm:prSet presAssocID="{D3306CA1-4E88-4796-B96C-8138E09629BB}" presName="bgRect" presStyleLbl="bgShp" presStyleIdx="2" presStyleCnt="3"/>
      <dgm:spPr/>
    </dgm:pt>
    <dgm:pt modelId="{D04425A8-C5EB-4154-8711-DC45BA11F432}" type="pres">
      <dgm:prSet presAssocID="{D3306CA1-4E88-4796-B96C-8138E09629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FA2309E-63C5-4861-A459-F663237D4962}" type="pres">
      <dgm:prSet presAssocID="{D3306CA1-4E88-4796-B96C-8138E09629BB}" presName="spaceRect" presStyleCnt="0"/>
      <dgm:spPr/>
    </dgm:pt>
    <dgm:pt modelId="{ADC1EF36-5690-4E71-B465-76A676D9DAEE}" type="pres">
      <dgm:prSet presAssocID="{D3306CA1-4E88-4796-B96C-8138E09629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D214110-9209-42D1-AB00-02F4B9CD6940}" type="presOf" srcId="{DD0DDA5C-1DCD-4CC8-BB8E-420D1459E7D3}" destId="{18D4BFA3-B921-470A-BF69-82A0A416F588}" srcOrd="0" destOrd="0" presId="urn:microsoft.com/office/officeart/2018/2/layout/IconVerticalSolidList"/>
    <dgm:cxn modelId="{F7851F3E-B326-49BE-8E2C-7AE3E136AC04}" srcId="{DD0DDA5C-1DCD-4CC8-BB8E-420D1459E7D3}" destId="{4E43AA53-32D8-474B-AAD2-73F4E98BFD7C}" srcOrd="0" destOrd="0" parTransId="{6713C6FC-4C47-4B24-875B-337B58A5A5C3}" sibTransId="{D96845ED-EB2C-4064-A415-C93FCC044EE4}"/>
    <dgm:cxn modelId="{7888C645-4846-424F-9DB3-E8803CFB8F9B}" srcId="{DD0DDA5C-1DCD-4CC8-BB8E-420D1459E7D3}" destId="{CEB8ACA0-75D5-426B-A7FF-140B7FD77E35}" srcOrd="1" destOrd="0" parTransId="{09AB2664-20BE-4F0D-93DC-AEF6C6489291}" sibTransId="{2A9BA4B2-4F54-48FC-8CAF-79B4D0FC49B3}"/>
    <dgm:cxn modelId="{2E5E4C6D-C68E-4C7A-A602-1FAFEFB17B02}" type="presOf" srcId="{CEB8ACA0-75D5-426B-A7FF-140B7FD77E35}" destId="{53E3743E-DD32-422F-9E04-822D147A556E}" srcOrd="0" destOrd="0" presId="urn:microsoft.com/office/officeart/2018/2/layout/IconVerticalSolidList"/>
    <dgm:cxn modelId="{A87ECCDF-60A8-46BA-BB6E-4A8EE57480FA}" type="presOf" srcId="{D3306CA1-4E88-4796-B96C-8138E09629BB}" destId="{ADC1EF36-5690-4E71-B465-76A676D9DAEE}" srcOrd="0" destOrd="0" presId="urn:microsoft.com/office/officeart/2018/2/layout/IconVerticalSolidList"/>
    <dgm:cxn modelId="{D43906E7-037B-475E-98C4-7F54F133AF72}" type="presOf" srcId="{4E43AA53-32D8-474B-AAD2-73F4E98BFD7C}" destId="{62247A90-9B34-471B-80E1-9691D8F20AD2}" srcOrd="0" destOrd="0" presId="urn:microsoft.com/office/officeart/2018/2/layout/IconVerticalSolidList"/>
    <dgm:cxn modelId="{8CC0C5ED-F942-466D-8E2B-49549988621A}" srcId="{DD0DDA5C-1DCD-4CC8-BB8E-420D1459E7D3}" destId="{D3306CA1-4E88-4796-B96C-8138E09629BB}" srcOrd="2" destOrd="0" parTransId="{D18B6D04-4B33-474A-A846-1AC293D1AE62}" sibTransId="{34207703-E08D-4792-BC10-72F203D54A63}"/>
    <dgm:cxn modelId="{DB50DDC0-C5F6-4821-A393-79722DEB4713}" type="presParOf" srcId="{18D4BFA3-B921-470A-BF69-82A0A416F588}" destId="{4A08A3B1-0971-48F5-B89C-1AD6A8D15ACC}" srcOrd="0" destOrd="0" presId="urn:microsoft.com/office/officeart/2018/2/layout/IconVerticalSolidList"/>
    <dgm:cxn modelId="{BB7813B6-CF7A-44BC-BCCC-AE7E65E78FC7}" type="presParOf" srcId="{4A08A3B1-0971-48F5-B89C-1AD6A8D15ACC}" destId="{97D6FA16-4897-40E3-A6C5-946E466001D5}" srcOrd="0" destOrd="0" presId="urn:microsoft.com/office/officeart/2018/2/layout/IconVerticalSolidList"/>
    <dgm:cxn modelId="{CDF2F4EE-AD24-44C9-AD33-BF3B92141A2F}" type="presParOf" srcId="{4A08A3B1-0971-48F5-B89C-1AD6A8D15ACC}" destId="{88718699-E910-4A40-B057-57EE9A1260AC}" srcOrd="1" destOrd="0" presId="urn:microsoft.com/office/officeart/2018/2/layout/IconVerticalSolidList"/>
    <dgm:cxn modelId="{B92143B5-6A89-4697-88B8-405F7EF8DB8E}" type="presParOf" srcId="{4A08A3B1-0971-48F5-B89C-1AD6A8D15ACC}" destId="{18B8F62D-90C2-45E9-A5B1-55974F0659D3}" srcOrd="2" destOrd="0" presId="urn:microsoft.com/office/officeart/2018/2/layout/IconVerticalSolidList"/>
    <dgm:cxn modelId="{4BFB80D7-E199-4EC1-B654-193B3477C494}" type="presParOf" srcId="{4A08A3B1-0971-48F5-B89C-1AD6A8D15ACC}" destId="{62247A90-9B34-471B-80E1-9691D8F20AD2}" srcOrd="3" destOrd="0" presId="urn:microsoft.com/office/officeart/2018/2/layout/IconVerticalSolidList"/>
    <dgm:cxn modelId="{CE987E81-C82A-48D1-A61B-9CF56E43B4A1}" type="presParOf" srcId="{18D4BFA3-B921-470A-BF69-82A0A416F588}" destId="{31195FD2-6156-42CE-9BE7-DF8EFAB456BC}" srcOrd="1" destOrd="0" presId="urn:microsoft.com/office/officeart/2018/2/layout/IconVerticalSolidList"/>
    <dgm:cxn modelId="{0F81952E-AD7E-4809-A4EF-3AFA8EC112D2}" type="presParOf" srcId="{18D4BFA3-B921-470A-BF69-82A0A416F588}" destId="{377057D4-7EF3-4388-B233-8C82DAE48ED5}" srcOrd="2" destOrd="0" presId="urn:microsoft.com/office/officeart/2018/2/layout/IconVerticalSolidList"/>
    <dgm:cxn modelId="{08C47C5F-E827-45BF-AEE8-D42FA715A5C0}" type="presParOf" srcId="{377057D4-7EF3-4388-B233-8C82DAE48ED5}" destId="{B85CFC4B-4F73-4EF9-A224-2880A7E4CE88}" srcOrd="0" destOrd="0" presId="urn:microsoft.com/office/officeart/2018/2/layout/IconVerticalSolidList"/>
    <dgm:cxn modelId="{B8CFF0CB-CB07-407D-A72A-CE50D3D612DD}" type="presParOf" srcId="{377057D4-7EF3-4388-B233-8C82DAE48ED5}" destId="{974C64FA-1FEB-41F8-8199-22645B1427C7}" srcOrd="1" destOrd="0" presId="urn:microsoft.com/office/officeart/2018/2/layout/IconVerticalSolidList"/>
    <dgm:cxn modelId="{2403CA8C-07FE-4D5F-B114-6AF03A95D134}" type="presParOf" srcId="{377057D4-7EF3-4388-B233-8C82DAE48ED5}" destId="{B3D3DA3F-3C16-4E7A-ADD9-0D30AA257CBA}" srcOrd="2" destOrd="0" presId="urn:microsoft.com/office/officeart/2018/2/layout/IconVerticalSolidList"/>
    <dgm:cxn modelId="{E120C9C7-DBC8-4DAF-918C-E9255C7EC405}" type="presParOf" srcId="{377057D4-7EF3-4388-B233-8C82DAE48ED5}" destId="{53E3743E-DD32-422F-9E04-822D147A556E}" srcOrd="3" destOrd="0" presId="urn:microsoft.com/office/officeart/2018/2/layout/IconVerticalSolidList"/>
    <dgm:cxn modelId="{CED6E0FE-32E1-4FD5-85D5-2DB860D73D68}" type="presParOf" srcId="{18D4BFA3-B921-470A-BF69-82A0A416F588}" destId="{DFAABDCC-29FE-48DD-9B93-6E39FF15A4DA}" srcOrd="3" destOrd="0" presId="urn:microsoft.com/office/officeart/2018/2/layout/IconVerticalSolidList"/>
    <dgm:cxn modelId="{698E2C1E-652D-47BB-880B-58AE264FC8DA}" type="presParOf" srcId="{18D4BFA3-B921-470A-BF69-82A0A416F588}" destId="{6A8E288F-D45D-477F-BB00-D7125ABDB22B}" srcOrd="4" destOrd="0" presId="urn:microsoft.com/office/officeart/2018/2/layout/IconVerticalSolidList"/>
    <dgm:cxn modelId="{BE1532E9-71F4-4222-B811-EE98737A1D33}" type="presParOf" srcId="{6A8E288F-D45D-477F-BB00-D7125ABDB22B}" destId="{04ED7688-6D4C-4C13-BE2E-2DC662DFC305}" srcOrd="0" destOrd="0" presId="urn:microsoft.com/office/officeart/2018/2/layout/IconVerticalSolidList"/>
    <dgm:cxn modelId="{02E33390-45EE-4406-AD6B-6BEC43DBF8FA}" type="presParOf" srcId="{6A8E288F-D45D-477F-BB00-D7125ABDB22B}" destId="{D04425A8-C5EB-4154-8711-DC45BA11F432}" srcOrd="1" destOrd="0" presId="urn:microsoft.com/office/officeart/2018/2/layout/IconVerticalSolidList"/>
    <dgm:cxn modelId="{D524D029-E5E7-4A88-82DA-847714AB7DAE}" type="presParOf" srcId="{6A8E288F-D45D-477F-BB00-D7125ABDB22B}" destId="{4FA2309E-63C5-4861-A459-F663237D4962}" srcOrd="2" destOrd="0" presId="urn:microsoft.com/office/officeart/2018/2/layout/IconVerticalSolidList"/>
    <dgm:cxn modelId="{DFE68550-601B-41A1-B656-E932399D30A0}" type="presParOf" srcId="{6A8E288F-D45D-477F-BB00-D7125ABDB22B}" destId="{ADC1EF36-5690-4E71-B465-76A676D9DA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1459"/>
            <a:satOff val="-1211"/>
            <a:lumOff val="10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1459"/>
            <a:satOff val="-1211"/>
            <a:lumOff val="10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42918"/>
            <a:satOff val="-2422"/>
            <a:lumOff val="20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64377"/>
            <a:satOff val="-3632"/>
            <a:lumOff val="30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64377"/>
            <a:satOff val="-3632"/>
            <a:lumOff val="30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85836"/>
            <a:satOff val="-4843"/>
            <a:lumOff val="40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85836"/>
            <a:satOff val="-4843"/>
            <a:lumOff val="40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Structural (7)</a:t>
          </a:r>
          <a:endParaRPr lang="en-US" sz="21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07295"/>
            <a:satOff val="-6054"/>
            <a:lumOff val="50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928754"/>
            <a:satOff val="-7265"/>
            <a:lumOff val="60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928754"/>
            <a:satOff val="-7265"/>
            <a:lumOff val="60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250213"/>
            <a:satOff val="-8476"/>
            <a:lumOff val="71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250213"/>
            <a:satOff val="-8476"/>
            <a:lumOff val="71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571672"/>
            <a:satOff val="-9687"/>
            <a:lumOff val="81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893131"/>
            <a:satOff val="-10897"/>
            <a:lumOff val="9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14590"/>
            <a:satOff val="-12108"/>
            <a:lumOff val="101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14590"/>
            <a:satOff val="-12108"/>
            <a:lumOff val="101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Behavioral (11)</a:t>
          </a:r>
          <a:endParaRPr lang="en-US" sz="21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57508"/>
            <a:satOff val="-14530"/>
            <a:lumOff val="121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57508"/>
            <a:satOff val="-14530"/>
            <a:lumOff val="121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178966"/>
            <a:satOff val="-15741"/>
            <a:lumOff val="1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178966"/>
            <a:satOff val="-15741"/>
            <a:lumOff val="1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500425"/>
            <a:satOff val="-16951"/>
            <a:lumOff val="142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500425"/>
            <a:satOff val="-16951"/>
            <a:lumOff val="142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821884"/>
            <a:satOff val="-18162"/>
            <a:lumOff val="152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821884"/>
            <a:satOff val="-18162"/>
            <a:lumOff val="152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143343"/>
            <a:satOff val="-19373"/>
            <a:lumOff val="162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143343"/>
            <a:satOff val="-19373"/>
            <a:lumOff val="162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64802"/>
            <a:satOff val="-20584"/>
            <a:lumOff val="172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64802"/>
            <a:satOff val="-20584"/>
            <a:lumOff val="172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786261"/>
            <a:satOff val="-21795"/>
            <a:lumOff val="182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786261"/>
            <a:satOff val="-21795"/>
            <a:lumOff val="182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107720"/>
            <a:satOff val="-23006"/>
            <a:lumOff val="193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107720"/>
            <a:satOff val="-23006"/>
            <a:lumOff val="193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429180"/>
            <a:satOff val="-24216"/>
            <a:lumOff val="20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429180"/>
            <a:satOff val="-24216"/>
            <a:lumOff val="20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750638"/>
            <a:satOff val="-25427"/>
            <a:lumOff val="213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85BD3-16D9-4705-BE35-EF98976227DB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Class</a:t>
          </a:r>
          <a:endParaRPr lang="en-US" sz="1800" kern="1200"/>
        </a:p>
      </dsp:txBody>
      <dsp:txXfrm>
        <a:off x="753873" y="1307"/>
        <a:ext cx="1630896" cy="978537"/>
      </dsp:txXfrm>
    </dsp:sp>
    <dsp:sp modelId="{FD48D3B7-C1BE-401E-9B6A-55506963CB1E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5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5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5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Object</a:t>
          </a:r>
          <a:endParaRPr lang="en-US" sz="1800" kern="1200"/>
        </a:p>
      </dsp:txBody>
      <dsp:txXfrm>
        <a:off x="2547859" y="1307"/>
        <a:ext cx="1630896" cy="978537"/>
      </dsp:txXfrm>
    </dsp:sp>
    <dsp:sp modelId="{9A3FD822-16A8-4D54-A470-B2F6C7194E1D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Constructors</a:t>
          </a:r>
          <a:endParaRPr lang="en-US" sz="1800" kern="1200"/>
        </a:p>
      </dsp:txBody>
      <dsp:txXfrm>
        <a:off x="4341844" y="1307"/>
        <a:ext cx="1630896" cy="978537"/>
      </dsp:txXfrm>
    </dsp:sp>
    <dsp:sp modelId="{BB92803F-D4C8-4239-9612-D29362550511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Inheritance</a:t>
          </a:r>
          <a:endParaRPr lang="en-US" sz="1800" kern="1200"/>
        </a:p>
      </dsp:txBody>
      <dsp:txXfrm>
        <a:off x="6135830" y="1307"/>
        <a:ext cx="1630896" cy="978537"/>
      </dsp:txXfrm>
    </dsp:sp>
    <dsp:sp modelId="{202CC41C-21A3-4FFE-BE8A-2D77421EB60F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Method Overriding</a:t>
          </a:r>
          <a:endParaRPr lang="en-US" sz="1800" kern="1200"/>
        </a:p>
      </dsp:txBody>
      <dsp:txXfrm>
        <a:off x="753873" y="1142935"/>
        <a:ext cx="1630896" cy="978537"/>
      </dsp:txXfrm>
    </dsp:sp>
    <dsp:sp modelId="{B3D61577-38EF-4E44-86DB-9A83F71150E5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5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5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5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>
              <a:latin typeface="Century Gothic" panose="020B0502020202020204"/>
              <a:ea typeface="+mn-ea"/>
              <a:cs typeface="+mn-cs"/>
            </a:rPr>
            <a:t>Encapsulation</a:t>
          </a:r>
        </a:p>
      </dsp:txBody>
      <dsp:txXfrm>
        <a:off x="2547859" y="1142935"/>
        <a:ext cx="1630896" cy="978537"/>
      </dsp:txXfrm>
    </dsp:sp>
    <dsp:sp modelId="{60E6A43E-F43B-4AF3-86AB-B40B39BB0DA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gradFill rotWithShape="0">
          <a:gsLst>
            <a:gs pos="0">
              <a:srgbClr val="4285F4">
                <a:alpha val="90000"/>
                <a:hueOff val="0"/>
                <a:satOff val="0"/>
                <a:lumOff val="0"/>
                <a:alphaOff val="-35000"/>
                <a:tint val="100000"/>
                <a:shade val="100000"/>
                <a:satMod val="130000"/>
              </a:srgbClr>
            </a:gs>
            <a:gs pos="100000">
              <a:srgbClr val="4285F4">
                <a:alpha val="90000"/>
                <a:hueOff val="0"/>
                <a:satOff val="0"/>
                <a:lumOff val="0"/>
                <a:alphaOff val="-3500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sp:txBody>
      <dsp:txXfrm>
        <a:off x="4341844" y="1142935"/>
        <a:ext cx="1630896" cy="978537"/>
      </dsp:txXfrm>
    </dsp:sp>
    <dsp:sp modelId="{9A806A5F-63C3-4492-84AB-11E3F7441EB8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Abstractions</a:t>
          </a:r>
        </a:p>
      </dsp:txBody>
      <dsp:txXfrm>
        <a:off x="6135830" y="1142935"/>
        <a:ext cx="1630896" cy="978537"/>
      </dsp:txXfrm>
    </dsp:sp>
    <dsp:sp modelId="{2066F880-56B1-45B8-9A49-E93FEA75B8AF}">
      <dsp:nvSpPr>
        <dsp:cNvPr id="0" name=""/>
        <dsp:cNvSpPr/>
      </dsp:nvSpPr>
      <dsp:spPr>
        <a:xfrm>
          <a:off x="3444851" y="2284562"/>
          <a:ext cx="1630896" cy="978537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Polymorphism</a:t>
          </a:r>
          <a:endParaRPr lang="en-US" sz="1800" kern="1200"/>
        </a:p>
      </dsp:txBody>
      <dsp:txXfrm>
        <a:off x="3444851" y="2284562"/>
        <a:ext cx="1630896" cy="97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D3DA7-1EF8-4816-AADB-5C9A122C9ED8}">
      <dsp:nvSpPr>
        <dsp:cNvPr id="0" name=""/>
        <dsp:cNvSpPr/>
      </dsp:nvSpPr>
      <dsp:spPr>
        <a:xfrm>
          <a:off x="0" y="315863"/>
          <a:ext cx="8520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Behavioral patterns also focus on how independent objects work towards a common goal.</a:t>
          </a:r>
          <a:endParaRPr lang="en-US" sz="1600" kern="1200"/>
        </a:p>
      </dsp:txBody>
      <dsp:txXfrm>
        <a:off x="30442" y="346305"/>
        <a:ext cx="8459716" cy="562726"/>
      </dsp:txXfrm>
    </dsp:sp>
    <dsp:sp modelId="{55CC9792-639F-4C36-99DB-DB6DDEE3E3D0}">
      <dsp:nvSpPr>
        <dsp:cNvPr id="0" name=""/>
        <dsp:cNvSpPr/>
      </dsp:nvSpPr>
      <dsp:spPr>
        <a:xfrm>
          <a:off x="0" y="985553"/>
          <a:ext cx="8520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The template method defines an algorithm's steps deferring the implementation of some steps to subclasses.</a:t>
          </a:r>
          <a:endParaRPr lang="en-US" sz="1600" kern="1200"/>
        </a:p>
      </dsp:txBody>
      <dsp:txXfrm>
        <a:off x="30442" y="1015995"/>
        <a:ext cx="8459716" cy="562726"/>
      </dsp:txXfrm>
    </dsp:sp>
    <dsp:sp modelId="{90B6EFC6-DDBC-4541-ACA8-E7688FAB1ECE}">
      <dsp:nvSpPr>
        <dsp:cNvPr id="0" name=""/>
        <dsp:cNvSpPr/>
      </dsp:nvSpPr>
      <dsp:spPr>
        <a:xfrm>
          <a:off x="0" y="1655244"/>
          <a:ext cx="8520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It is a behavioral design pattern and is concerned with the assignment of responsibilities. </a:t>
          </a:r>
          <a:endParaRPr lang="en-US" sz="1600" kern="1200"/>
        </a:p>
      </dsp:txBody>
      <dsp:txXfrm>
        <a:off x="30442" y="1685686"/>
        <a:ext cx="8459716" cy="562726"/>
      </dsp:txXfrm>
    </dsp:sp>
    <dsp:sp modelId="{E854A85A-33A0-4716-B180-22BA76A3E7E6}">
      <dsp:nvSpPr>
        <dsp:cNvPr id="0" name=""/>
        <dsp:cNvSpPr/>
      </dsp:nvSpPr>
      <dsp:spPr>
        <a:xfrm>
          <a:off x="0" y="2324934"/>
          <a:ext cx="8520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Template Method Pattern defines the skeleton of an algorithm in the superclass but allows subclasses to override specific steps of the algorithm without changing the structure. </a:t>
          </a:r>
          <a:endParaRPr lang="en-US" sz="1600" kern="1200"/>
        </a:p>
      </dsp:txBody>
      <dsp:txXfrm>
        <a:off x="30442" y="2355376"/>
        <a:ext cx="8459716" cy="562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AC053-7A06-4964-8968-0D3471A11946}">
      <dsp:nvSpPr>
        <dsp:cNvPr id="0" name=""/>
        <dsp:cNvSpPr/>
      </dsp:nvSpPr>
      <dsp:spPr>
        <a:xfrm>
          <a:off x="0" y="54053"/>
          <a:ext cx="8520600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Multiple classes with same functional operations with different implementations and same order of executions. </a:t>
          </a:r>
          <a:endParaRPr lang="en-US" sz="1500" kern="1200"/>
        </a:p>
      </dsp:txBody>
      <dsp:txXfrm>
        <a:off x="29128" y="83181"/>
        <a:ext cx="8462344" cy="538444"/>
      </dsp:txXfrm>
    </dsp:sp>
    <dsp:sp modelId="{C9D559FF-182B-4197-AF39-BBA9B253A6C1}">
      <dsp:nvSpPr>
        <dsp:cNvPr id="0" name=""/>
        <dsp:cNvSpPr/>
      </dsp:nvSpPr>
      <dsp:spPr>
        <a:xfrm>
          <a:off x="0" y="693953"/>
          <a:ext cx="8520600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Practical application of generalization and inheritance</a:t>
          </a:r>
          <a:endParaRPr lang="en-US" sz="1500" kern="1200"/>
        </a:p>
      </dsp:txBody>
      <dsp:txXfrm>
        <a:off x="29128" y="723081"/>
        <a:ext cx="8462344" cy="538444"/>
      </dsp:txXfrm>
    </dsp:sp>
    <dsp:sp modelId="{FC811EF5-CEFD-43AF-9217-202A22E382C9}">
      <dsp:nvSpPr>
        <dsp:cNvPr id="0" name=""/>
        <dsp:cNvSpPr/>
      </dsp:nvSpPr>
      <dsp:spPr>
        <a:xfrm>
          <a:off x="0" y="1333853"/>
          <a:ext cx="8520600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Popular in framework development</a:t>
          </a:r>
          <a:endParaRPr lang="en-US" sz="1500" kern="1200"/>
        </a:p>
      </dsp:txBody>
      <dsp:txXfrm>
        <a:off x="29128" y="1362981"/>
        <a:ext cx="8462344" cy="538444"/>
      </dsp:txXfrm>
    </dsp:sp>
    <dsp:sp modelId="{B513E867-C5E9-4D45-B585-F91483852004}">
      <dsp:nvSpPr>
        <dsp:cNvPr id="0" name=""/>
        <dsp:cNvSpPr/>
      </dsp:nvSpPr>
      <dsp:spPr>
        <a:xfrm>
          <a:off x="0" y="1973754"/>
          <a:ext cx="8520600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Avoid code duplication</a:t>
          </a:r>
          <a:endParaRPr lang="en-US" sz="1500" kern="1200"/>
        </a:p>
      </dsp:txBody>
      <dsp:txXfrm>
        <a:off x="29128" y="2002882"/>
        <a:ext cx="8462344" cy="538444"/>
      </dsp:txXfrm>
    </dsp:sp>
    <dsp:sp modelId="{44F0A5C2-A394-4509-8853-C0BF16D3DBC3}">
      <dsp:nvSpPr>
        <dsp:cNvPr id="0" name=""/>
        <dsp:cNvSpPr/>
      </dsp:nvSpPr>
      <dsp:spPr>
        <a:xfrm>
          <a:off x="0" y="2613654"/>
          <a:ext cx="8520600" cy="5967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Code Reusability</a:t>
          </a:r>
          <a:endParaRPr lang="en-US" sz="1500" kern="1200"/>
        </a:p>
      </dsp:txBody>
      <dsp:txXfrm>
        <a:off x="29128" y="2642782"/>
        <a:ext cx="8462344" cy="5384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11DB5-5FD8-4BDE-81E2-BEA6978A75D6}">
      <dsp:nvSpPr>
        <dsp:cNvPr id="0" name=""/>
        <dsp:cNvSpPr/>
      </dsp:nvSpPr>
      <dsp:spPr>
        <a:xfrm>
          <a:off x="0" y="530466"/>
          <a:ext cx="8520600" cy="9793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6DE6D-864E-4429-B9A4-1710FEDB2E44}">
      <dsp:nvSpPr>
        <dsp:cNvPr id="0" name=""/>
        <dsp:cNvSpPr/>
      </dsp:nvSpPr>
      <dsp:spPr>
        <a:xfrm>
          <a:off x="296245" y="750813"/>
          <a:ext cx="538627" cy="538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8C6BA-435A-4DB9-AA70-25DCCCAB559B}">
      <dsp:nvSpPr>
        <dsp:cNvPr id="0" name=""/>
        <dsp:cNvSpPr/>
      </dsp:nvSpPr>
      <dsp:spPr>
        <a:xfrm>
          <a:off x="1131117" y="530466"/>
          <a:ext cx="7389482" cy="97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45" tIns="103645" rIns="103645" bIns="10364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You can control the flow of the algorithms. Clients cannot change them. </a:t>
          </a:r>
          <a:endParaRPr lang="en-US" sz="1800" kern="1200"/>
        </a:p>
      </dsp:txBody>
      <dsp:txXfrm>
        <a:off x="1131117" y="530466"/>
        <a:ext cx="7389482" cy="979322"/>
      </dsp:txXfrm>
    </dsp:sp>
    <dsp:sp modelId="{E785263F-AA3B-401E-9F71-EF543DC0FE85}">
      <dsp:nvSpPr>
        <dsp:cNvPr id="0" name=""/>
        <dsp:cNvSpPr/>
      </dsp:nvSpPr>
      <dsp:spPr>
        <a:xfrm>
          <a:off x="0" y="1754619"/>
          <a:ext cx="8520600" cy="9793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6C6EF-C554-41F6-B24B-DCD17BA4BEF7}">
      <dsp:nvSpPr>
        <dsp:cNvPr id="0" name=""/>
        <dsp:cNvSpPr/>
      </dsp:nvSpPr>
      <dsp:spPr>
        <a:xfrm>
          <a:off x="296245" y="1974966"/>
          <a:ext cx="538627" cy="538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B51FE-EF37-4F56-B9C5-3CA7DE4F7D9C}">
      <dsp:nvSpPr>
        <dsp:cNvPr id="0" name=""/>
        <dsp:cNvSpPr/>
      </dsp:nvSpPr>
      <dsp:spPr>
        <a:xfrm>
          <a:off x="1131117" y="1754619"/>
          <a:ext cx="7389482" cy="97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45" tIns="103645" rIns="103645" bIns="10364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Common operations will be in a centralized location. For example, in an abstract class, the subclasses can redefine only the varying parts so that you can avoid redundant code.</a:t>
          </a:r>
          <a:endParaRPr lang="en-US" sz="1800" kern="1200"/>
        </a:p>
      </dsp:txBody>
      <dsp:txXfrm>
        <a:off x="1131117" y="1754619"/>
        <a:ext cx="7389482" cy="9793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93301-D18A-4E7F-80B3-CD16E6390162}">
      <dsp:nvSpPr>
        <dsp:cNvPr id="0" name=""/>
        <dsp:cNvSpPr/>
      </dsp:nvSpPr>
      <dsp:spPr>
        <a:xfrm>
          <a:off x="858221" y="565345"/>
          <a:ext cx="1093525" cy="10935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33718-6B91-40FE-B471-A2F29B83109D}">
      <dsp:nvSpPr>
        <dsp:cNvPr id="0" name=""/>
        <dsp:cNvSpPr/>
      </dsp:nvSpPr>
      <dsp:spPr>
        <a:xfrm>
          <a:off x="189955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client code cannot direct the sequence of steps. If you want that type of functionality, use the Builder pattern. </a:t>
          </a:r>
        </a:p>
      </dsp:txBody>
      <dsp:txXfrm>
        <a:off x="189955" y="1979062"/>
        <a:ext cx="2430056" cy="720000"/>
      </dsp:txXfrm>
    </dsp:sp>
    <dsp:sp modelId="{C79FD819-71BC-4257-8177-8BA515D4DA6B}">
      <dsp:nvSpPr>
        <dsp:cNvPr id="0" name=""/>
        <dsp:cNvSpPr/>
      </dsp:nvSpPr>
      <dsp:spPr>
        <a:xfrm>
          <a:off x="3713537" y="565345"/>
          <a:ext cx="1093525" cy="10935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F0246-2B90-4547-9FAC-7305647C5F5C}">
      <dsp:nvSpPr>
        <dsp:cNvPr id="0" name=""/>
        <dsp:cNvSpPr/>
      </dsp:nvSpPr>
      <dsp:spPr>
        <a:xfrm>
          <a:off x="3045271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subclass can override a method defined in the parent class (in other words, hiding the original definition in the parent class)</a:t>
          </a:r>
        </a:p>
      </dsp:txBody>
      <dsp:txXfrm>
        <a:off x="3045271" y="1979062"/>
        <a:ext cx="2430056" cy="720000"/>
      </dsp:txXfrm>
    </dsp:sp>
    <dsp:sp modelId="{938C9328-9510-4F31-9006-9CCE606D0C1E}">
      <dsp:nvSpPr>
        <dsp:cNvPr id="0" name=""/>
        <dsp:cNvSpPr/>
      </dsp:nvSpPr>
      <dsp:spPr>
        <a:xfrm>
          <a:off x="6568853" y="565345"/>
          <a:ext cx="1093525" cy="10935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FF0FF-8F83-4AE2-821C-10C101376E01}">
      <dsp:nvSpPr>
        <dsp:cNvPr id="0" name=""/>
        <dsp:cNvSpPr/>
      </dsp:nvSpPr>
      <dsp:spPr>
        <a:xfrm>
          <a:off x="5900587" y="1979062"/>
          <a:ext cx="24300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Having more subclasses means more scattered code, which is difficult to maintain.</a:t>
          </a:r>
        </a:p>
      </dsp:txBody>
      <dsp:txXfrm>
        <a:off x="5900587" y="1979062"/>
        <a:ext cx="2430056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6FA16-4897-40E3-A6C5-946E466001D5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18699-E910-4A40-B057-57EE9A1260AC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47A90-9B34-471B-80E1-9691D8F20AD2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does the Template Method pattern balance reusability and customizability when defining an algorithm’s structure?</a:t>
          </a:r>
        </a:p>
      </dsp:txBody>
      <dsp:txXfrm>
        <a:off x="1076991" y="398"/>
        <a:ext cx="7443608" cy="932460"/>
      </dsp:txXfrm>
    </dsp:sp>
    <dsp:sp modelId="{B85CFC4B-4F73-4EF9-A224-2880A7E4CE88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C64FA-1FEB-41F8-8199-22645B1427C7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3743E-DD32-422F-9E04-822D147A556E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 what situations might using the Template Method lead to rigidity or overgeneralization, and how can this be avoided?</a:t>
          </a:r>
        </a:p>
      </dsp:txBody>
      <dsp:txXfrm>
        <a:off x="1076991" y="1165973"/>
        <a:ext cx="7443608" cy="932460"/>
      </dsp:txXfrm>
    </dsp:sp>
    <dsp:sp modelId="{04ED7688-6D4C-4C13-BE2E-2DC662DFC305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425A8-C5EB-4154-8711-DC45BA11F432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1EF36-5690-4E71-B465-76A676D9DAEE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does the Template Method pattern encourage code consistency across subclasses while still allowing subclass-specific behavior?</a:t>
          </a:r>
        </a:p>
      </dsp:txBody>
      <dsp:txXfrm>
        <a:off x="1076991" y="2331549"/>
        <a:ext cx="7443608" cy="93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1803db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1803db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1803dbd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1803dbd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071803dbd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071803dbd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71803dbd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71803dbd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71803dbd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71803dbd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071803dbd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071803dbd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71803db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71803db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71803dbd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71803dbd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71803dbd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071803dbd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71803dbd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71803dbd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71803dbd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71803dbd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472" y="1028700"/>
            <a:ext cx="4451655" cy="2022650"/>
          </a:xfrm>
        </p:spPr>
        <p:txBody>
          <a:bodyPr anchor="t">
            <a:normAutofit/>
          </a:bodyPr>
          <a:lstStyle>
            <a:lvl1pPr algn="l"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472" y="3438660"/>
            <a:ext cx="4451655" cy="965915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3200" b="1" cap="all" spc="533" baseline="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82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0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72" y="1282303"/>
            <a:ext cx="6911163" cy="2369981"/>
          </a:xfrm>
        </p:spPr>
        <p:txBody>
          <a:bodyPr anchor="b">
            <a:normAutofit/>
          </a:bodyPr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472" y="3763926"/>
            <a:ext cx="5930309" cy="805417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8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37145"/>
            <a:ext cx="3829050" cy="24078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37145"/>
            <a:ext cx="3829050" cy="2407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1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71" y="1028700"/>
            <a:ext cx="7832070" cy="7048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472" y="1733515"/>
            <a:ext cx="3813710" cy="521529"/>
          </a:xfrm>
        </p:spPr>
        <p:txBody>
          <a:bodyPr anchor="b">
            <a:normAutofit/>
          </a:bodyPr>
          <a:lstStyle>
            <a:lvl1pPr marL="0" indent="0">
              <a:buNone/>
              <a:defRPr sz="3200" b="1" cap="all" spc="533" baseline="0"/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472" y="2255044"/>
            <a:ext cx="3813710" cy="238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733515"/>
            <a:ext cx="3887391" cy="521529"/>
          </a:xfrm>
        </p:spPr>
        <p:txBody>
          <a:bodyPr anchor="b">
            <a:normAutofit/>
          </a:bodyPr>
          <a:lstStyle>
            <a:lvl1pPr marL="0" indent="0">
              <a:buNone/>
              <a:defRPr sz="3200" b="1" cap="all" spc="533" baseline="0"/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55044"/>
            <a:ext cx="3887391" cy="238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1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5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71" y="1097279"/>
            <a:ext cx="2894548" cy="110366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>
            <a:normAutofit/>
          </a:bodyPr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471" y="2200940"/>
            <a:ext cx="2894548" cy="22008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6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71" y="1097279"/>
            <a:ext cx="2894548" cy="110366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471" y="2200940"/>
            <a:ext cx="2894548" cy="22008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1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9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98558" y="1050823"/>
            <a:ext cx="1616792" cy="3581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050823"/>
            <a:ext cx="6174044" cy="3581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87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6259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9969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635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28701"/>
            <a:ext cx="7772400" cy="890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919378"/>
            <a:ext cx="7772400" cy="2536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447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 cap="all" spc="533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5717" y="4767263"/>
            <a:ext cx="303028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cap="all" spc="53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5996" y="4767263"/>
            <a:ext cx="5422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cap="all" spc="533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742950" y="773251"/>
            <a:ext cx="73414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88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620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pos="432" userDrawn="1">
          <p15:clr>
            <a:srgbClr val="F26B43"/>
          </p15:clr>
        </p15:guide>
        <p15:guide id="6" orient="horz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Method Design Pattern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err="1"/>
              <a:t>Behavioural</a:t>
            </a:r>
            <a:r>
              <a:rPr lang="en"/>
              <a:t> Design Pattern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B9311-A70B-C273-33B0-206DB03D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pic>
        <p:nvPicPr>
          <p:cNvPr id="3" name="Picture 2" descr="A blue background with yellow and white text&#10;&#10;AI-generated content may be incorrect.">
            <a:extLst>
              <a:ext uri="{FF2B5EF4-FFF2-40B4-BE49-F238E27FC236}">
                <a16:creationId xmlns:a16="http://schemas.microsoft.com/office/drawing/2014/main" id="{AE69DC28-D582-0BC8-4746-81519F4CF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1086" y="230"/>
            <a:ext cx="92349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8560403"/>
              </p:ext>
            </p:extLst>
          </p:nvPr>
        </p:nvGraphicFramePr>
        <p:xfrm>
          <a:off x="178755" y="130629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A4E-8897-82B9-FA0E-01291262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40811"/>
            <a:ext cx="7772400" cy="890678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OOP Principals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64796-0DF2-90C5-D692-09708B8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E7FEE9A-87EB-B8A1-DEC3-558D41E23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941521"/>
              </p:ext>
            </p:extLst>
          </p:nvPr>
        </p:nvGraphicFramePr>
        <p:xfrm>
          <a:off x="311700" y="1638849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2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Grandview Display"/>
                <a:ea typeface="Calibri"/>
                <a:cs typeface="Calibri"/>
              </a:rPr>
              <a:t>Template Method Design Pattern</a:t>
            </a:r>
            <a:endParaRPr lang="en-US"/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520CA7-3B45-E520-7176-9EC0B1B8A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aphicFrame>
        <p:nvGraphicFramePr>
          <p:cNvPr id="70" name="Google Shape;68;p15">
            <a:extLst>
              <a:ext uri="{FF2B5EF4-FFF2-40B4-BE49-F238E27FC236}">
                <a16:creationId xmlns:a16="http://schemas.microsoft.com/office/drawing/2014/main" id="{E045F76B-0B47-878A-A4A4-EAF727D6FB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256545"/>
              </p:ext>
            </p:extLst>
          </p:nvPr>
        </p:nvGraphicFramePr>
        <p:xfrm>
          <a:off x="497610" y="1283966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464" y="0"/>
            <a:ext cx="599507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33F672-A7DA-0225-28E4-B72BC2DB4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AE475-E745-CEAF-8163-38209ADE89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AA9C9A-FD56-AE75-ABAF-93887BDB5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315" y="191513"/>
            <a:ext cx="56769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686F-FD91-B49F-C895-0E6578C6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599" y="268964"/>
            <a:ext cx="6302839" cy="564171"/>
          </a:xfrm>
        </p:spPr>
        <p:txBody>
          <a:bodyPr>
            <a:normAutofit fontScale="90000"/>
          </a:bodyPr>
          <a:lstStyle/>
          <a:p>
            <a:r>
              <a:rPr lang="en-US" b="1"/>
              <a:t>Recap: Interface vs Abstract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18753-31CB-55BA-94C6-F7475D1BC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2364" y="103304"/>
            <a:ext cx="954623" cy="328594"/>
          </a:xfrm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US" b="1"/>
              <a:t>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1373-59BE-F839-47A5-D64849FB08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399BCF-29C0-417B-50B8-BF063091B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53804"/>
              </p:ext>
            </p:extLst>
          </p:nvPr>
        </p:nvGraphicFramePr>
        <p:xfrm>
          <a:off x="216671" y="1090684"/>
          <a:ext cx="8709453" cy="3573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0577">
                  <a:extLst>
                    <a:ext uri="{9D8B030D-6E8A-4147-A177-3AD203B41FA5}">
                      <a16:colId xmlns:a16="http://schemas.microsoft.com/office/drawing/2014/main" val="2616582066"/>
                    </a:ext>
                  </a:extLst>
                </a:gridCol>
                <a:gridCol w="3470533">
                  <a:extLst>
                    <a:ext uri="{9D8B030D-6E8A-4147-A177-3AD203B41FA5}">
                      <a16:colId xmlns:a16="http://schemas.microsoft.com/office/drawing/2014/main" val="3007714178"/>
                    </a:ext>
                  </a:extLst>
                </a:gridCol>
                <a:gridCol w="3568343">
                  <a:extLst>
                    <a:ext uri="{9D8B030D-6E8A-4147-A177-3AD203B41FA5}">
                      <a16:colId xmlns:a16="http://schemas.microsoft.com/office/drawing/2014/main" val="908711340"/>
                    </a:ext>
                  </a:extLst>
                </a:gridCol>
              </a:tblGrid>
              <a:tr h="292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Aspect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Interface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Abstract Class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1719601596"/>
                  </a:ext>
                </a:extLst>
              </a:tr>
              <a:tr h="692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Purpose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Defines a contract (what a class must do).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Provides a base class with common behavior (what a class is).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2309339345"/>
                  </a:ext>
                </a:extLst>
              </a:tr>
              <a:tr h="895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Methods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Only method signatures</a:t>
                      </a:r>
                    </a:p>
                    <a:p>
                      <a:pPr>
                        <a:buNone/>
                      </a:pPr>
                      <a:r>
                        <a:rPr lang="en-US" sz="1300" b="1"/>
                        <a:t>(no implementation, except default/static methods in some languages).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Can have both abstract methods (no body) and concrete methods (with body).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4123559487"/>
                  </a:ext>
                </a:extLst>
              </a:tr>
              <a:tr h="49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Fields / Variables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Cannot have instance variables (only constants).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Can have instance variables and state.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404743213"/>
                  </a:ext>
                </a:extLst>
              </a:tr>
              <a:tr h="4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Inheritance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 class can implement multiple interfaces.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 class can inherit only one abstract class.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3387333067"/>
                  </a:ext>
                </a:extLst>
              </a:tr>
              <a:tr h="70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Use Case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When different classes must follow the same rules but are otherwise unrelated.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When classes share a common base and behavior, but also need to enforce some methods.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64437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89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/>
              <a:t>Final - Cannot be overwritten at the sub classes. </a:t>
            </a:r>
            <a:endParaRPr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5555CC-CA16-10D9-ACB8-9D7242DF58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C118B-8F90-EE6D-C0C9-EC05C42578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Usage	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B7CCC3-8E90-4E22-E76A-DEAA2C9DAE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graphicFrame>
        <p:nvGraphicFramePr>
          <p:cNvPr id="110" name="Google Shape;108;p21">
            <a:extLst>
              <a:ext uri="{FF2B5EF4-FFF2-40B4-BE49-F238E27FC236}">
                <a16:creationId xmlns:a16="http://schemas.microsoft.com/office/drawing/2014/main" id="{2E5446AE-DC62-1B6B-E082-1683FD986D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499965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In this pattern, subclasses can simply redefine the methods based on their needs</a:t>
            </a:r>
            <a:endParaRPr sz="23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CB332-A075-546F-9C81-27BFCCEA2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3153550" y="270700"/>
            <a:ext cx="5678700" cy="42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 the abstract class </a:t>
            </a:r>
            <a:r>
              <a:rPr lang="en" b="1" err="1"/>
              <a:t>BasicEngineering</a:t>
            </a:r>
            <a:r>
              <a:rPr lang="en" b="1"/>
              <a:t>, only one method is abstract (</a:t>
            </a:r>
            <a:r>
              <a:rPr lang="en" b="1" err="1"/>
              <a:t>SpecialPaper</a:t>
            </a:r>
            <a:r>
              <a:rPr lang="en" b="1"/>
              <a:t>), and the other two methods are concrete methods. What is the reason behind this?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Answer: This is a simple example with only three methods, and you want the subclasses to override only the </a:t>
            </a:r>
            <a:r>
              <a:rPr lang="en" err="1"/>
              <a:t>SpecialPaper</a:t>
            </a:r>
            <a:r>
              <a:rPr lang="en"/>
              <a:t>() method here. Other methods are common to both courses, and they do not need to be overridden by the subclasses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B2BA4-7E25-E170-77CE-4669A2875C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27" y="317652"/>
            <a:ext cx="292192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700" b="1"/>
              <a:t>Advantages of using a Template Method Design Pattern</a:t>
            </a:r>
            <a:endParaRPr lang="en-US" sz="17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B114E1-DB3D-47CF-5E6E-65ED353C15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graphicFrame>
        <p:nvGraphicFramePr>
          <p:cNvPr id="131" name="Google Shape;127;p24">
            <a:extLst>
              <a:ext uri="{FF2B5EF4-FFF2-40B4-BE49-F238E27FC236}">
                <a16:creationId xmlns:a16="http://schemas.microsoft.com/office/drawing/2014/main" id="{9796CD22-C87B-B9A4-D32C-C99F34CF78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1046875"/>
              </p:ext>
            </p:extLst>
          </p:nvPr>
        </p:nvGraphicFramePr>
        <p:xfrm>
          <a:off x="311700" y="1014131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600" b="1"/>
              <a:t>Challenges Associated with a Template Method Design Pattern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16B43-64F5-422A-20BD-59727C1980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graphicFrame>
        <p:nvGraphicFramePr>
          <p:cNvPr id="135" name="Google Shape;133;p25">
            <a:extLst>
              <a:ext uri="{FF2B5EF4-FFF2-40B4-BE49-F238E27FC236}">
                <a16:creationId xmlns:a16="http://schemas.microsoft.com/office/drawing/2014/main" id="{54997A97-73E1-5694-09F6-91793EC36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005589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D9A6F8-DB14-80E4-1F18-BD4846CB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Reflective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F9404-7B73-AA1D-2F78-507D75A325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430AACC0-44FD-69BD-8ABD-D2CDD30E7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528756"/>
              </p:ext>
            </p:extLst>
          </p:nvPr>
        </p:nvGraphicFramePr>
        <p:xfrm>
          <a:off x="223095" y="1124051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801203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9374E-3A89-41D4-A43B-EA8C0485A0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A3D28F-9966-4CD2-BFAF-A618093FCEE4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0D2DD28-8D56-4A96-BDE9-191265D768C5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DashVTI</vt:lpstr>
      <vt:lpstr>Template Method Design Pattern</vt:lpstr>
      <vt:lpstr>PowerPoint Presentation</vt:lpstr>
      <vt:lpstr>OOP Principals </vt:lpstr>
      <vt:lpstr>Template Method Design Pattern </vt:lpstr>
      <vt:lpstr>PowerPoint Presentation</vt:lpstr>
      <vt:lpstr>PowerPoint Presentation</vt:lpstr>
      <vt:lpstr>PowerPoint Presentation</vt:lpstr>
      <vt:lpstr>Recap: Interface vs Abstract </vt:lpstr>
      <vt:lpstr>Final - Cannot be overwritten at the sub classes. </vt:lpstr>
      <vt:lpstr>PowerPoint Presentation</vt:lpstr>
      <vt:lpstr>Usage </vt:lpstr>
      <vt:lpstr>In this pattern, subclasses can simply redefine the methods based on their needs</vt:lpstr>
      <vt:lpstr>PowerPoint Presentation</vt:lpstr>
      <vt:lpstr>Advantages of using a Template Method Design Pattern</vt:lpstr>
      <vt:lpstr>Challenges Associated with a Template Method Design Pattern</vt:lpstr>
      <vt:lpstr>Reflective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revision>1</cp:revision>
  <dcterms:modified xsi:type="dcterms:W3CDTF">2026-08-17T06:50:43Z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