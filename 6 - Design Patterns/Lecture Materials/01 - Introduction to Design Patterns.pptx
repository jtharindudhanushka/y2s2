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88" r:id="rId11"/>
    <p:sldId id="268" r:id="rId12"/>
    <p:sldId id="263" r:id="rId13"/>
    <p:sldId id="264" r:id="rId14"/>
    <p:sldId id="262" r:id="rId15"/>
    <p:sldId id="265" r:id="rId16"/>
    <p:sldId id="266" r:id="rId17"/>
    <p:sldId id="267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B8D324-0E0C-488D-9295-7FFB35937AD5}" v="13" dt="2026-06-21T18:36:56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63A7EB7-061F-4CF3-9E06-47EACA773A05}"/>
    <pc:docChg chg="undo custSel addSld modSld sldOrd">
      <pc:chgData name="Mr. PPG Dinesh Asanka" userId="54a4306b-b9cd-436b-92bf-e616bbdb8176" providerId="ADAL" clId="{763A7EB7-061F-4CF3-9E06-47EACA773A05}" dt="2026-06-21T18:59:56.531" v="138"/>
      <pc:docMkLst>
        <pc:docMk/>
      </pc:docMkLst>
      <pc:sldChg chg="addSp delSp modSp mod setBg">
        <pc:chgData name="Mr. PPG Dinesh Asanka" userId="54a4306b-b9cd-436b-92bf-e616bbdb8176" providerId="ADAL" clId="{763A7EB7-061F-4CF3-9E06-47EACA773A05}" dt="2026-06-21T16:33:59.792" v="3" actId="26606"/>
        <pc:sldMkLst>
          <pc:docMk/>
          <pc:sldMk cId="1711930893" sldId="257"/>
        </pc:sldMkLst>
        <pc:spChg chg="del">
          <ac:chgData name="Mr. PPG Dinesh Asanka" userId="54a4306b-b9cd-436b-92bf-e616bbdb8176" providerId="ADAL" clId="{763A7EB7-061F-4CF3-9E06-47EACA773A05}" dt="2026-06-21T16:33:59.792" v="3" actId="26606"/>
          <ac:spMkLst>
            <pc:docMk/>
            <pc:sldMk cId="1711930893" sldId="257"/>
            <ac:spMk id="2" creationId="{8D3F3AE7-6CA2-3B86-304D-06D3BC04C840}"/>
          </ac:spMkLst>
        </pc:spChg>
        <pc:spChg chg="add del mod">
          <ac:chgData name="Mr. PPG Dinesh Asanka" userId="54a4306b-b9cd-436b-92bf-e616bbdb8176" providerId="ADAL" clId="{763A7EB7-061F-4CF3-9E06-47EACA773A05}" dt="2026-06-21T16:33:55.932" v="2"/>
          <ac:spMkLst>
            <pc:docMk/>
            <pc:sldMk cId="1711930893" sldId="257"/>
            <ac:spMk id="4" creationId="{4A2FC03F-79E7-7FAA-BEF0-E94354887DD1}"/>
          </ac:spMkLst>
        </pc:spChg>
        <pc:spChg chg="add">
          <ac:chgData name="Mr. PPG Dinesh Asanka" userId="54a4306b-b9cd-436b-92bf-e616bbdb8176" providerId="ADAL" clId="{763A7EB7-061F-4CF3-9E06-47EACA773A05}" dt="2026-06-21T16:33:59.792" v="3" actId="26606"/>
          <ac:spMkLst>
            <pc:docMk/>
            <pc:sldMk cId="1711930893" sldId="257"/>
            <ac:spMk id="12" creationId="{EBC95D3F-C52F-4F07-95D4-836E1078E555}"/>
          </ac:spMkLst>
        </pc:spChg>
        <pc:picChg chg="del">
          <ac:chgData name="Mr. PPG Dinesh Asanka" userId="54a4306b-b9cd-436b-92bf-e616bbdb8176" providerId="ADAL" clId="{763A7EB7-061F-4CF3-9E06-47EACA773A05}" dt="2026-06-21T16:33:55.326" v="0" actId="478"/>
          <ac:picMkLst>
            <pc:docMk/>
            <pc:sldMk cId="1711930893" sldId="257"/>
            <ac:picMk id="5" creationId="{93AA47B8-363A-228A-08D1-1108174F491A}"/>
          </ac:picMkLst>
        </pc:picChg>
        <pc:picChg chg="add mod ord">
          <ac:chgData name="Mr. PPG Dinesh Asanka" userId="54a4306b-b9cd-436b-92bf-e616bbdb8176" providerId="ADAL" clId="{763A7EB7-061F-4CF3-9E06-47EACA773A05}" dt="2026-06-21T16:33:59.792" v="3" actId="26606"/>
          <ac:picMkLst>
            <pc:docMk/>
            <pc:sldMk cId="1711930893" sldId="257"/>
            <ac:picMk id="7" creationId="{81DC50C7-E028-A56A-84EF-145EAC0DABF0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6:39:31.904" v="7" actId="26606"/>
        <pc:sldMkLst>
          <pc:docMk/>
          <pc:sldMk cId="1732095201" sldId="258"/>
        </pc:sldMkLst>
        <pc:spChg chg="del">
          <ac:chgData name="Mr. PPG Dinesh Asanka" userId="54a4306b-b9cd-436b-92bf-e616bbdb8176" providerId="ADAL" clId="{763A7EB7-061F-4CF3-9E06-47EACA773A05}" dt="2026-06-21T16:39:31.904" v="7" actId="26606"/>
          <ac:spMkLst>
            <pc:docMk/>
            <pc:sldMk cId="1732095201" sldId="258"/>
            <ac:spMk id="2" creationId="{A293F1A6-2F52-B98A-DE1C-9C04E0B6E9AB}"/>
          </ac:spMkLst>
        </pc:spChg>
        <pc:spChg chg="del">
          <ac:chgData name="Mr. PPG Dinesh Asanka" userId="54a4306b-b9cd-436b-92bf-e616bbdb8176" providerId="ADAL" clId="{763A7EB7-061F-4CF3-9E06-47EACA773A05}" dt="2026-06-21T16:39:28.425" v="6"/>
          <ac:spMkLst>
            <pc:docMk/>
            <pc:sldMk cId="1732095201" sldId="258"/>
            <ac:spMk id="3" creationId="{404A6D2A-AB80-E962-BC7B-65A6C3106776}"/>
          </ac:spMkLst>
        </pc:spChg>
        <pc:spChg chg="add">
          <ac:chgData name="Mr. PPG Dinesh Asanka" userId="54a4306b-b9cd-436b-92bf-e616bbdb8176" providerId="ADAL" clId="{763A7EB7-061F-4CF3-9E06-47EACA773A05}" dt="2026-06-21T16:39:31.904" v="7" actId="26606"/>
          <ac:spMkLst>
            <pc:docMk/>
            <pc:sldMk cId="1732095201" sldId="25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6:39:31.904" v="7" actId="26606"/>
          <ac:picMkLst>
            <pc:docMk/>
            <pc:sldMk cId="1732095201" sldId="258"/>
            <ac:picMk id="5" creationId="{6E0396BD-D6C8-434F-804F-694FEC0CD81C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6:42:49.529" v="11" actId="26606"/>
        <pc:sldMkLst>
          <pc:docMk/>
          <pc:sldMk cId="2286265045" sldId="259"/>
        </pc:sldMkLst>
        <pc:spChg chg="del">
          <ac:chgData name="Mr. PPG Dinesh Asanka" userId="54a4306b-b9cd-436b-92bf-e616bbdb8176" providerId="ADAL" clId="{763A7EB7-061F-4CF3-9E06-47EACA773A05}" dt="2026-06-21T16:42:49.529" v="11" actId="26606"/>
          <ac:spMkLst>
            <pc:docMk/>
            <pc:sldMk cId="2286265045" sldId="259"/>
            <ac:spMk id="2" creationId="{85E7D1F2-EE15-046B-816A-BE175498D3B7}"/>
          </ac:spMkLst>
        </pc:spChg>
        <pc:spChg chg="del">
          <ac:chgData name="Mr. PPG Dinesh Asanka" userId="54a4306b-b9cd-436b-92bf-e616bbdb8176" providerId="ADAL" clId="{763A7EB7-061F-4CF3-9E06-47EACA773A05}" dt="2026-06-21T16:42:44.417" v="10"/>
          <ac:spMkLst>
            <pc:docMk/>
            <pc:sldMk cId="2286265045" sldId="259"/>
            <ac:spMk id="3" creationId="{DF4E8936-BED6-556E-2ABE-C9FF46692D3B}"/>
          </ac:spMkLst>
        </pc:spChg>
        <pc:spChg chg="add">
          <ac:chgData name="Mr. PPG Dinesh Asanka" userId="54a4306b-b9cd-436b-92bf-e616bbdb8176" providerId="ADAL" clId="{763A7EB7-061F-4CF3-9E06-47EACA773A05}" dt="2026-06-21T16:42:49.529" v="11" actId="26606"/>
          <ac:spMkLst>
            <pc:docMk/>
            <pc:sldMk cId="2286265045" sldId="259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6:42:49.529" v="11" actId="26606"/>
          <ac:picMkLst>
            <pc:docMk/>
            <pc:sldMk cId="2286265045" sldId="259"/>
            <ac:picMk id="5" creationId="{AF0242E0-CFB5-C74D-84D6-0586543744C8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6:47:35.660" v="15" actId="26606"/>
        <pc:sldMkLst>
          <pc:docMk/>
          <pc:sldMk cId="2169243226" sldId="260"/>
        </pc:sldMkLst>
        <pc:spChg chg="del">
          <ac:chgData name="Mr. PPG Dinesh Asanka" userId="54a4306b-b9cd-436b-92bf-e616bbdb8176" providerId="ADAL" clId="{763A7EB7-061F-4CF3-9E06-47EACA773A05}" dt="2026-06-21T16:47:35.660" v="15" actId="26606"/>
          <ac:spMkLst>
            <pc:docMk/>
            <pc:sldMk cId="2169243226" sldId="260"/>
            <ac:spMk id="2" creationId="{817B09CA-036A-9F74-BD90-C0B3174D21E9}"/>
          </ac:spMkLst>
        </pc:spChg>
        <pc:spChg chg="del">
          <ac:chgData name="Mr. PPG Dinesh Asanka" userId="54a4306b-b9cd-436b-92bf-e616bbdb8176" providerId="ADAL" clId="{763A7EB7-061F-4CF3-9E06-47EACA773A05}" dt="2026-06-21T16:47:32.949" v="14"/>
          <ac:spMkLst>
            <pc:docMk/>
            <pc:sldMk cId="2169243226" sldId="260"/>
            <ac:spMk id="3" creationId="{013FFF82-B18A-0ACE-283B-8B38BD8BC998}"/>
          </ac:spMkLst>
        </pc:spChg>
        <pc:spChg chg="add">
          <ac:chgData name="Mr. PPG Dinesh Asanka" userId="54a4306b-b9cd-436b-92bf-e616bbdb8176" providerId="ADAL" clId="{763A7EB7-061F-4CF3-9E06-47EACA773A05}" dt="2026-06-21T16:47:35.660" v="15" actId="26606"/>
          <ac:spMkLst>
            <pc:docMk/>
            <pc:sldMk cId="2169243226" sldId="260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6:47:35.660" v="15" actId="26606"/>
          <ac:picMkLst>
            <pc:docMk/>
            <pc:sldMk cId="2169243226" sldId="260"/>
            <ac:picMk id="5" creationId="{2207F611-C074-1B28-DE80-2835F8AFD489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6:53:16.408" v="19" actId="26606"/>
        <pc:sldMkLst>
          <pc:docMk/>
          <pc:sldMk cId="861679769" sldId="261"/>
        </pc:sldMkLst>
        <pc:spChg chg="del">
          <ac:chgData name="Mr. PPG Dinesh Asanka" userId="54a4306b-b9cd-436b-92bf-e616bbdb8176" providerId="ADAL" clId="{763A7EB7-061F-4CF3-9E06-47EACA773A05}" dt="2026-06-21T16:53:16.408" v="19" actId="26606"/>
          <ac:spMkLst>
            <pc:docMk/>
            <pc:sldMk cId="861679769" sldId="261"/>
            <ac:spMk id="2" creationId="{F8D2C1A2-B0CD-ABB9-A99D-8424DDA75BB1}"/>
          </ac:spMkLst>
        </pc:spChg>
        <pc:spChg chg="del">
          <ac:chgData name="Mr. PPG Dinesh Asanka" userId="54a4306b-b9cd-436b-92bf-e616bbdb8176" providerId="ADAL" clId="{763A7EB7-061F-4CF3-9E06-47EACA773A05}" dt="2026-06-21T16:53:13.527" v="18"/>
          <ac:spMkLst>
            <pc:docMk/>
            <pc:sldMk cId="861679769" sldId="261"/>
            <ac:spMk id="3" creationId="{C5103B84-04D6-582C-B169-062B50AA4113}"/>
          </ac:spMkLst>
        </pc:spChg>
        <pc:spChg chg="add">
          <ac:chgData name="Mr. PPG Dinesh Asanka" userId="54a4306b-b9cd-436b-92bf-e616bbdb8176" providerId="ADAL" clId="{763A7EB7-061F-4CF3-9E06-47EACA773A05}" dt="2026-06-21T16:53:16.408" v="19" actId="26606"/>
          <ac:spMkLst>
            <pc:docMk/>
            <pc:sldMk cId="861679769" sldId="261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6:53:16.408" v="19" actId="26606"/>
          <ac:picMkLst>
            <pc:docMk/>
            <pc:sldMk cId="861679769" sldId="261"/>
            <ac:picMk id="5" creationId="{13B66FF9-A7C0-33C5-0434-992A3F508C10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7:07:36.287" v="23" actId="26606"/>
        <pc:sldMkLst>
          <pc:docMk/>
          <pc:sldMk cId="3408784645" sldId="262"/>
        </pc:sldMkLst>
        <pc:spChg chg="del">
          <ac:chgData name="Mr. PPG Dinesh Asanka" userId="54a4306b-b9cd-436b-92bf-e616bbdb8176" providerId="ADAL" clId="{763A7EB7-061F-4CF3-9E06-47EACA773A05}" dt="2026-06-21T17:07:36.287" v="23" actId="26606"/>
          <ac:spMkLst>
            <pc:docMk/>
            <pc:sldMk cId="3408784645" sldId="262"/>
            <ac:spMk id="2" creationId="{833C5CEE-5E84-BDF4-D480-ABD86AED3BAA}"/>
          </ac:spMkLst>
        </pc:spChg>
        <pc:spChg chg="del">
          <ac:chgData name="Mr. PPG Dinesh Asanka" userId="54a4306b-b9cd-436b-92bf-e616bbdb8176" providerId="ADAL" clId="{763A7EB7-061F-4CF3-9E06-47EACA773A05}" dt="2026-06-21T17:07:33.759" v="22"/>
          <ac:spMkLst>
            <pc:docMk/>
            <pc:sldMk cId="3408784645" sldId="262"/>
            <ac:spMk id="3" creationId="{925F4E03-8B74-E217-42D5-4FD6C7DA069D}"/>
          </ac:spMkLst>
        </pc:spChg>
        <pc:spChg chg="add">
          <ac:chgData name="Mr. PPG Dinesh Asanka" userId="54a4306b-b9cd-436b-92bf-e616bbdb8176" providerId="ADAL" clId="{763A7EB7-061F-4CF3-9E06-47EACA773A05}" dt="2026-06-21T17:07:36.287" v="23" actId="26606"/>
          <ac:spMkLst>
            <pc:docMk/>
            <pc:sldMk cId="3408784645" sldId="262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07:36.287" v="23" actId="26606"/>
          <ac:picMkLst>
            <pc:docMk/>
            <pc:sldMk cId="3408784645" sldId="262"/>
            <ac:picMk id="5" creationId="{9907BF99-AC94-B001-AF1C-D301F68D32AA}"/>
          </ac:picMkLst>
        </pc:picChg>
      </pc:sldChg>
      <pc:sldChg chg="addSp delSp modSp new mod ord setBg">
        <pc:chgData name="Mr. PPG Dinesh Asanka" userId="54a4306b-b9cd-436b-92bf-e616bbdb8176" providerId="ADAL" clId="{763A7EB7-061F-4CF3-9E06-47EACA773A05}" dt="2026-06-21T17:18:27.196" v="35"/>
        <pc:sldMkLst>
          <pc:docMk/>
          <pc:sldMk cId="1995825180" sldId="263"/>
        </pc:sldMkLst>
        <pc:spChg chg="del">
          <ac:chgData name="Mr. PPG Dinesh Asanka" userId="54a4306b-b9cd-436b-92bf-e616bbdb8176" providerId="ADAL" clId="{763A7EB7-061F-4CF3-9E06-47EACA773A05}" dt="2026-06-21T17:14:23.066" v="27" actId="26606"/>
          <ac:spMkLst>
            <pc:docMk/>
            <pc:sldMk cId="1995825180" sldId="263"/>
            <ac:spMk id="2" creationId="{18A1B6BF-D714-0F54-0205-4C2D536E3C7E}"/>
          </ac:spMkLst>
        </pc:spChg>
        <pc:spChg chg="del">
          <ac:chgData name="Mr. PPG Dinesh Asanka" userId="54a4306b-b9cd-436b-92bf-e616bbdb8176" providerId="ADAL" clId="{763A7EB7-061F-4CF3-9E06-47EACA773A05}" dt="2026-06-21T17:14:18.667" v="26"/>
          <ac:spMkLst>
            <pc:docMk/>
            <pc:sldMk cId="1995825180" sldId="263"/>
            <ac:spMk id="3" creationId="{F9AFDC93-90F8-1126-94DB-867FA5D4A012}"/>
          </ac:spMkLst>
        </pc:spChg>
        <pc:spChg chg="add">
          <ac:chgData name="Mr. PPG Dinesh Asanka" userId="54a4306b-b9cd-436b-92bf-e616bbdb8176" providerId="ADAL" clId="{763A7EB7-061F-4CF3-9E06-47EACA773A05}" dt="2026-06-21T17:14:23.066" v="27" actId="26606"/>
          <ac:spMkLst>
            <pc:docMk/>
            <pc:sldMk cId="1995825180" sldId="263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14:23.066" v="27" actId="26606"/>
          <ac:picMkLst>
            <pc:docMk/>
            <pc:sldMk cId="1995825180" sldId="263"/>
            <ac:picMk id="5" creationId="{7ADDA2D4-43C0-301D-420D-F8322B2B5931}"/>
          </ac:picMkLst>
        </pc:picChg>
      </pc:sldChg>
      <pc:sldChg chg="addSp delSp modSp new mod ord setBg">
        <pc:chgData name="Mr. PPG Dinesh Asanka" userId="54a4306b-b9cd-436b-92bf-e616bbdb8176" providerId="ADAL" clId="{763A7EB7-061F-4CF3-9E06-47EACA773A05}" dt="2026-06-21T17:18:22.402" v="33"/>
        <pc:sldMkLst>
          <pc:docMk/>
          <pc:sldMk cId="3496092231" sldId="264"/>
        </pc:sldMkLst>
        <pc:spChg chg="del">
          <ac:chgData name="Mr. PPG Dinesh Asanka" userId="54a4306b-b9cd-436b-92bf-e616bbdb8176" providerId="ADAL" clId="{763A7EB7-061F-4CF3-9E06-47EACA773A05}" dt="2026-06-21T17:18:17.327" v="31" actId="26606"/>
          <ac:spMkLst>
            <pc:docMk/>
            <pc:sldMk cId="3496092231" sldId="264"/>
            <ac:spMk id="2" creationId="{FCBCE69E-C4FA-A925-4139-DD8F6A4AC6FE}"/>
          </ac:spMkLst>
        </pc:spChg>
        <pc:spChg chg="del">
          <ac:chgData name="Mr. PPG Dinesh Asanka" userId="54a4306b-b9cd-436b-92bf-e616bbdb8176" providerId="ADAL" clId="{763A7EB7-061F-4CF3-9E06-47EACA773A05}" dt="2026-06-21T17:18:13.224" v="30"/>
          <ac:spMkLst>
            <pc:docMk/>
            <pc:sldMk cId="3496092231" sldId="264"/>
            <ac:spMk id="3" creationId="{319EAA2D-1CC1-1CE4-4F9E-D9CDBE6C2C85}"/>
          </ac:spMkLst>
        </pc:spChg>
        <pc:spChg chg="add">
          <ac:chgData name="Mr. PPG Dinesh Asanka" userId="54a4306b-b9cd-436b-92bf-e616bbdb8176" providerId="ADAL" clId="{763A7EB7-061F-4CF3-9E06-47EACA773A05}" dt="2026-06-21T17:18:17.327" v="31" actId="26606"/>
          <ac:spMkLst>
            <pc:docMk/>
            <pc:sldMk cId="3496092231" sldId="264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18:17.327" v="31" actId="26606"/>
          <ac:picMkLst>
            <pc:docMk/>
            <pc:sldMk cId="3496092231" sldId="264"/>
            <ac:picMk id="5" creationId="{DD9AE88B-2298-E21F-6EF1-4AE0991572B3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7:26:26.725" v="39" actId="26606"/>
        <pc:sldMkLst>
          <pc:docMk/>
          <pc:sldMk cId="3711204385" sldId="265"/>
        </pc:sldMkLst>
        <pc:spChg chg="del">
          <ac:chgData name="Mr. PPG Dinesh Asanka" userId="54a4306b-b9cd-436b-92bf-e616bbdb8176" providerId="ADAL" clId="{763A7EB7-061F-4CF3-9E06-47EACA773A05}" dt="2026-06-21T17:26:26.725" v="39" actId="26606"/>
          <ac:spMkLst>
            <pc:docMk/>
            <pc:sldMk cId="3711204385" sldId="265"/>
            <ac:spMk id="2" creationId="{ADBBD84F-AACE-F662-6866-9D62603228C6}"/>
          </ac:spMkLst>
        </pc:spChg>
        <pc:spChg chg="del">
          <ac:chgData name="Mr. PPG Dinesh Asanka" userId="54a4306b-b9cd-436b-92bf-e616bbdb8176" providerId="ADAL" clId="{763A7EB7-061F-4CF3-9E06-47EACA773A05}" dt="2026-06-21T17:26:24.150" v="38"/>
          <ac:spMkLst>
            <pc:docMk/>
            <pc:sldMk cId="3711204385" sldId="265"/>
            <ac:spMk id="3" creationId="{A353C462-64E4-0571-4F8E-35C44D02B010}"/>
          </ac:spMkLst>
        </pc:spChg>
        <pc:spChg chg="add">
          <ac:chgData name="Mr. PPG Dinesh Asanka" userId="54a4306b-b9cd-436b-92bf-e616bbdb8176" providerId="ADAL" clId="{763A7EB7-061F-4CF3-9E06-47EACA773A05}" dt="2026-06-21T17:26:26.725" v="39" actId="26606"/>
          <ac:spMkLst>
            <pc:docMk/>
            <pc:sldMk cId="3711204385" sldId="265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26:26.725" v="39" actId="26606"/>
          <ac:picMkLst>
            <pc:docMk/>
            <pc:sldMk cId="3711204385" sldId="265"/>
            <ac:picMk id="5" creationId="{6861C054-D91D-1EF0-F0F5-0A835C94E1FB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7:30:00.167" v="43" actId="26606"/>
        <pc:sldMkLst>
          <pc:docMk/>
          <pc:sldMk cId="4243820636" sldId="266"/>
        </pc:sldMkLst>
        <pc:spChg chg="del">
          <ac:chgData name="Mr. PPG Dinesh Asanka" userId="54a4306b-b9cd-436b-92bf-e616bbdb8176" providerId="ADAL" clId="{763A7EB7-061F-4CF3-9E06-47EACA773A05}" dt="2026-06-21T17:30:00.167" v="43" actId="26606"/>
          <ac:spMkLst>
            <pc:docMk/>
            <pc:sldMk cId="4243820636" sldId="266"/>
            <ac:spMk id="2" creationId="{325C4E32-5401-7730-F00B-71F87D5328D4}"/>
          </ac:spMkLst>
        </pc:spChg>
        <pc:spChg chg="del">
          <ac:chgData name="Mr. PPG Dinesh Asanka" userId="54a4306b-b9cd-436b-92bf-e616bbdb8176" providerId="ADAL" clId="{763A7EB7-061F-4CF3-9E06-47EACA773A05}" dt="2026-06-21T17:29:58.088" v="42"/>
          <ac:spMkLst>
            <pc:docMk/>
            <pc:sldMk cId="4243820636" sldId="266"/>
            <ac:spMk id="3" creationId="{95677DA2-D90C-CDDB-8BCE-F8857F1D1354}"/>
          </ac:spMkLst>
        </pc:spChg>
        <pc:spChg chg="add">
          <ac:chgData name="Mr. PPG Dinesh Asanka" userId="54a4306b-b9cd-436b-92bf-e616bbdb8176" providerId="ADAL" clId="{763A7EB7-061F-4CF3-9E06-47EACA773A05}" dt="2026-06-21T17:30:00.167" v="43" actId="26606"/>
          <ac:spMkLst>
            <pc:docMk/>
            <pc:sldMk cId="4243820636" sldId="266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30:00.167" v="43" actId="26606"/>
          <ac:picMkLst>
            <pc:docMk/>
            <pc:sldMk cId="4243820636" sldId="266"/>
            <ac:picMk id="5" creationId="{94279C15-91F5-1C24-9078-484651C74BE3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7:33:40.663" v="52" actId="26606"/>
        <pc:sldMkLst>
          <pc:docMk/>
          <pc:sldMk cId="2301551564" sldId="267"/>
        </pc:sldMkLst>
        <pc:spChg chg="del">
          <ac:chgData name="Mr. PPG Dinesh Asanka" userId="54a4306b-b9cd-436b-92bf-e616bbdb8176" providerId="ADAL" clId="{763A7EB7-061F-4CF3-9E06-47EACA773A05}" dt="2026-06-21T17:33:40.663" v="52" actId="26606"/>
          <ac:spMkLst>
            <pc:docMk/>
            <pc:sldMk cId="2301551564" sldId="267"/>
            <ac:spMk id="2" creationId="{1568E195-978C-896C-8C27-7405BA126072}"/>
          </ac:spMkLst>
        </pc:spChg>
        <pc:spChg chg="del">
          <ac:chgData name="Mr. PPG Dinesh Asanka" userId="54a4306b-b9cd-436b-92bf-e616bbdb8176" providerId="ADAL" clId="{763A7EB7-061F-4CF3-9E06-47EACA773A05}" dt="2026-06-21T17:33:38.314" v="51"/>
          <ac:spMkLst>
            <pc:docMk/>
            <pc:sldMk cId="2301551564" sldId="267"/>
            <ac:spMk id="3" creationId="{9D9AB188-A9D6-10C5-6EFB-6507CFAFA225}"/>
          </ac:spMkLst>
        </pc:spChg>
        <pc:spChg chg="add">
          <ac:chgData name="Mr. PPG Dinesh Asanka" userId="54a4306b-b9cd-436b-92bf-e616bbdb8176" providerId="ADAL" clId="{763A7EB7-061F-4CF3-9E06-47EACA773A05}" dt="2026-06-21T17:33:40.663" v="52" actId="26606"/>
          <ac:spMkLst>
            <pc:docMk/>
            <pc:sldMk cId="2301551564" sldId="267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33:40.663" v="52" actId="26606"/>
          <ac:picMkLst>
            <pc:docMk/>
            <pc:sldMk cId="2301551564" sldId="267"/>
            <ac:picMk id="5" creationId="{ADAFA91B-106B-E309-BA34-D0E4784CC3C4}"/>
          </ac:picMkLst>
        </pc:picChg>
      </pc:sldChg>
      <pc:sldChg chg="addSp delSp modSp add mod ord setBg">
        <pc:chgData name="Mr. PPG Dinesh Asanka" userId="54a4306b-b9cd-436b-92bf-e616bbdb8176" providerId="ADAL" clId="{763A7EB7-061F-4CF3-9E06-47EACA773A05}" dt="2026-06-21T18:59:56.531" v="138"/>
        <pc:sldMkLst>
          <pc:docMk/>
          <pc:sldMk cId="2726954147" sldId="268"/>
        </pc:sldMkLst>
        <pc:spChg chg="del">
          <ac:chgData name="Mr. PPG Dinesh Asanka" userId="54a4306b-b9cd-436b-92bf-e616bbdb8176" providerId="ADAL" clId="{763A7EB7-061F-4CF3-9E06-47EACA773A05}" dt="2026-06-21T17:37:16.490" v="55" actId="26606"/>
          <ac:spMkLst>
            <pc:docMk/>
            <pc:sldMk cId="2726954147" sldId="268"/>
            <ac:spMk id="2" creationId="{645BE741-E596-AE54-CB60-CA394DCD0A0D}"/>
          </ac:spMkLst>
        </pc:spChg>
        <pc:spChg chg="del">
          <ac:chgData name="Mr. PPG Dinesh Asanka" userId="54a4306b-b9cd-436b-92bf-e616bbdb8176" providerId="ADAL" clId="{763A7EB7-061F-4CF3-9E06-47EACA773A05}" dt="2026-06-21T17:37:14.499" v="54"/>
          <ac:spMkLst>
            <pc:docMk/>
            <pc:sldMk cId="2726954147" sldId="268"/>
            <ac:spMk id="3" creationId="{F78DF545-D31F-FCAF-EE8E-3F192611394E}"/>
          </ac:spMkLst>
        </pc:spChg>
        <pc:spChg chg="add">
          <ac:chgData name="Mr. PPG Dinesh Asanka" userId="54a4306b-b9cd-436b-92bf-e616bbdb8176" providerId="ADAL" clId="{763A7EB7-061F-4CF3-9E06-47EACA773A05}" dt="2026-06-21T17:37:16.490" v="55" actId="26606"/>
          <ac:spMkLst>
            <pc:docMk/>
            <pc:sldMk cId="2726954147" sldId="26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37:16.490" v="55" actId="26606"/>
          <ac:picMkLst>
            <pc:docMk/>
            <pc:sldMk cId="2726954147" sldId="268"/>
            <ac:picMk id="5" creationId="{469D96B0-5AA8-55FB-BFFF-6E3D44E5918F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6-21T17:41:00.756" v="58" actId="26606"/>
        <pc:sldMkLst>
          <pc:docMk/>
          <pc:sldMk cId="2697502477" sldId="269"/>
        </pc:sldMkLst>
        <pc:spChg chg="del">
          <ac:chgData name="Mr. PPG Dinesh Asanka" userId="54a4306b-b9cd-436b-92bf-e616bbdb8176" providerId="ADAL" clId="{763A7EB7-061F-4CF3-9E06-47EACA773A05}" dt="2026-06-21T17:41:00.756" v="58" actId="26606"/>
          <ac:spMkLst>
            <pc:docMk/>
            <pc:sldMk cId="2697502477" sldId="269"/>
            <ac:spMk id="2" creationId="{EB416C3F-CF2C-2D58-1618-40A5843544DC}"/>
          </ac:spMkLst>
        </pc:spChg>
        <pc:spChg chg="del">
          <ac:chgData name="Mr. PPG Dinesh Asanka" userId="54a4306b-b9cd-436b-92bf-e616bbdb8176" providerId="ADAL" clId="{763A7EB7-061F-4CF3-9E06-47EACA773A05}" dt="2026-06-21T17:40:58.969" v="57"/>
          <ac:spMkLst>
            <pc:docMk/>
            <pc:sldMk cId="2697502477" sldId="269"/>
            <ac:spMk id="3" creationId="{1B0B468B-7FB5-BAC0-49A8-603CD6CC6065}"/>
          </ac:spMkLst>
        </pc:spChg>
        <pc:spChg chg="add">
          <ac:chgData name="Mr. PPG Dinesh Asanka" userId="54a4306b-b9cd-436b-92bf-e616bbdb8176" providerId="ADAL" clId="{763A7EB7-061F-4CF3-9E06-47EACA773A05}" dt="2026-06-21T17:41:00.756" v="58" actId="26606"/>
          <ac:spMkLst>
            <pc:docMk/>
            <pc:sldMk cId="2697502477" sldId="269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41:00.756" v="58" actId="26606"/>
          <ac:picMkLst>
            <pc:docMk/>
            <pc:sldMk cId="2697502477" sldId="269"/>
            <ac:picMk id="5" creationId="{8EA54165-D69A-B662-EE27-C7833F627083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6-21T17:43:29.759" v="61" actId="26606"/>
        <pc:sldMkLst>
          <pc:docMk/>
          <pc:sldMk cId="4086394437" sldId="270"/>
        </pc:sldMkLst>
        <pc:spChg chg="del">
          <ac:chgData name="Mr. PPG Dinesh Asanka" userId="54a4306b-b9cd-436b-92bf-e616bbdb8176" providerId="ADAL" clId="{763A7EB7-061F-4CF3-9E06-47EACA773A05}" dt="2026-06-21T17:43:29.759" v="61" actId="26606"/>
          <ac:spMkLst>
            <pc:docMk/>
            <pc:sldMk cId="4086394437" sldId="270"/>
            <ac:spMk id="2" creationId="{F0EB1D24-ADFE-08ED-90BA-D033D3D41703}"/>
          </ac:spMkLst>
        </pc:spChg>
        <pc:spChg chg="del">
          <ac:chgData name="Mr. PPG Dinesh Asanka" userId="54a4306b-b9cd-436b-92bf-e616bbdb8176" providerId="ADAL" clId="{763A7EB7-061F-4CF3-9E06-47EACA773A05}" dt="2026-06-21T17:43:27.822" v="60"/>
          <ac:spMkLst>
            <pc:docMk/>
            <pc:sldMk cId="4086394437" sldId="270"/>
            <ac:spMk id="3" creationId="{91C10CAD-DABC-7B4B-6453-795EC3E79ACE}"/>
          </ac:spMkLst>
        </pc:spChg>
        <pc:spChg chg="add">
          <ac:chgData name="Mr. PPG Dinesh Asanka" userId="54a4306b-b9cd-436b-92bf-e616bbdb8176" providerId="ADAL" clId="{763A7EB7-061F-4CF3-9E06-47EACA773A05}" dt="2026-06-21T17:43:29.759" v="61" actId="26606"/>
          <ac:spMkLst>
            <pc:docMk/>
            <pc:sldMk cId="4086394437" sldId="270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43:29.759" v="61" actId="26606"/>
          <ac:picMkLst>
            <pc:docMk/>
            <pc:sldMk cId="4086394437" sldId="270"/>
            <ac:picMk id="5" creationId="{1BE60254-9EBE-037B-430B-BA59157F8061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6-21T17:46:01.675" v="64" actId="26606"/>
        <pc:sldMkLst>
          <pc:docMk/>
          <pc:sldMk cId="706592291" sldId="271"/>
        </pc:sldMkLst>
        <pc:spChg chg="del">
          <ac:chgData name="Mr. PPG Dinesh Asanka" userId="54a4306b-b9cd-436b-92bf-e616bbdb8176" providerId="ADAL" clId="{763A7EB7-061F-4CF3-9E06-47EACA773A05}" dt="2026-06-21T17:46:01.675" v="64" actId="26606"/>
          <ac:spMkLst>
            <pc:docMk/>
            <pc:sldMk cId="706592291" sldId="271"/>
            <ac:spMk id="2" creationId="{43829884-823D-D42E-D140-68EC51FBCABA}"/>
          </ac:spMkLst>
        </pc:spChg>
        <pc:spChg chg="del">
          <ac:chgData name="Mr. PPG Dinesh Asanka" userId="54a4306b-b9cd-436b-92bf-e616bbdb8176" providerId="ADAL" clId="{763A7EB7-061F-4CF3-9E06-47EACA773A05}" dt="2026-06-21T17:46:00.013" v="63"/>
          <ac:spMkLst>
            <pc:docMk/>
            <pc:sldMk cId="706592291" sldId="271"/>
            <ac:spMk id="3" creationId="{5866223A-DECC-75E5-FB9A-8B59B5FF71E6}"/>
          </ac:spMkLst>
        </pc:spChg>
        <pc:spChg chg="add">
          <ac:chgData name="Mr. PPG Dinesh Asanka" userId="54a4306b-b9cd-436b-92bf-e616bbdb8176" providerId="ADAL" clId="{763A7EB7-061F-4CF3-9E06-47EACA773A05}" dt="2026-06-21T17:46:01.675" v="64" actId="26606"/>
          <ac:spMkLst>
            <pc:docMk/>
            <pc:sldMk cId="706592291" sldId="271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46:01.675" v="64" actId="26606"/>
          <ac:picMkLst>
            <pc:docMk/>
            <pc:sldMk cId="706592291" sldId="271"/>
            <ac:picMk id="5" creationId="{29387243-92F9-0C44-9FC9-1C206E539B19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6-21T17:50:30.628" v="67" actId="26606"/>
        <pc:sldMkLst>
          <pc:docMk/>
          <pc:sldMk cId="3294654561" sldId="272"/>
        </pc:sldMkLst>
        <pc:spChg chg="del">
          <ac:chgData name="Mr. PPG Dinesh Asanka" userId="54a4306b-b9cd-436b-92bf-e616bbdb8176" providerId="ADAL" clId="{763A7EB7-061F-4CF3-9E06-47EACA773A05}" dt="2026-06-21T17:50:30.628" v="67" actId="26606"/>
          <ac:spMkLst>
            <pc:docMk/>
            <pc:sldMk cId="3294654561" sldId="272"/>
            <ac:spMk id="2" creationId="{EAF4B694-289F-D270-F0FE-BF454F94A0EF}"/>
          </ac:spMkLst>
        </pc:spChg>
        <pc:spChg chg="del">
          <ac:chgData name="Mr. PPG Dinesh Asanka" userId="54a4306b-b9cd-436b-92bf-e616bbdb8176" providerId="ADAL" clId="{763A7EB7-061F-4CF3-9E06-47EACA773A05}" dt="2026-06-21T17:50:28.173" v="66"/>
          <ac:spMkLst>
            <pc:docMk/>
            <pc:sldMk cId="3294654561" sldId="272"/>
            <ac:spMk id="3" creationId="{D9799B53-3282-637E-0459-61F5C707E249}"/>
          </ac:spMkLst>
        </pc:spChg>
        <pc:spChg chg="add">
          <ac:chgData name="Mr. PPG Dinesh Asanka" userId="54a4306b-b9cd-436b-92bf-e616bbdb8176" providerId="ADAL" clId="{763A7EB7-061F-4CF3-9E06-47EACA773A05}" dt="2026-06-21T17:50:30.628" v="67" actId="26606"/>
          <ac:spMkLst>
            <pc:docMk/>
            <pc:sldMk cId="3294654561" sldId="272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50:30.628" v="67" actId="26606"/>
          <ac:picMkLst>
            <pc:docMk/>
            <pc:sldMk cId="3294654561" sldId="272"/>
            <ac:picMk id="5" creationId="{AEB04A3D-7AD0-E3FB-1DCD-067E4DFFE77F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7:53:18.223" v="71" actId="26606"/>
        <pc:sldMkLst>
          <pc:docMk/>
          <pc:sldMk cId="3488652446" sldId="273"/>
        </pc:sldMkLst>
        <pc:spChg chg="del">
          <ac:chgData name="Mr. PPG Dinesh Asanka" userId="54a4306b-b9cd-436b-92bf-e616bbdb8176" providerId="ADAL" clId="{763A7EB7-061F-4CF3-9E06-47EACA773A05}" dt="2026-06-21T17:53:18.223" v="71" actId="26606"/>
          <ac:spMkLst>
            <pc:docMk/>
            <pc:sldMk cId="3488652446" sldId="273"/>
            <ac:spMk id="2" creationId="{16B6673E-5A06-1FF7-C9F1-56D18BCEFE19}"/>
          </ac:spMkLst>
        </pc:spChg>
        <pc:spChg chg="del">
          <ac:chgData name="Mr. PPG Dinesh Asanka" userId="54a4306b-b9cd-436b-92bf-e616bbdb8176" providerId="ADAL" clId="{763A7EB7-061F-4CF3-9E06-47EACA773A05}" dt="2026-06-21T17:53:15.621" v="70"/>
          <ac:spMkLst>
            <pc:docMk/>
            <pc:sldMk cId="3488652446" sldId="273"/>
            <ac:spMk id="3" creationId="{612641A8-F04C-8BC7-205E-DA6C147A46E4}"/>
          </ac:spMkLst>
        </pc:spChg>
        <pc:spChg chg="add">
          <ac:chgData name="Mr. PPG Dinesh Asanka" userId="54a4306b-b9cd-436b-92bf-e616bbdb8176" providerId="ADAL" clId="{763A7EB7-061F-4CF3-9E06-47EACA773A05}" dt="2026-06-21T17:53:18.223" v="71" actId="26606"/>
          <ac:spMkLst>
            <pc:docMk/>
            <pc:sldMk cId="3488652446" sldId="273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53:18.223" v="71" actId="26606"/>
          <ac:picMkLst>
            <pc:docMk/>
            <pc:sldMk cId="3488652446" sldId="273"/>
            <ac:picMk id="5" creationId="{40355B8C-4C84-039A-90B5-2C9EF8713475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7:56:08.952" v="75" actId="26606"/>
        <pc:sldMkLst>
          <pc:docMk/>
          <pc:sldMk cId="55842210" sldId="274"/>
        </pc:sldMkLst>
        <pc:spChg chg="del">
          <ac:chgData name="Mr. PPG Dinesh Asanka" userId="54a4306b-b9cd-436b-92bf-e616bbdb8176" providerId="ADAL" clId="{763A7EB7-061F-4CF3-9E06-47EACA773A05}" dt="2026-06-21T17:56:08.952" v="75" actId="26606"/>
          <ac:spMkLst>
            <pc:docMk/>
            <pc:sldMk cId="55842210" sldId="274"/>
            <ac:spMk id="2" creationId="{A4973552-6120-0F61-8BEA-8CC84461C8E9}"/>
          </ac:spMkLst>
        </pc:spChg>
        <pc:spChg chg="del">
          <ac:chgData name="Mr. PPG Dinesh Asanka" userId="54a4306b-b9cd-436b-92bf-e616bbdb8176" providerId="ADAL" clId="{763A7EB7-061F-4CF3-9E06-47EACA773A05}" dt="2026-06-21T17:56:07.013" v="74"/>
          <ac:spMkLst>
            <pc:docMk/>
            <pc:sldMk cId="55842210" sldId="274"/>
            <ac:spMk id="3" creationId="{98F93049-7DBF-A6C0-2A42-85B12D73DE6E}"/>
          </ac:spMkLst>
        </pc:spChg>
        <pc:spChg chg="add">
          <ac:chgData name="Mr. PPG Dinesh Asanka" userId="54a4306b-b9cd-436b-92bf-e616bbdb8176" providerId="ADAL" clId="{763A7EB7-061F-4CF3-9E06-47EACA773A05}" dt="2026-06-21T17:56:08.952" v="75" actId="26606"/>
          <ac:spMkLst>
            <pc:docMk/>
            <pc:sldMk cId="55842210" sldId="274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56:08.952" v="75" actId="26606"/>
          <ac:picMkLst>
            <pc:docMk/>
            <pc:sldMk cId="55842210" sldId="274"/>
            <ac:picMk id="5" creationId="{9F331676-60CE-8B68-CAF5-467D082D037D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7:58:46.371" v="79" actId="26606"/>
        <pc:sldMkLst>
          <pc:docMk/>
          <pc:sldMk cId="2002507611" sldId="275"/>
        </pc:sldMkLst>
        <pc:spChg chg="del">
          <ac:chgData name="Mr. PPG Dinesh Asanka" userId="54a4306b-b9cd-436b-92bf-e616bbdb8176" providerId="ADAL" clId="{763A7EB7-061F-4CF3-9E06-47EACA773A05}" dt="2026-06-21T17:58:46.371" v="79" actId="26606"/>
          <ac:spMkLst>
            <pc:docMk/>
            <pc:sldMk cId="2002507611" sldId="275"/>
            <ac:spMk id="2" creationId="{801E4020-16C7-2260-4670-FFABE427A8E6}"/>
          </ac:spMkLst>
        </pc:spChg>
        <pc:spChg chg="del">
          <ac:chgData name="Mr. PPG Dinesh Asanka" userId="54a4306b-b9cd-436b-92bf-e616bbdb8176" providerId="ADAL" clId="{763A7EB7-061F-4CF3-9E06-47EACA773A05}" dt="2026-06-21T17:58:44.544" v="78"/>
          <ac:spMkLst>
            <pc:docMk/>
            <pc:sldMk cId="2002507611" sldId="275"/>
            <ac:spMk id="3" creationId="{86B5B7F0-4FA2-B693-BE32-167902357190}"/>
          </ac:spMkLst>
        </pc:spChg>
        <pc:spChg chg="add">
          <ac:chgData name="Mr. PPG Dinesh Asanka" userId="54a4306b-b9cd-436b-92bf-e616bbdb8176" providerId="ADAL" clId="{763A7EB7-061F-4CF3-9E06-47EACA773A05}" dt="2026-06-21T17:58:46.371" v="79" actId="26606"/>
          <ac:spMkLst>
            <pc:docMk/>
            <pc:sldMk cId="2002507611" sldId="275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7:58:46.371" v="79" actId="26606"/>
          <ac:picMkLst>
            <pc:docMk/>
            <pc:sldMk cId="2002507611" sldId="275"/>
            <ac:picMk id="5" creationId="{B13CB93E-7309-9D87-A8E6-4031978CBB98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8:03:07.358" v="87" actId="26606"/>
        <pc:sldMkLst>
          <pc:docMk/>
          <pc:sldMk cId="2473244857" sldId="276"/>
        </pc:sldMkLst>
        <pc:spChg chg="del">
          <ac:chgData name="Mr. PPG Dinesh Asanka" userId="54a4306b-b9cd-436b-92bf-e616bbdb8176" providerId="ADAL" clId="{763A7EB7-061F-4CF3-9E06-47EACA773A05}" dt="2026-06-21T18:03:07.358" v="87" actId="26606"/>
          <ac:spMkLst>
            <pc:docMk/>
            <pc:sldMk cId="2473244857" sldId="276"/>
            <ac:spMk id="2" creationId="{19A38F4B-4109-3E16-6AC1-0EBAF2FAF20B}"/>
          </ac:spMkLst>
        </pc:spChg>
        <pc:spChg chg="del">
          <ac:chgData name="Mr. PPG Dinesh Asanka" userId="54a4306b-b9cd-436b-92bf-e616bbdb8176" providerId="ADAL" clId="{763A7EB7-061F-4CF3-9E06-47EACA773A05}" dt="2026-06-21T18:03:05.034" v="86"/>
          <ac:spMkLst>
            <pc:docMk/>
            <pc:sldMk cId="2473244857" sldId="276"/>
            <ac:spMk id="3" creationId="{2AD1E14A-5207-5135-83B2-2C88748275E1}"/>
          </ac:spMkLst>
        </pc:spChg>
        <pc:spChg chg="add">
          <ac:chgData name="Mr. PPG Dinesh Asanka" userId="54a4306b-b9cd-436b-92bf-e616bbdb8176" providerId="ADAL" clId="{763A7EB7-061F-4CF3-9E06-47EACA773A05}" dt="2026-06-21T18:03:07.358" v="87" actId="26606"/>
          <ac:spMkLst>
            <pc:docMk/>
            <pc:sldMk cId="2473244857" sldId="276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8:03:07.358" v="87" actId="26606"/>
          <ac:picMkLst>
            <pc:docMk/>
            <pc:sldMk cId="2473244857" sldId="276"/>
            <ac:picMk id="5" creationId="{5DB27BE5-527D-EBB8-6515-64CF05B8BDA4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6-21T18:06:35.770" v="90" actId="26606"/>
        <pc:sldMkLst>
          <pc:docMk/>
          <pc:sldMk cId="917755305" sldId="277"/>
        </pc:sldMkLst>
        <pc:spChg chg="del">
          <ac:chgData name="Mr. PPG Dinesh Asanka" userId="54a4306b-b9cd-436b-92bf-e616bbdb8176" providerId="ADAL" clId="{763A7EB7-061F-4CF3-9E06-47EACA773A05}" dt="2026-06-21T18:06:35.770" v="90" actId="26606"/>
          <ac:spMkLst>
            <pc:docMk/>
            <pc:sldMk cId="917755305" sldId="277"/>
            <ac:spMk id="2" creationId="{7C270A44-0BC4-3942-8BE2-C495D7FB46AA}"/>
          </ac:spMkLst>
        </pc:spChg>
        <pc:spChg chg="del">
          <ac:chgData name="Mr. PPG Dinesh Asanka" userId="54a4306b-b9cd-436b-92bf-e616bbdb8176" providerId="ADAL" clId="{763A7EB7-061F-4CF3-9E06-47EACA773A05}" dt="2026-06-21T18:06:33.393" v="89"/>
          <ac:spMkLst>
            <pc:docMk/>
            <pc:sldMk cId="917755305" sldId="277"/>
            <ac:spMk id="3" creationId="{9DB8878C-2439-0962-DC48-CD1C117A28CD}"/>
          </ac:spMkLst>
        </pc:spChg>
        <pc:spChg chg="add">
          <ac:chgData name="Mr. PPG Dinesh Asanka" userId="54a4306b-b9cd-436b-92bf-e616bbdb8176" providerId="ADAL" clId="{763A7EB7-061F-4CF3-9E06-47EACA773A05}" dt="2026-06-21T18:06:35.770" v="90" actId="26606"/>
          <ac:spMkLst>
            <pc:docMk/>
            <pc:sldMk cId="917755305" sldId="277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8:06:35.770" v="90" actId="26606"/>
          <ac:picMkLst>
            <pc:docMk/>
            <pc:sldMk cId="917755305" sldId="277"/>
            <ac:picMk id="5" creationId="{1C10EB46-BF26-B27E-E647-BB4815D505DA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6-21T18:08:08.327" v="93" actId="26606"/>
        <pc:sldMkLst>
          <pc:docMk/>
          <pc:sldMk cId="66227908" sldId="278"/>
        </pc:sldMkLst>
        <pc:spChg chg="del">
          <ac:chgData name="Mr. PPG Dinesh Asanka" userId="54a4306b-b9cd-436b-92bf-e616bbdb8176" providerId="ADAL" clId="{763A7EB7-061F-4CF3-9E06-47EACA773A05}" dt="2026-06-21T18:08:08.327" v="93" actId="26606"/>
          <ac:spMkLst>
            <pc:docMk/>
            <pc:sldMk cId="66227908" sldId="278"/>
            <ac:spMk id="2" creationId="{AF220149-A165-1903-DFFB-81383B5D7621}"/>
          </ac:spMkLst>
        </pc:spChg>
        <pc:spChg chg="del">
          <ac:chgData name="Mr. PPG Dinesh Asanka" userId="54a4306b-b9cd-436b-92bf-e616bbdb8176" providerId="ADAL" clId="{763A7EB7-061F-4CF3-9E06-47EACA773A05}" dt="2026-06-21T18:08:06.367" v="92"/>
          <ac:spMkLst>
            <pc:docMk/>
            <pc:sldMk cId="66227908" sldId="278"/>
            <ac:spMk id="3" creationId="{0B05884A-7FB0-F865-1DBC-A67E2691EC59}"/>
          </ac:spMkLst>
        </pc:spChg>
        <pc:spChg chg="add">
          <ac:chgData name="Mr. PPG Dinesh Asanka" userId="54a4306b-b9cd-436b-92bf-e616bbdb8176" providerId="ADAL" clId="{763A7EB7-061F-4CF3-9E06-47EACA773A05}" dt="2026-06-21T18:08:08.327" v="93" actId="26606"/>
          <ac:spMkLst>
            <pc:docMk/>
            <pc:sldMk cId="66227908" sldId="27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8:08:08.327" v="93" actId="26606"/>
          <ac:picMkLst>
            <pc:docMk/>
            <pc:sldMk cId="66227908" sldId="278"/>
            <ac:picMk id="5" creationId="{B538FEA6-7E65-B99E-5CA7-FD3DAE68128E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6-21T18:09:41.371" v="96" actId="26606"/>
        <pc:sldMkLst>
          <pc:docMk/>
          <pc:sldMk cId="2112759902" sldId="279"/>
        </pc:sldMkLst>
        <pc:spChg chg="del">
          <ac:chgData name="Mr. PPG Dinesh Asanka" userId="54a4306b-b9cd-436b-92bf-e616bbdb8176" providerId="ADAL" clId="{763A7EB7-061F-4CF3-9E06-47EACA773A05}" dt="2026-06-21T18:09:41.371" v="96" actId="26606"/>
          <ac:spMkLst>
            <pc:docMk/>
            <pc:sldMk cId="2112759902" sldId="279"/>
            <ac:spMk id="2" creationId="{DCDED6BE-C000-3BBA-EAA3-2CAD4585DFA2}"/>
          </ac:spMkLst>
        </pc:spChg>
        <pc:spChg chg="del">
          <ac:chgData name="Mr. PPG Dinesh Asanka" userId="54a4306b-b9cd-436b-92bf-e616bbdb8176" providerId="ADAL" clId="{763A7EB7-061F-4CF3-9E06-47EACA773A05}" dt="2026-06-21T18:09:37.509" v="95"/>
          <ac:spMkLst>
            <pc:docMk/>
            <pc:sldMk cId="2112759902" sldId="279"/>
            <ac:spMk id="3" creationId="{18AAC0A7-099E-0CD8-ACA0-27EBB341800C}"/>
          </ac:spMkLst>
        </pc:spChg>
        <pc:spChg chg="add">
          <ac:chgData name="Mr. PPG Dinesh Asanka" userId="54a4306b-b9cd-436b-92bf-e616bbdb8176" providerId="ADAL" clId="{763A7EB7-061F-4CF3-9E06-47EACA773A05}" dt="2026-06-21T18:09:41.371" v="96" actId="26606"/>
          <ac:spMkLst>
            <pc:docMk/>
            <pc:sldMk cId="2112759902" sldId="279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8:09:41.371" v="96" actId="26606"/>
          <ac:picMkLst>
            <pc:docMk/>
            <pc:sldMk cId="2112759902" sldId="279"/>
            <ac:picMk id="5" creationId="{536C0322-3AA7-7FB6-15FC-CC17FAE2BD82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6-21T18:11:27.322" v="99" actId="26606"/>
        <pc:sldMkLst>
          <pc:docMk/>
          <pc:sldMk cId="4226511213" sldId="280"/>
        </pc:sldMkLst>
        <pc:spChg chg="del">
          <ac:chgData name="Mr. PPG Dinesh Asanka" userId="54a4306b-b9cd-436b-92bf-e616bbdb8176" providerId="ADAL" clId="{763A7EB7-061F-4CF3-9E06-47EACA773A05}" dt="2026-06-21T18:11:27.322" v="99" actId="26606"/>
          <ac:spMkLst>
            <pc:docMk/>
            <pc:sldMk cId="4226511213" sldId="280"/>
            <ac:spMk id="2" creationId="{BD8BAE04-A414-BB82-22FB-C74B7B43EEFA}"/>
          </ac:spMkLst>
        </pc:spChg>
        <pc:spChg chg="del">
          <ac:chgData name="Mr. PPG Dinesh Asanka" userId="54a4306b-b9cd-436b-92bf-e616bbdb8176" providerId="ADAL" clId="{763A7EB7-061F-4CF3-9E06-47EACA773A05}" dt="2026-06-21T18:11:25.423" v="98"/>
          <ac:spMkLst>
            <pc:docMk/>
            <pc:sldMk cId="4226511213" sldId="280"/>
            <ac:spMk id="3" creationId="{9AA89AAE-FDC3-284F-CA85-162E7F76AF04}"/>
          </ac:spMkLst>
        </pc:spChg>
        <pc:spChg chg="add">
          <ac:chgData name="Mr. PPG Dinesh Asanka" userId="54a4306b-b9cd-436b-92bf-e616bbdb8176" providerId="ADAL" clId="{763A7EB7-061F-4CF3-9E06-47EACA773A05}" dt="2026-06-21T18:11:27.322" v="99" actId="26606"/>
          <ac:spMkLst>
            <pc:docMk/>
            <pc:sldMk cId="4226511213" sldId="280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8:11:27.322" v="99" actId="26606"/>
          <ac:picMkLst>
            <pc:docMk/>
            <pc:sldMk cId="4226511213" sldId="280"/>
            <ac:picMk id="5" creationId="{CFF32CFB-98E2-22D8-357C-36048573DB5D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8:14:10.889" v="103" actId="26606"/>
        <pc:sldMkLst>
          <pc:docMk/>
          <pc:sldMk cId="1986578255" sldId="281"/>
        </pc:sldMkLst>
        <pc:spChg chg="del">
          <ac:chgData name="Mr. PPG Dinesh Asanka" userId="54a4306b-b9cd-436b-92bf-e616bbdb8176" providerId="ADAL" clId="{763A7EB7-061F-4CF3-9E06-47EACA773A05}" dt="2026-06-21T18:14:10.889" v="103" actId="26606"/>
          <ac:spMkLst>
            <pc:docMk/>
            <pc:sldMk cId="1986578255" sldId="281"/>
            <ac:spMk id="2" creationId="{04F9C3FB-D42A-BC51-1AC4-86138DFBBC25}"/>
          </ac:spMkLst>
        </pc:spChg>
        <pc:spChg chg="del">
          <ac:chgData name="Mr. PPG Dinesh Asanka" userId="54a4306b-b9cd-436b-92bf-e616bbdb8176" providerId="ADAL" clId="{763A7EB7-061F-4CF3-9E06-47EACA773A05}" dt="2026-06-21T18:14:08.919" v="102"/>
          <ac:spMkLst>
            <pc:docMk/>
            <pc:sldMk cId="1986578255" sldId="281"/>
            <ac:spMk id="3" creationId="{04D35E60-99C3-E1FC-FA0B-FC5CA66CBA74}"/>
          </ac:spMkLst>
        </pc:spChg>
        <pc:spChg chg="add">
          <ac:chgData name="Mr. PPG Dinesh Asanka" userId="54a4306b-b9cd-436b-92bf-e616bbdb8176" providerId="ADAL" clId="{763A7EB7-061F-4CF3-9E06-47EACA773A05}" dt="2026-06-21T18:14:10.889" v="103" actId="26606"/>
          <ac:spMkLst>
            <pc:docMk/>
            <pc:sldMk cId="1986578255" sldId="281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8:14:10.889" v="103" actId="26606"/>
          <ac:picMkLst>
            <pc:docMk/>
            <pc:sldMk cId="1986578255" sldId="281"/>
            <ac:picMk id="5" creationId="{9024D627-32D8-4AA0-0957-BD8FF0A8DE3A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8:30:13.001" v="112" actId="26606"/>
        <pc:sldMkLst>
          <pc:docMk/>
          <pc:sldMk cId="2437765361" sldId="282"/>
        </pc:sldMkLst>
        <pc:spChg chg="del mod">
          <ac:chgData name="Mr. PPG Dinesh Asanka" userId="54a4306b-b9cd-436b-92bf-e616bbdb8176" providerId="ADAL" clId="{763A7EB7-061F-4CF3-9E06-47EACA773A05}" dt="2026-06-21T18:30:13.001" v="112" actId="26606"/>
          <ac:spMkLst>
            <pc:docMk/>
            <pc:sldMk cId="2437765361" sldId="282"/>
            <ac:spMk id="2" creationId="{9003D0FB-857A-FF9F-6EA2-7E2E8D72CB5E}"/>
          </ac:spMkLst>
        </pc:spChg>
        <pc:spChg chg="del">
          <ac:chgData name="Mr. PPG Dinesh Asanka" userId="54a4306b-b9cd-436b-92bf-e616bbdb8176" providerId="ADAL" clId="{763A7EB7-061F-4CF3-9E06-47EACA773A05}" dt="2026-06-21T18:30:08.194" v="109"/>
          <ac:spMkLst>
            <pc:docMk/>
            <pc:sldMk cId="2437765361" sldId="282"/>
            <ac:spMk id="3" creationId="{3245A718-9A19-34B4-CD42-1CE65D88082E}"/>
          </ac:spMkLst>
        </pc:spChg>
        <pc:spChg chg="add del">
          <ac:chgData name="Mr. PPG Dinesh Asanka" userId="54a4306b-b9cd-436b-92bf-e616bbdb8176" providerId="ADAL" clId="{763A7EB7-061F-4CF3-9E06-47EACA773A05}" dt="2026-06-21T18:30:12.991" v="111" actId="26606"/>
          <ac:spMkLst>
            <pc:docMk/>
            <pc:sldMk cId="2437765361" sldId="282"/>
            <ac:spMk id="12" creationId="{F2E5B6AE-5EFE-45F0-A2AE-ED771CA3D7DD}"/>
          </ac:spMkLst>
        </pc:spChg>
        <pc:spChg chg="add">
          <ac:chgData name="Mr. PPG Dinesh Asanka" userId="54a4306b-b9cd-436b-92bf-e616bbdb8176" providerId="ADAL" clId="{763A7EB7-061F-4CF3-9E06-47EACA773A05}" dt="2026-06-21T18:30:13.001" v="112" actId="26606"/>
          <ac:spMkLst>
            <pc:docMk/>
            <pc:sldMk cId="2437765361" sldId="282"/>
            <ac:spMk id="16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8:30:13.001" v="112" actId="26606"/>
          <ac:picMkLst>
            <pc:docMk/>
            <pc:sldMk cId="2437765361" sldId="282"/>
            <ac:picMk id="5" creationId="{C46EC6D7-BE7E-388A-9E84-8021D72FAE0B}"/>
          </ac:picMkLst>
        </pc:picChg>
        <pc:cxnChg chg="add del">
          <ac:chgData name="Mr. PPG Dinesh Asanka" userId="54a4306b-b9cd-436b-92bf-e616bbdb8176" providerId="ADAL" clId="{763A7EB7-061F-4CF3-9E06-47EACA773A05}" dt="2026-06-21T18:30:12.991" v="111" actId="26606"/>
          <ac:cxnSpMkLst>
            <pc:docMk/>
            <pc:sldMk cId="2437765361" sldId="282"/>
            <ac:cxnSpMk id="10" creationId="{C66CC717-08C5-4F3E-B8AA-BA93C8755982}"/>
          </ac:cxnSpMkLst>
        </pc:cxnChg>
        <pc:cxnChg chg="add del">
          <ac:chgData name="Mr. PPG Dinesh Asanka" userId="54a4306b-b9cd-436b-92bf-e616bbdb8176" providerId="ADAL" clId="{763A7EB7-061F-4CF3-9E06-47EACA773A05}" dt="2026-06-21T18:30:12.991" v="111" actId="26606"/>
          <ac:cxnSpMkLst>
            <pc:docMk/>
            <pc:sldMk cId="2437765361" sldId="282"/>
            <ac:cxnSpMk id="14" creationId="{D255B435-D9F3-4A31-B89E-36741390DB4B}"/>
          </ac:cxnSpMkLst>
        </pc:cxnChg>
      </pc:sldChg>
      <pc:sldChg chg="addSp delSp modSp add mod setBg">
        <pc:chgData name="Mr. PPG Dinesh Asanka" userId="54a4306b-b9cd-436b-92bf-e616bbdb8176" providerId="ADAL" clId="{763A7EB7-061F-4CF3-9E06-47EACA773A05}" dt="2026-06-21T18:43:38.783" v="129" actId="26606"/>
        <pc:sldMkLst>
          <pc:docMk/>
          <pc:sldMk cId="2456405444" sldId="283"/>
        </pc:sldMkLst>
        <pc:spChg chg="del">
          <ac:chgData name="Mr. PPG Dinesh Asanka" userId="54a4306b-b9cd-436b-92bf-e616bbdb8176" providerId="ADAL" clId="{763A7EB7-061F-4CF3-9E06-47EACA773A05}" dt="2026-06-21T18:32:01.278" v="115" actId="26606"/>
          <ac:spMkLst>
            <pc:docMk/>
            <pc:sldMk cId="2456405444" sldId="283"/>
            <ac:spMk id="2" creationId="{FBEE5721-0359-1739-EA56-896C24884C90}"/>
          </ac:spMkLst>
        </pc:spChg>
        <pc:spChg chg="del">
          <ac:chgData name="Mr. PPG Dinesh Asanka" userId="54a4306b-b9cd-436b-92bf-e616bbdb8176" providerId="ADAL" clId="{763A7EB7-061F-4CF3-9E06-47EACA773A05}" dt="2026-06-21T18:31:59.066" v="114"/>
          <ac:spMkLst>
            <pc:docMk/>
            <pc:sldMk cId="2456405444" sldId="283"/>
            <ac:spMk id="3" creationId="{9131346F-7564-1A2E-F7C5-0EAAF9A1DF80}"/>
          </ac:spMkLst>
        </pc:spChg>
        <pc:spChg chg="add del mod">
          <ac:chgData name="Mr. PPG Dinesh Asanka" userId="54a4306b-b9cd-436b-92bf-e616bbdb8176" providerId="ADAL" clId="{763A7EB7-061F-4CF3-9E06-47EACA773A05}" dt="2026-06-21T18:43:35.815" v="128"/>
          <ac:spMkLst>
            <pc:docMk/>
            <pc:sldMk cId="2456405444" sldId="283"/>
            <ac:spMk id="7" creationId="{5CB190E6-DC30-0FC9-FB6B-9B19E94E49AD}"/>
          </ac:spMkLst>
        </pc:spChg>
        <pc:spChg chg="add del">
          <ac:chgData name="Mr. PPG Dinesh Asanka" userId="54a4306b-b9cd-436b-92bf-e616bbdb8176" providerId="ADAL" clId="{763A7EB7-061F-4CF3-9E06-47EACA773A05}" dt="2026-06-21T18:43:38.783" v="129" actId="26606"/>
          <ac:spMkLst>
            <pc:docMk/>
            <pc:sldMk cId="2456405444" sldId="283"/>
            <ac:spMk id="10" creationId="{EBC95D3F-C52F-4F07-95D4-836E1078E555}"/>
          </ac:spMkLst>
        </pc:spChg>
        <pc:spChg chg="add">
          <ac:chgData name="Mr. PPG Dinesh Asanka" userId="54a4306b-b9cd-436b-92bf-e616bbdb8176" providerId="ADAL" clId="{763A7EB7-061F-4CF3-9E06-47EACA773A05}" dt="2026-06-21T18:43:38.783" v="129" actId="26606"/>
          <ac:spMkLst>
            <pc:docMk/>
            <pc:sldMk cId="2456405444" sldId="283"/>
            <ac:spMk id="15" creationId="{EBC95D3F-C52F-4F07-95D4-836E1078E555}"/>
          </ac:spMkLst>
        </pc:spChg>
        <pc:picChg chg="add del mod ord">
          <ac:chgData name="Mr. PPG Dinesh Asanka" userId="54a4306b-b9cd-436b-92bf-e616bbdb8176" providerId="ADAL" clId="{763A7EB7-061F-4CF3-9E06-47EACA773A05}" dt="2026-06-21T18:43:18.912" v="126" actId="478"/>
          <ac:picMkLst>
            <pc:docMk/>
            <pc:sldMk cId="2456405444" sldId="283"/>
            <ac:picMk id="5" creationId="{AB685566-3BD7-F722-BBA5-67FDECF90309}"/>
          </ac:picMkLst>
        </pc:picChg>
        <pc:picChg chg="add mod ord">
          <ac:chgData name="Mr. PPG Dinesh Asanka" userId="54a4306b-b9cd-436b-92bf-e616bbdb8176" providerId="ADAL" clId="{763A7EB7-061F-4CF3-9E06-47EACA773A05}" dt="2026-06-21T18:43:38.783" v="129" actId="26606"/>
          <ac:picMkLst>
            <pc:docMk/>
            <pc:sldMk cId="2456405444" sldId="283"/>
            <ac:picMk id="9" creationId="{14005120-547E-B8E3-1C53-2036028D7306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6-21T18:36:52.449" v="118" actId="26606"/>
        <pc:sldMkLst>
          <pc:docMk/>
          <pc:sldMk cId="1957164816" sldId="284"/>
        </pc:sldMkLst>
        <pc:spChg chg="del">
          <ac:chgData name="Mr. PPG Dinesh Asanka" userId="54a4306b-b9cd-436b-92bf-e616bbdb8176" providerId="ADAL" clId="{763A7EB7-061F-4CF3-9E06-47EACA773A05}" dt="2026-06-21T18:36:52.449" v="118" actId="26606"/>
          <ac:spMkLst>
            <pc:docMk/>
            <pc:sldMk cId="1957164816" sldId="284"/>
            <ac:spMk id="2" creationId="{AE78236A-3813-0713-ADD4-980043A87967}"/>
          </ac:spMkLst>
        </pc:spChg>
        <pc:spChg chg="del">
          <ac:chgData name="Mr. PPG Dinesh Asanka" userId="54a4306b-b9cd-436b-92bf-e616bbdb8176" providerId="ADAL" clId="{763A7EB7-061F-4CF3-9E06-47EACA773A05}" dt="2026-06-21T18:36:49.868" v="117"/>
          <ac:spMkLst>
            <pc:docMk/>
            <pc:sldMk cId="1957164816" sldId="284"/>
            <ac:spMk id="3" creationId="{CD7B7397-EBFC-0E63-A6F8-402BD23146B1}"/>
          </ac:spMkLst>
        </pc:spChg>
        <pc:spChg chg="add">
          <ac:chgData name="Mr. PPG Dinesh Asanka" userId="54a4306b-b9cd-436b-92bf-e616bbdb8176" providerId="ADAL" clId="{763A7EB7-061F-4CF3-9E06-47EACA773A05}" dt="2026-06-21T18:36:52.449" v="118" actId="26606"/>
          <ac:spMkLst>
            <pc:docMk/>
            <pc:sldMk cId="1957164816" sldId="284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8:36:52.449" v="118" actId="26606"/>
          <ac:picMkLst>
            <pc:docMk/>
            <pc:sldMk cId="1957164816" sldId="284"/>
            <ac:picMk id="5" creationId="{1E8DE3AF-8686-5670-8D3C-F761A2EE675E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6-21T18:39:36.255" v="122" actId="26606"/>
        <pc:sldMkLst>
          <pc:docMk/>
          <pc:sldMk cId="219359585" sldId="285"/>
        </pc:sldMkLst>
        <pc:spChg chg="del">
          <ac:chgData name="Mr. PPG Dinesh Asanka" userId="54a4306b-b9cd-436b-92bf-e616bbdb8176" providerId="ADAL" clId="{763A7EB7-061F-4CF3-9E06-47EACA773A05}" dt="2026-06-21T18:39:36.255" v="122" actId="26606"/>
          <ac:spMkLst>
            <pc:docMk/>
            <pc:sldMk cId="219359585" sldId="285"/>
            <ac:spMk id="2" creationId="{779BEB64-4405-21F2-E5DA-E0DB4A298346}"/>
          </ac:spMkLst>
        </pc:spChg>
        <pc:spChg chg="del">
          <ac:chgData name="Mr. PPG Dinesh Asanka" userId="54a4306b-b9cd-436b-92bf-e616bbdb8176" providerId="ADAL" clId="{763A7EB7-061F-4CF3-9E06-47EACA773A05}" dt="2026-06-21T18:39:33.870" v="121"/>
          <ac:spMkLst>
            <pc:docMk/>
            <pc:sldMk cId="219359585" sldId="285"/>
            <ac:spMk id="3" creationId="{FBA6184B-2BDC-8357-0727-C7E1E12B6D06}"/>
          </ac:spMkLst>
        </pc:spChg>
        <pc:spChg chg="add">
          <ac:chgData name="Mr. PPG Dinesh Asanka" userId="54a4306b-b9cd-436b-92bf-e616bbdb8176" providerId="ADAL" clId="{763A7EB7-061F-4CF3-9E06-47EACA773A05}" dt="2026-06-21T18:39:36.255" v="122" actId="26606"/>
          <ac:spMkLst>
            <pc:docMk/>
            <pc:sldMk cId="219359585" sldId="285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8:39:36.255" v="122" actId="26606"/>
          <ac:picMkLst>
            <pc:docMk/>
            <pc:sldMk cId="219359585" sldId="285"/>
            <ac:picMk id="5" creationId="{FEF3D9D2-B25B-0AB0-7552-3B0534DF7A2A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6-21T18:40:46.136" v="125" actId="26606"/>
        <pc:sldMkLst>
          <pc:docMk/>
          <pc:sldMk cId="2498900892" sldId="286"/>
        </pc:sldMkLst>
        <pc:spChg chg="del">
          <ac:chgData name="Mr. PPG Dinesh Asanka" userId="54a4306b-b9cd-436b-92bf-e616bbdb8176" providerId="ADAL" clId="{763A7EB7-061F-4CF3-9E06-47EACA773A05}" dt="2026-06-21T18:40:46.136" v="125" actId="26606"/>
          <ac:spMkLst>
            <pc:docMk/>
            <pc:sldMk cId="2498900892" sldId="286"/>
            <ac:spMk id="2" creationId="{EACFBD96-1FEE-9FD3-B1A0-97071CE39407}"/>
          </ac:spMkLst>
        </pc:spChg>
        <pc:spChg chg="del">
          <ac:chgData name="Mr. PPG Dinesh Asanka" userId="54a4306b-b9cd-436b-92bf-e616bbdb8176" providerId="ADAL" clId="{763A7EB7-061F-4CF3-9E06-47EACA773A05}" dt="2026-06-21T18:40:44.680" v="124"/>
          <ac:spMkLst>
            <pc:docMk/>
            <pc:sldMk cId="2498900892" sldId="286"/>
            <ac:spMk id="3" creationId="{A2B5546C-A749-CCB1-6DCE-467ACF4A8A09}"/>
          </ac:spMkLst>
        </pc:spChg>
        <pc:spChg chg="add">
          <ac:chgData name="Mr. PPG Dinesh Asanka" userId="54a4306b-b9cd-436b-92bf-e616bbdb8176" providerId="ADAL" clId="{763A7EB7-061F-4CF3-9E06-47EACA773A05}" dt="2026-06-21T18:40:46.136" v="125" actId="26606"/>
          <ac:spMkLst>
            <pc:docMk/>
            <pc:sldMk cId="2498900892" sldId="286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8:40:46.136" v="125" actId="26606"/>
          <ac:picMkLst>
            <pc:docMk/>
            <pc:sldMk cId="2498900892" sldId="286"/>
            <ac:picMk id="5" creationId="{6476037D-9346-500B-580D-43C19D0AF570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1T18:50:16.142" v="133" actId="26606"/>
        <pc:sldMkLst>
          <pc:docMk/>
          <pc:sldMk cId="4211583595" sldId="287"/>
        </pc:sldMkLst>
        <pc:spChg chg="del">
          <ac:chgData name="Mr. PPG Dinesh Asanka" userId="54a4306b-b9cd-436b-92bf-e616bbdb8176" providerId="ADAL" clId="{763A7EB7-061F-4CF3-9E06-47EACA773A05}" dt="2026-06-21T18:50:16.142" v="133" actId="26606"/>
          <ac:spMkLst>
            <pc:docMk/>
            <pc:sldMk cId="4211583595" sldId="287"/>
            <ac:spMk id="2" creationId="{7741221D-03E8-924A-593B-459CD0EF683A}"/>
          </ac:spMkLst>
        </pc:spChg>
        <pc:spChg chg="del">
          <ac:chgData name="Mr. PPG Dinesh Asanka" userId="54a4306b-b9cd-436b-92bf-e616bbdb8176" providerId="ADAL" clId="{763A7EB7-061F-4CF3-9E06-47EACA773A05}" dt="2026-06-21T18:50:14.213" v="132"/>
          <ac:spMkLst>
            <pc:docMk/>
            <pc:sldMk cId="4211583595" sldId="287"/>
            <ac:spMk id="3" creationId="{BEBCED4A-1A0A-8CBA-80B9-F717BED9F76D}"/>
          </ac:spMkLst>
        </pc:spChg>
        <pc:spChg chg="add">
          <ac:chgData name="Mr. PPG Dinesh Asanka" userId="54a4306b-b9cd-436b-92bf-e616bbdb8176" providerId="ADAL" clId="{763A7EB7-061F-4CF3-9E06-47EACA773A05}" dt="2026-06-21T18:50:16.142" v="133" actId="26606"/>
          <ac:spMkLst>
            <pc:docMk/>
            <pc:sldMk cId="4211583595" sldId="287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1T18:50:16.142" v="133" actId="26606"/>
          <ac:picMkLst>
            <pc:docMk/>
            <pc:sldMk cId="4211583595" sldId="287"/>
            <ac:picMk id="5" creationId="{016C315D-2145-FB58-00A1-74061149176B}"/>
          </ac:picMkLst>
        </pc:picChg>
      </pc:sldChg>
      <pc:sldChg chg="addSp new mod">
        <pc:chgData name="Mr. PPG Dinesh Asanka" userId="54a4306b-b9cd-436b-92bf-e616bbdb8176" providerId="ADAL" clId="{763A7EB7-061F-4CF3-9E06-47EACA773A05}" dt="2026-06-21T18:59:43.795" v="136"/>
        <pc:sldMkLst>
          <pc:docMk/>
          <pc:sldMk cId="794863605" sldId="288"/>
        </pc:sldMkLst>
        <pc:picChg chg="add">
          <ac:chgData name="Mr. PPG Dinesh Asanka" userId="54a4306b-b9cd-436b-92bf-e616bbdb8176" providerId="ADAL" clId="{763A7EB7-061F-4CF3-9E06-47EACA773A05}" dt="2026-06-21T18:59:43.795" v="136"/>
          <ac:picMkLst>
            <pc:docMk/>
            <pc:sldMk cId="794863605" sldId="288"/>
            <ac:picMk id="4" creationId="{43AB395D-D78F-4D0E-6625-DF072DCF54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June 21,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June 21,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Sunday, June 21,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6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June 21,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7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E5B6AE-5EFE-45F0-A2AE-ED771CA3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B204D6-BA9A-8D6B-6D96-F768291F4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662400"/>
            <a:ext cx="11293200" cy="1000800"/>
          </a:xfrm>
        </p:spPr>
        <p:txBody>
          <a:bodyPr anchor="ctr">
            <a:normAutofit/>
          </a:bodyPr>
          <a:lstStyle/>
          <a:p>
            <a:r>
              <a:rPr lang="en-US" sz="4500" dirty="0"/>
              <a:t>Software Design Patterns &amp; Frameworks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92859-06AC-F01D-095A-1B686CF70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5" y="1652400"/>
            <a:ext cx="11293200" cy="984885"/>
          </a:xfrm>
        </p:spPr>
        <p:txBody>
          <a:bodyPr anchor="ctr">
            <a:normAutofit fontScale="47500" lnSpcReduction="20000"/>
          </a:bodyPr>
          <a:lstStyle/>
          <a:p>
            <a:r>
              <a:rPr lang="en-US" sz="6500" dirty="0"/>
              <a:t>Lecture 1 - Introduction to Design Patterns </a:t>
            </a:r>
            <a:r>
              <a:rPr lang="en-US" sz="6600" dirty="0"/>
              <a:t>Software Design Patterns &amp; Frameworks</a:t>
            </a:r>
            <a:endParaRPr lang="en-US" sz="64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5B435-D9F3-4A31-B89E-36741390D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450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24C89AA-6CFD-8A50-3008-81BA18806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665" b="28357"/>
          <a:stretch>
            <a:fillRect/>
          </a:stretch>
        </p:blipFill>
        <p:spPr>
          <a:xfrm>
            <a:off x="20" y="2959198"/>
            <a:ext cx="12191980" cy="3898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E44EF6-09E8-BFE8-1011-C65E5BECB357}"/>
              </a:ext>
            </a:extLst>
          </p:cNvPr>
          <p:cNvSpPr txBox="1"/>
          <p:nvPr/>
        </p:nvSpPr>
        <p:spPr>
          <a:xfrm>
            <a:off x="448054" y="3429000"/>
            <a:ext cx="111739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Focus of Today’s Lecture:</a:t>
            </a:r>
            <a:br>
              <a:rPr lang="en-US" b="1" dirty="0"/>
            </a:br>
            <a:r>
              <a:rPr lang="en-US" b="1" dirty="0"/>
              <a:t>Understanding why design patterns matter in software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4081285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DC50C7-E028-A56A-84EF-145EAC0DA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930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0396BD-D6C8-434F-804F-694FEC0CD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9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0242E0-CFB5-C74D-84D6-058654374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65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07F611-C074-1B28-DE80-2835F8AFD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43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B66FF9-A7C0-33C5-0434-992A3F508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79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20EF-2794-AE94-8F14-2E668BE81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37365-432C-E0A6-4186-F5A9E1C74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QR Code">
            <a:extLst>
              <a:ext uri="{FF2B5EF4-FFF2-40B4-BE49-F238E27FC236}">
                <a16:creationId xmlns:a16="http://schemas.microsoft.com/office/drawing/2014/main" id="{43AB395D-D78F-4D0E-6625-DF072DCF5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85725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63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1BB80-4C04-0F8D-BF16-406F1CFEA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9D96B0-5AA8-55FB-BFFF-6E3D44E59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54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DDA2D4-43C0-301D-420D-F8322B2B5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25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9AE88B-2298-E21F-6EF1-4AE099157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9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07BF99-AC94-B001-AF1C-D301F68D3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784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61C054-D91D-1EF0-F0F5-0A835C94E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04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279C15-91F5-1C24-9078-484651C74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20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AFA91B-106B-E309-BA34-D0E4784CC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551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03D08-FDCC-AF4F-F061-A31522B1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A54165-D69A-B662-EE27-C7833F627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02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FD0B18-0C39-78BB-6642-B958FB9B5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E60254-9EBE-037B-430B-BA59157F8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94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9AEAE-F19D-AB26-8238-E2396319B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387243-92F9-0C44-9FC9-1C206E539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92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8D10C-2BB3-F43C-3DF2-BE16F753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04A3D-7AD0-E3FB-1DCD-067E4DFFE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54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355B8C-4C84-039A-90B5-2C9EF8713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652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331676-60CE-8B68-CAF5-467D082D0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2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3CB93E-7309-9D87-A8E6-4031978CBB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07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B27BE5-527D-EBB8-6515-64CF05B8B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44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8FC1C-367A-C4B2-9626-A9BDF7EDD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10EB46-BF26-B27E-E647-BB4815D50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55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C1EE1-4DDC-C20A-17FC-0F203812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38FEA6-7E65-B99E-5CA7-FD3DAE681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27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AF91AB-8594-9997-2273-99BF4D32E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6C0322-3AA7-7FB6-15FC-CC17FAE2B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59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F7FD2-FDB3-A8F2-453A-B86DBD4C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F32CFB-98E2-22D8-357C-36048573D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11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24D627-32D8-4AA0-0957-BD8FF0A8D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78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6EC6D7-BE7E-388A-9E84-8021D72FA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65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C0299F-CEFB-B286-60D1-5566753D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4005120-547E-B8E3-1C53-2036028D7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05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DE271-1030-9C00-7AE4-FA5813E8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8DE3AF-8686-5670-8D3C-F761A2EE6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64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575B4-1FE6-AF88-FC1C-4F4B4E2F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F3D9D2-B25B-0AB0-7552-3B0534DF7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9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D154E-5F83-8EDF-8D16-E3611429C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76037D-9346-500B-580D-43C19D0AF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008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6C315D-2145-FB58-00A1-740611491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83595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5cd347ea72b658dd0a2482c575c97ab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3aaad5019f95630ab79125be91e6d4b5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Props1.xml><?xml version="1.0" encoding="utf-8"?>
<ds:datastoreItem xmlns:ds="http://schemas.openxmlformats.org/officeDocument/2006/customXml" ds:itemID="{574B26E4-8BCA-4568-A05F-027B7032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FE001C-CEE6-45CA-B1B1-E7041A6C2A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DBB244-4B99-4743-9647-3D18C5BA9F31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6327976d-0e7f-4f4d-9e8d-9adece0280c7"/>
    <ds:schemaRef ds:uri="bbf2655a-b97a-4cd5-9749-fa15d2d37c4f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32</Words>
  <Application>Microsoft Office PowerPoint</Application>
  <PresentationFormat>Widescreen</PresentationFormat>
  <Paragraphs>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 Light</vt:lpstr>
      <vt:lpstr>Sagona Book</vt:lpstr>
      <vt:lpstr>Univers</vt:lpstr>
      <vt:lpstr>ThinLineVTI</vt:lpstr>
      <vt:lpstr>Software Design Patterns &amp; Frameworks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PPG Dinesh Asanka</dc:creator>
  <cp:lastModifiedBy>Mr. PPG Dinesh Asanka</cp:lastModifiedBy>
  <cp:revision>2</cp:revision>
  <dcterms:created xsi:type="dcterms:W3CDTF">2026-06-21T09:38:34Z</dcterms:created>
  <dcterms:modified xsi:type="dcterms:W3CDTF">2026-06-21T18:59:59Z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