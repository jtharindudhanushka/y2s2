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B541B4-C8D6-42A2-8927-9D095E1C3096}" v="7" dt="2026-06-24T18:57:02.8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PPG Dinesh Asanka" userId="54a4306b-b9cd-436b-92bf-e616bbdb8176" providerId="ADAL" clId="{763A7EB7-061F-4CF3-9E06-47EACA773A05}"/>
    <pc:docChg chg="undo custSel addSld delSld modSld">
      <pc:chgData name="Mr. PPG Dinesh Asanka" userId="54a4306b-b9cd-436b-92bf-e616bbdb8176" providerId="ADAL" clId="{763A7EB7-061F-4CF3-9E06-47EACA773A05}" dt="2026-06-24T19:24:19.834" v="177" actId="26606"/>
      <pc:docMkLst>
        <pc:docMk/>
      </pc:docMkLst>
      <pc:sldChg chg="addSp modSp del mod">
        <pc:chgData name="Mr. PPG Dinesh Asanka" userId="54a4306b-b9cd-436b-92bf-e616bbdb8176" providerId="ADAL" clId="{763A7EB7-061F-4CF3-9E06-47EACA773A05}" dt="2026-06-24T12:26:48.678" v="38" actId="47"/>
        <pc:sldMkLst>
          <pc:docMk/>
          <pc:sldMk cId="4081285781" sldId="256"/>
        </pc:sldMkLst>
        <pc:picChg chg="add mod">
          <ac:chgData name="Mr. PPG Dinesh Asanka" userId="54a4306b-b9cd-436b-92bf-e616bbdb8176" providerId="ADAL" clId="{763A7EB7-061F-4CF3-9E06-47EACA773A05}" dt="2026-06-24T12:26:37.554" v="33"/>
          <ac:picMkLst>
            <pc:docMk/>
            <pc:sldMk cId="4081285781" sldId="256"/>
            <ac:picMk id="7" creationId="{0DF9954B-12C8-CBC6-FF7B-ECB50496C250}"/>
          </ac:picMkLst>
        </pc:picChg>
      </pc:sldChg>
      <pc:sldChg chg="del">
        <pc:chgData name="Mr. PPG Dinesh Asanka" userId="54a4306b-b9cd-436b-92bf-e616bbdb8176" providerId="ADAL" clId="{763A7EB7-061F-4CF3-9E06-47EACA773A05}" dt="2026-06-24T12:26:07.968" v="0" actId="47"/>
        <pc:sldMkLst>
          <pc:docMk/>
          <pc:sldMk cId="1711930893" sldId="257"/>
        </pc:sldMkLst>
      </pc:sldChg>
      <pc:sldChg chg="addSp delSp modSp new mod setBg">
        <pc:chgData name="Mr. PPG Dinesh Asanka" userId="54a4306b-b9cd-436b-92bf-e616bbdb8176" providerId="ADAL" clId="{763A7EB7-061F-4CF3-9E06-47EACA773A05}" dt="2026-06-24T19:20:04.315" v="173" actId="14100"/>
        <pc:sldMkLst>
          <pc:docMk/>
          <pc:sldMk cId="1803522013" sldId="257"/>
        </pc:sldMkLst>
        <pc:spChg chg="del">
          <ac:chgData name="Mr. PPG Dinesh Asanka" userId="54a4306b-b9cd-436b-92bf-e616bbdb8176" providerId="ADAL" clId="{763A7EB7-061F-4CF3-9E06-47EACA773A05}" dt="2026-06-24T12:26:46.445" v="37" actId="26606"/>
          <ac:spMkLst>
            <pc:docMk/>
            <pc:sldMk cId="1803522013" sldId="257"/>
            <ac:spMk id="2" creationId="{27AF395C-1EE3-7E76-4DEB-2B78A5A5344D}"/>
          </ac:spMkLst>
        </pc:spChg>
        <pc:spChg chg="del">
          <ac:chgData name="Mr. PPG Dinesh Asanka" userId="54a4306b-b9cd-436b-92bf-e616bbdb8176" providerId="ADAL" clId="{763A7EB7-061F-4CF3-9E06-47EACA773A05}" dt="2026-06-24T12:26:44.697" v="36"/>
          <ac:spMkLst>
            <pc:docMk/>
            <pc:sldMk cId="1803522013" sldId="257"/>
            <ac:spMk id="3" creationId="{2A1F9945-0E6C-4224-18AE-C44221D723A2}"/>
          </ac:spMkLst>
        </pc:spChg>
        <pc:spChg chg="add del">
          <ac:chgData name="Mr. PPG Dinesh Asanka" userId="54a4306b-b9cd-436b-92bf-e616bbdb8176" providerId="ADAL" clId="{763A7EB7-061F-4CF3-9E06-47EACA773A05}" dt="2026-06-24T12:26:54.549" v="39" actId="26606"/>
          <ac:spMkLst>
            <pc:docMk/>
            <pc:sldMk cId="1803522013" sldId="257"/>
            <ac:spMk id="10" creationId="{EBC95D3F-C52F-4F07-95D4-836E1078E555}"/>
          </ac:spMkLst>
        </pc:spChg>
        <pc:spChg chg="add del">
          <ac:chgData name="Mr. PPG Dinesh Asanka" userId="54a4306b-b9cd-436b-92bf-e616bbdb8176" providerId="ADAL" clId="{763A7EB7-061F-4CF3-9E06-47EACA773A05}" dt="2026-06-24T12:30:07.509" v="43" actId="478"/>
          <ac:spMkLst>
            <pc:docMk/>
            <pc:sldMk cId="1803522013" sldId="257"/>
            <ac:spMk id="14" creationId="{6BBA35D9-5970-CD71-3D30-BB497D8666A5}"/>
          </ac:spMkLst>
        </pc:spChg>
        <pc:spChg chg="add">
          <ac:chgData name="Mr. PPG Dinesh Asanka" userId="54a4306b-b9cd-436b-92bf-e616bbdb8176" providerId="ADAL" clId="{763A7EB7-061F-4CF3-9E06-47EACA773A05}" dt="2026-06-24T12:26:54.549" v="39" actId="26606"/>
          <ac:spMkLst>
            <pc:docMk/>
            <pc:sldMk cId="1803522013" sldId="257"/>
            <ac:spMk id="17" creationId="{192E4E9A-E992-419C-B03A-5686FEC1DB47}"/>
          </ac:spMkLst>
        </pc:spChg>
        <pc:picChg chg="add mod ord">
          <ac:chgData name="Mr. PPG Dinesh Asanka" userId="54a4306b-b9cd-436b-92bf-e616bbdb8176" providerId="ADAL" clId="{763A7EB7-061F-4CF3-9E06-47EACA773A05}" dt="2026-06-24T19:20:04.315" v="173" actId="14100"/>
          <ac:picMkLst>
            <pc:docMk/>
            <pc:sldMk cId="1803522013" sldId="257"/>
            <ac:picMk id="5" creationId="{B148AEEE-FA47-683D-1B1D-B00054C119E7}"/>
          </ac:picMkLst>
        </pc:picChg>
        <pc:cxnChg chg="add">
          <ac:chgData name="Mr. PPG Dinesh Asanka" userId="54a4306b-b9cd-436b-92bf-e616bbdb8176" providerId="ADAL" clId="{763A7EB7-061F-4CF3-9E06-47EACA773A05}" dt="2026-06-24T12:26:54.549" v="39" actId="26606"/>
          <ac:cxnSpMkLst>
            <pc:docMk/>
            <pc:sldMk cId="1803522013" sldId="257"/>
            <ac:cxnSpMk id="19" creationId="{B32E796E-8D19-4926-B7B8-653B01939010}"/>
          </ac:cxnSpMkLst>
        </pc:cxnChg>
      </pc:sldChg>
      <pc:sldChg chg="del">
        <pc:chgData name="Mr. PPG Dinesh Asanka" userId="54a4306b-b9cd-436b-92bf-e616bbdb8176" providerId="ADAL" clId="{763A7EB7-061F-4CF3-9E06-47EACA773A05}" dt="2026-06-24T12:26:08.106" v="1" actId="47"/>
        <pc:sldMkLst>
          <pc:docMk/>
          <pc:sldMk cId="1732095201" sldId="258"/>
        </pc:sldMkLst>
      </pc:sldChg>
      <pc:sldChg chg="addSp delSp modSp new mod setBg">
        <pc:chgData name="Mr. PPG Dinesh Asanka" userId="54a4306b-b9cd-436b-92bf-e616bbdb8176" providerId="ADAL" clId="{763A7EB7-061F-4CF3-9E06-47EACA773A05}" dt="2026-06-24T12:34:35.157" v="50" actId="26606"/>
        <pc:sldMkLst>
          <pc:docMk/>
          <pc:sldMk cId="3465349636" sldId="258"/>
        </pc:sldMkLst>
        <pc:spChg chg="del">
          <ac:chgData name="Mr. PPG Dinesh Asanka" userId="54a4306b-b9cd-436b-92bf-e616bbdb8176" providerId="ADAL" clId="{763A7EB7-061F-4CF3-9E06-47EACA773A05}" dt="2026-06-24T12:34:35.157" v="50" actId="26606"/>
          <ac:spMkLst>
            <pc:docMk/>
            <pc:sldMk cId="3465349636" sldId="258"/>
            <ac:spMk id="2" creationId="{AB5DBB24-C6F5-B8C7-7591-5089F7C3617C}"/>
          </ac:spMkLst>
        </pc:spChg>
        <pc:spChg chg="del">
          <ac:chgData name="Mr. PPG Dinesh Asanka" userId="54a4306b-b9cd-436b-92bf-e616bbdb8176" providerId="ADAL" clId="{763A7EB7-061F-4CF3-9E06-47EACA773A05}" dt="2026-06-24T12:34:32.238" v="49"/>
          <ac:spMkLst>
            <pc:docMk/>
            <pc:sldMk cId="3465349636" sldId="258"/>
            <ac:spMk id="3" creationId="{20DF4B1D-F1CA-7B3B-7A8D-E7D1FD201469}"/>
          </ac:spMkLst>
        </pc:spChg>
        <pc:spChg chg="add">
          <ac:chgData name="Mr. PPG Dinesh Asanka" userId="54a4306b-b9cd-436b-92bf-e616bbdb8176" providerId="ADAL" clId="{763A7EB7-061F-4CF3-9E06-47EACA773A05}" dt="2026-06-24T12:34:35.157" v="50" actId="26606"/>
          <ac:spMkLst>
            <pc:docMk/>
            <pc:sldMk cId="3465349636" sldId="258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4T12:34:35.157" v="50" actId="26606"/>
          <ac:picMkLst>
            <pc:docMk/>
            <pc:sldMk cId="3465349636" sldId="258"/>
            <ac:picMk id="5" creationId="{1110382D-6F09-CBC5-3C8A-BA279592EFB3}"/>
          </ac:picMkLst>
        </pc:picChg>
      </pc:sldChg>
      <pc:sldChg chg="del">
        <pc:chgData name="Mr. PPG Dinesh Asanka" userId="54a4306b-b9cd-436b-92bf-e616bbdb8176" providerId="ADAL" clId="{763A7EB7-061F-4CF3-9E06-47EACA773A05}" dt="2026-06-24T12:26:08.313" v="2" actId="47"/>
        <pc:sldMkLst>
          <pc:docMk/>
          <pc:sldMk cId="2286265045" sldId="259"/>
        </pc:sldMkLst>
      </pc:sldChg>
      <pc:sldChg chg="addSp delSp modSp new mod setBg">
        <pc:chgData name="Mr. PPG Dinesh Asanka" userId="54a4306b-b9cd-436b-92bf-e616bbdb8176" providerId="ADAL" clId="{763A7EB7-061F-4CF3-9E06-47EACA773A05}" dt="2026-06-24T12:38:57.466" v="54" actId="26606"/>
        <pc:sldMkLst>
          <pc:docMk/>
          <pc:sldMk cId="3443867501" sldId="259"/>
        </pc:sldMkLst>
        <pc:spChg chg="del">
          <ac:chgData name="Mr. PPG Dinesh Asanka" userId="54a4306b-b9cd-436b-92bf-e616bbdb8176" providerId="ADAL" clId="{763A7EB7-061F-4CF3-9E06-47EACA773A05}" dt="2026-06-24T12:38:57.466" v="54" actId="26606"/>
          <ac:spMkLst>
            <pc:docMk/>
            <pc:sldMk cId="3443867501" sldId="259"/>
            <ac:spMk id="2" creationId="{9F1DCB4C-5B98-AC1A-99AD-C50C6A7E6C7A}"/>
          </ac:spMkLst>
        </pc:spChg>
        <pc:spChg chg="del">
          <ac:chgData name="Mr. PPG Dinesh Asanka" userId="54a4306b-b9cd-436b-92bf-e616bbdb8176" providerId="ADAL" clId="{763A7EB7-061F-4CF3-9E06-47EACA773A05}" dt="2026-06-24T12:38:55.409" v="53"/>
          <ac:spMkLst>
            <pc:docMk/>
            <pc:sldMk cId="3443867501" sldId="259"/>
            <ac:spMk id="3" creationId="{604F0CD7-237D-A929-C5F1-286982E23FCD}"/>
          </ac:spMkLst>
        </pc:spChg>
        <pc:spChg chg="add">
          <ac:chgData name="Mr. PPG Dinesh Asanka" userId="54a4306b-b9cd-436b-92bf-e616bbdb8176" providerId="ADAL" clId="{763A7EB7-061F-4CF3-9E06-47EACA773A05}" dt="2026-06-24T12:38:57.466" v="54" actId="26606"/>
          <ac:spMkLst>
            <pc:docMk/>
            <pc:sldMk cId="3443867501" sldId="259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4T12:38:57.466" v="54" actId="26606"/>
          <ac:picMkLst>
            <pc:docMk/>
            <pc:sldMk cId="3443867501" sldId="259"/>
            <ac:picMk id="5" creationId="{036467E2-112E-8711-5EE3-4267CD8BF0E1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6-24T12:43:47.825" v="58" actId="26606"/>
        <pc:sldMkLst>
          <pc:docMk/>
          <pc:sldMk cId="932083387" sldId="260"/>
        </pc:sldMkLst>
        <pc:spChg chg="del">
          <ac:chgData name="Mr. PPG Dinesh Asanka" userId="54a4306b-b9cd-436b-92bf-e616bbdb8176" providerId="ADAL" clId="{763A7EB7-061F-4CF3-9E06-47EACA773A05}" dt="2026-06-24T12:43:47.825" v="58" actId="26606"/>
          <ac:spMkLst>
            <pc:docMk/>
            <pc:sldMk cId="932083387" sldId="260"/>
            <ac:spMk id="2" creationId="{B633B363-0B89-F248-98B0-33FA36FDB6AB}"/>
          </ac:spMkLst>
        </pc:spChg>
        <pc:spChg chg="del">
          <ac:chgData name="Mr. PPG Dinesh Asanka" userId="54a4306b-b9cd-436b-92bf-e616bbdb8176" providerId="ADAL" clId="{763A7EB7-061F-4CF3-9E06-47EACA773A05}" dt="2026-06-24T12:43:43.627" v="57"/>
          <ac:spMkLst>
            <pc:docMk/>
            <pc:sldMk cId="932083387" sldId="260"/>
            <ac:spMk id="3" creationId="{21A0C938-4B3A-139D-0C4A-005630ED3B38}"/>
          </ac:spMkLst>
        </pc:spChg>
        <pc:spChg chg="add">
          <ac:chgData name="Mr. PPG Dinesh Asanka" userId="54a4306b-b9cd-436b-92bf-e616bbdb8176" providerId="ADAL" clId="{763A7EB7-061F-4CF3-9E06-47EACA773A05}" dt="2026-06-24T12:43:47.825" v="58" actId="26606"/>
          <ac:spMkLst>
            <pc:docMk/>
            <pc:sldMk cId="932083387" sldId="260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4T12:43:47.825" v="58" actId="26606"/>
          <ac:picMkLst>
            <pc:docMk/>
            <pc:sldMk cId="932083387" sldId="260"/>
            <ac:picMk id="5" creationId="{A8FE6BE3-64F1-6D8A-1389-0F7F9A30550B}"/>
          </ac:picMkLst>
        </pc:picChg>
      </pc:sldChg>
      <pc:sldChg chg="del">
        <pc:chgData name="Mr. PPG Dinesh Asanka" userId="54a4306b-b9cd-436b-92bf-e616bbdb8176" providerId="ADAL" clId="{763A7EB7-061F-4CF3-9E06-47EACA773A05}" dt="2026-06-24T12:26:08.511" v="3" actId="47"/>
        <pc:sldMkLst>
          <pc:docMk/>
          <pc:sldMk cId="2169243226" sldId="260"/>
        </pc:sldMkLst>
      </pc:sldChg>
      <pc:sldChg chg="del">
        <pc:chgData name="Mr. PPG Dinesh Asanka" userId="54a4306b-b9cd-436b-92bf-e616bbdb8176" providerId="ADAL" clId="{763A7EB7-061F-4CF3-9E06-47EACA773A05}" dt="2026-06-24T12:26:09.034" v="4" actId="47"/>
        <pc:sldMkLst>
          <pc:docMk/>
          <pc:sldMk cId="861679769" sldId="261"/>
        </pc:sldMkLst>
      </pc:sldChg>
      <pc:sldChg chg="addSp delSp modSp new mod setBg">
        <pc:chgData name="Mr. PPG Dinesh Asanka" userId="54a4306b-b9cd-436b-92bf-e616bbdb8176" providerId="ADAL" clId="{763A7EB7-061F-4CF3-9E06-47EACA773A05}" dt="2026-06-24T14:31:56.181" v="71" actId="14100"/>
        <pc:sldMkLst>
          <pc:docMk/>
          <pc:sldMk cId="1708886363" sldId="261"/>
        </pc:sldMkLst>
        <pc:spChg chg="add del">
          <ac:chgData name="Mr. PPG Dinesh Asanka" userId="54a4306b-b9cd-436b-92bf-e616bbdb8176" providerId="ADAL" clId="{763A7EB7-061F-4CF3-9E06-47EACA773A05}" dt="2026-06-24T14:29:16.164" v="67" actId="26606"/>
          <ac:spMkLst>
            <pc:docMk/>
            <pc:sldMk cId="1708886363" sldId="261"/>
            <ac:spMk id="2" creationId="{05D72D6D-9F3C-A3AB-4341-9CAC101C17AD}"/>
          </ac:spMkLst>
        </pc:spChg>
        <pc:spChg chg="del">
          <ac:chgData name="Mr. PPG Dinesh Asanka" userId="54a4306b-b9cd-436b-92bf-e616bbdb8176" providerId="ADAL" clId="{763A7EB7-061F-4CF3-9E06-47EACA773A05}" dt="2026-06-24T14:29:01.008" v="61"/>
          <ac:spMkLst>
            <pc:docMk/>
            <pc:sldMk cId="1708886363" sldId="261"/>
            <ac:spMk id="3" creationId="{508577DE-7EA7-D839-2083-E914184F9C53}"/>
          </ac:spMkLst>
        </pc:spChg>
        <pc:spChg chg="add del">
          <ac:chgData name="Mr. PPG Dinesh Asanka" userId="54a4306b-b9cd-436b-92bf-e616bbdb8176" providerId="ADAL" clId="{763A7EB7-061F-4CF3-9E06-47EACA773A05}" dt="2026-06-24T14:29:16.164" v="67" actId="26606"/>
          <ac:spMkLst>
            <pc:docMk/>
            <pc:sldMk cId="1708886363" sldId="261"/>
            <ac:spMk id="7" creationId="{EBC95D3F-C52F-4F07-95D4-836E1078E555}"/>
          </ac:spMkLst>
        </pc:spChg>
        <pc:spChg chg="add del">
          <ac:chgData name="Mr. PPG Dinesh Asanka" userId="54a4306b-b9cd-436b-92bf-e616bbdb8176" providerId="ADAL" clId="{763A7EB7-061F-4CF3-9E06-47EACA773A05}" dt="2026-06-24T14:29:09.326" v="63" actId="26606"/>
          <ac:spMkLst>
            <pc:docMk/>
            <pc:sldMk cId="1708886363" sldId="261"/>
            <ac:spMk id="10" creationId="{EBC95D3F-C52F-4F07-95D4-836E1078E555}"/>
          </ac:spMkLst>
        </pc:spChg>
        <pc:spChg chg="add del">
          <ac:chgData name="Mr. PPG Dinesh Asanka" userId="54a4306b-b9cd-436b-92bf-e616bbdb8176" providerId="ADAL" clId="{763A7EB7-061F-4CF3-9E06-47EACA773A05}" dt="2026-06-24T14:29:11.397" v="65" actId="26606"/>
          <ac:spMkLst>
            <pc:docMk/>
            <pc:sldMk cId="1708886363" sldId="261"/>
            <ac:spMk id="12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4T14:31:56.181" v="71" actId="14100"/>
          <ac:picMkLst>
            <pc:docMk/>
            <pc:sldMk cId="1708886363" sldId="261"/>
            <ac:picMk id="5" creationId="{B70FFACF-56B6-A57E-58F7-0E7451284B93}"/>
          </ac:picMkLst>
        </pc:picChg>
      </pc:sldChg>
      <pc:sldChg chg="addSp delSp modSp new mod setBg">
        <pc:chgData name="Mr. PPG Dinesh Asanka" userId="54a4306b-b9cd-436b-92bf-e616bbdb8176" providerId="ADAL" clId="{763A7EB7-061F-4CF3-9E06-47EACA773A05}" dt="2026-06-24T14:49:59.226" v="75" actId="26606"/>
        <pc:sldMkLst>
          <pc:docMk/>
          <pc:sldMk cId="2305447304" sldId="262"/>
        </pc:sldMkLst>
        <pc:spChg chg="del">
          <ac:chgData name="Mr. PPG Dinesh Asanka" userId="54a4306b-b9cd-436b-92bf-e616bbdb8176" providerId="ADAL" clId="{763A7EB7-061F-4CF3-9E06-47EACA773A05}" dt="2026-06-24T14:49:59.226" v="75" actId="26606"/>
          <ac:spMkLst>
            <pc:docMk/>
            <pc:sldMk cId="2305447304" sldId="262"/>
            <ac:spMk id="2" creationId="{EF0BE108-5F3F-3D0B-5EB8-DB39E513F923}"/>
          </ac:spMkLst>
        </pc:spChg>
        <pc:spChg chg="del">
          <ac:chgData name="Mr. PPG Dinesh Asanka" userId="54a4306b-b9cd-436b-92bf-e616bbdb8176" providerId="ADAL" clId="{763A7EB7-061F-4CF3-9E06-47EACA773A05}" dt="2026-06-24T14:49:54.413" v="74"/>
          <ac:spMkLst>
            <pc:docMk/>
            <pc:sldMk cId="2305447304" sldId="262"/>
            <ac:spMk id="3" creationId="{89453EA1-3ABC-6AFA-FB40-C3A3E1F40469}"/>
          </ac:spMkLst>
        </pc:spChg>
        <pc:spChg chg="add">
          <ac:chgData name="Mr. PPG Dinesh Asanka" userId="54a4306b-b9cd-436b-92bf-e616bbdb8176" providerId="ADAL" clId="{763A7EB7-061F-4CF3-9E06-47EACA773A05}" dt="2026-06-24T14:49:59.226" v="75" actId="26606"/>
          <ac:spMkLst>
            <pc:docMk/>
            <pc:sldMk cId="2305447304" sldId="262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4T14:49:59.226" v="75" actId="26606"/>
          <ac:picMkLst>
            <pc:docMk/>
            <pc:sldMk cId="2305447304" sldId="262"/>
            <ac:picMk id="5" creationId="{DE39219E-9064-18D9-2539-1994EFBD0A81}"/>
          </ac:picMkLst>
        </pc:picChg>
      </pc:sldChg>
      <pc:sldChg chg="del">
        <pc:chgData name="Mr. PPG Dinesh Asanka" userId="54a4306b-b9cd-436b-92bf-e616bbdb8176" providerId="ADAL" clId="{763A7EB7-061F-4CF3-9E06-47EACA773A05}" dt="2026-06-24T12:26:10.202" v="9" actId="47"/>
        <pc:sldMkLst>
          <pc:docMk/>
          <pc:sldMk cId="3408784645" sldId="262"/>
        </pc:sldMkLst>
      </pc:sldChg>
      <pc:sldChg chg="addSp delSp modSp new mod">
        <pc:chgData name="Mr. PPG Dinesh Asanka" userId="54a4306b-b9cd-436b-92bf-e616bbdb8176" providerId="ADAL" clId="{763A7EB7-061F-4CF3-9E06-47EACA773A05}" dt="2026-06-24T15:02:07.592" v="82" actId="14100"/>
        <pc:sldMkLst>
          <pc:docMk/>
          <pc:sldMk cId="1859566457" sldId="263"/>
        </pc:sldMkLst>
        <pc:spChg chg="del">
          <ac:chgData name="Mr. PPG Dinesh Asanka" userId="54a4306b-b9cd-436b-92bf-e616bbdb8176" providerId="ADAL" clId="{763A7EB7-061F-4CF3-9E06-47EACA773A05}" dt="2026-06-24T15:01:44.514" v="78"/>
          <ac:spMkLst>
            <pc:docMk/>
            <pc:sldMk cId="1859566457" sldId="263"/>
            <ac:spMk id="3" creationId="{6CF9F134-08C4-5865-49D6-CFB599CFDF19}"/>
          </ac:spMkLst>
        </pc:spChg>
        <pc:picChg chg="add mod ord">
          <ac:chgData name="Mr. PPG Dinesh Asanka" userId="54a4306b-b9cd-436b-92bf-e616bbdb8176" providerId="ADAL" clId="{763A7EB7-061F-4CF3-9E06-47EACA773A05}" dt="2026-06-24T15:02:07.592" v="82" actId="14100"/>
          <ac:picMkLst>
            <pc:docMk/>
            <pc:sldMk cId="1859566457" sldId="263"/>
            <ac:picMk id="5" creationId="{C6B3B470-88D8-E9C1-9865-5A0AC0D4DFD7}"/>
          </ac:picMkLst>
        </pc:picChg>
      </pc:sldChg>
      <pc:sldChg chg="del">
        <pc:chgData name="Mr. PPG Dinesh Asanka" userId="54a4306b-b9cd-436b-92bf-e616bbdb8176" providerId="ADAL" clId="{763A7EB7-061F-4CF3-9E06-47EACA773A05}" dt="2026-06-24T12:26:09.827" v="7" actId="47"/>
        <pc:sldMkLst>
          <pc:docMk/>
          <pc:sldMk cId="1995825180" sldId="263"/>
        </pc:sldMkLst>
      </pc:sldChg>
      <pc:sldChg chg="addSp delSp modSp new mod">
        <pc:chgData name="Mr. PPG Dinesh Asanka" userId="54a4306b-b9cd-436b-92bf-e616bbdb8176" providerId="ADAL" clId="{763A7EB7-061F-4CF3-9E06-47EACA773A05}" dt="2026-06-24T15:08:23.463" v="89" actId="14100"/>
        <pc:sldMkLst>
          <pc:docMk/>
          <pc:sldMk cId="3320992115" sldId="264"/>
        </pc:sldMkLst>
        <pc:spChg chg="del">
          <ac:chgData name="Mr. PPG Dinesh Asanka" userId="54a4306b-b9cd-436b-92bf-e616bbdb8176" providerId="ADAL" clId="{763A7EB7-061F-4CF3-9E06-47EACA773A05}" dt="2026-06-24T15:05:36.434" v="85"/>
          <ac:spMkLst>
            <pc:docMk/>
            <pc:sldMk cId="3320992115" sldId="264"/>
            <ac:spMk id="3" creationId="{355B06AE-9127-41B4-D44D-801241275A54}"/>
          </ac:spMkLst>
        </pc:spChg>
        <pc:picChg chg="add mod ord">
          <ac:chgData name="Mr. PPG Dinesh Asanka" userId="54a4306b-b9cd-436b-92bf-e616bbdb8176" providerId="ADAL" clId="{763A7EB7-061F-4CF3-9E06-47EACA773A05}" dt="2026-06-24T15:08:23.463" v="89" actId="14100"/>
          <ac:picMkLst>
            <pc:docMk/>
            <pc:sldMk cId="3320992115" sldId="264"/>
            <ac:picMk id="5" creationId="{5B456B48-3F01-882C-270B-C3C6387D15B6}"/>
          </ac:picMkLst>
        </pc:picChg>
      </pc:sldChg>
      <pc:sldChg chg="del">
        <pc:chgData name="Mr. PPG Dinesh Asanka" userId="54a4306b-b9cd-436b-92bf-e616bbdb8176" providerId="ADAL" clId="{763A7EB7-061F-4CF3-9E06-47EACA773A05}" dt="2026-06-24T12:26:09.999" v="8" actId="47"/>
        <pc:sldMkLst>
          <pc:docMk/>
          <pc:sldMk cId="3496092231" sldId="264"/>
        </pc:sldMkLst>
      </pc:sldChg>
      <pc:sldChg chg="addSp delSp modSp new mod">
        <pc:chgData name="Mr. PPG Dinesh Asanka" userId="54a4306b-b9cd-436b-92bf-e616bbdb8176" providerId="ADAL" clId="{763A7EB7-061F-4CF3-9E06-47EACA773A05}" dt="2026-06-24T16:00:17.834" v="96" actId="14100"/>
        <pc:sldMkLst>
          <pc:docMk/>
          <pc:sldMk cId="3592164806" sldId="265"/>
        </pc:sldMkLst>
        <pc:spChg chg="del">
          <ac:chgData name="Mr. PPG Dinesh Asanka" userId="54a4306b-b9cd-436b-92bf-e616bbdb8176" providerId="ADAL" clId="{763A7EB7-061F-4CF3-9E06-47EACA773A05}" dt="2026-06-24T16:00:05.563" v="92"/>
          <ac:spMkLst>
            <pc:docMk/>
            <pc:sldMk cId="3592164806" sldId="265"/>
            <ac:spMk id="3" creationId="{DB0EAF1C-F63D-1101-AEF2-8BA16241B3EB}"/>
          </ac:spMkLst>
        </pc:spChg>
        <pc:picChg chg="add mod ord">
          <ac:chgData name="Mr. PPG Dinesh Asanka" userId="54a4306b-b9cd-436b-92bf-e616bbdb8176" providerId="ADAL" clId="{763A7EB7-061F-4CF3-9E06-47EACA773A05}" dt="2026-06-24T16:00:17.834" v="96" actId="14100"/>
          <ac:picMkLst>
            <pc:docMk/>
            <pc:sldMk cId="3592164806" sldId="265"/>
            <ac:picMk id="5" creationId="{C7E4691D-2C24-3731-2CA5-01B2AF7A3EBC}"/>
          </ac:picMkLst>
        </pc:picChg>
      </pc:sldChg>
      <pc:sldChg chg="del">
        <pc:chgData name="Mr. PPG Dinesh Asanka" userId="54a4306b-b9cd-436b-92bf-e616bbdb8176" providerId="ADAL" clId="{763A7EB7-061F-4CF3-9E06-47EACA773A05}" dt="2026-06-24T12:26:10.425" v="10" actId="47"/>
        <pc:sldMkLst>
          <pc:docMk/>
          <pc:sldMk cId="3711204385" sldId="265"/>
        </pc:sldMkLst>
      </pc:sldChg>
      <pc:sldChg chg="addSp delSp modSp new mod">
        <pc:chgData name="Mr. PPG Dinesh Asanka" userId="54a4306b-b9cd-436b-92bf-e616bbdb8176" providerId="ADAL" clId="{763A7EB7-061F-4CF3-9E06-47EACA773A05}" dt="2026-06-24T16:03:55.976" v="104" actId="14100"/>
        <pc:sldMkLst>
          <pc:docMk/>
          <pc:sldMk cId="796479043" sldId="266"/>
        </pc:sldMkLst>
        <pc:spChg chg="del">
          <ac:chgData name="Mr. PPG Dinesh Asanka" userId="54a4306b-b9cd-436b-92bf-e616bbdb8176" providerId="ADAL" clId="{763A7EB7-061F-4CF3-9E06-47EACA773A05}" dt="2026-06-24T16:03:40.211" v="99"/>
          <ac:spMkLst>
            <pc:docMk/>
            <pc:sldMk cId="796479043" sldId="266"/>
            <ac:spMk id="3" creationId="{7E45E71D-4CE0-799C-C906-7723867100CB}"/>
          </ac:spMkLst>
        </pc:spChg>
        <pc:picChg chg="add mod ord">
          <ac:chgData name="Mr. PPG Dinesh Asanka" userId="54a4306b-b9cd-436b-92bf-e616bbdb8176" providerId="ADAL" clId="{763A7EB7-061F-4CF3-9E06-47EACA773A05}" dt="2026-06-24T16:03:55.976" v="104" actId="14100"/>
          <ac:picMkLst>
            <pc:docMk/>
            <pc:sldMk cId="796479043" sldId="266"/>
            <ac:picMk id="5" creationId="{8A85FAD6-4AD6-65C6-4A67-F0DECFBA6FD7}"/>
          </ac:picMkLst>
        </pc:picChg>
      </pc:sldChg>
      <pc:sldChg chg="del">
        <pc:chgData name="Mr. PPG Dinesh Asanka" userId="54a4306b-b9cd-436b-92bf-e616bbdb8176" providerId="ADAL" clId="{763A7EB7-061F-4CF3-9E06-47EACA773A05}" dt="2026-06-24T12:26:10.602" v="11" actId="47"/>
        <pc:sldMkLst>
          <pc:docMk/>
          <pc:sldMk cId="4243820636" sldId="266"/>
        </pc:sldMkLst>
      </pc:sldChg>
      <pc:sldChg chg="del">
        <pc:chgData name="Mr. PPG Dinesh Asanka" userId="54a4306b-b9cd-436b-92bf-e616bbdb8176" providerId="ADAL" clId="{763A7EB7-061F-4CF3-9E06-47EACA773A05}" dt="2026-06-24T12:26:10.780" v="12" actId="47"/>
        <pc:sldMkLst>
          <pc:docMk/>
          <pc:sldMk cId="2301551564" sldId="267"/>
        </pc:sldMkLst>
      </pc:sldChg>
      <pc:sldChg chg="addSp delSp modSp new mod setBg">
        <pc:chgData name="Mr. PPG Dinesh Asanka" userId="54a4306b-b9cd-436b-92bf-e616bbdb8176" providerId="ADAL" clId="{763A7EB7-061F-4CF3-9E06-47EACA773A05}" dt="2026-06-24T18:25:47.309" v="112" actId="14100"/>
        <pc:sldMkLst>
          <pc:docMk/>
          <pc:sldMk cId="2412869400" sldId="267"/>
        </pc:sldMkLst>
        <pc:spChg chg="mod">
          <ac:chgData name="Mr. PPG Dinesh Asanka" userId="54a4306b-b9cd-436b-92bf-e616bbdb8176" providerId="ADAL" clId="{763A7EB7-061F-4CF3-9E06-47EACA773A05}" dt="2026-06-24T18:25:33.602" v="108" actId="26606"/>
          <ac:spMkLst>
            <pc:docMk/>
            <pc:sldMk cId="2412869400" sldId="267"/>
            <ac:spMk id="2" creationId="{A5F49808-F9CE-4EFB-DB1A-FE6E41FA1067}"/>
          </ac:spMkLst>
        </pc:spChg>
        <pc:spChg chg="del">
          <ac:chgData name="Mr. PPG Dinesh Asanka" userId="54a4306b-b9cd-436b-92bf-e616bbdb8176" providerId="ADAL" clId="{763A7EB7-061F-4CF3-9E06-47EACA773A05}" dt="2026-06-24T18:25:25.704" v="107"/>
          <ac:spMkLst>
            <pc:docMk/>
            <pc:sldMk cId="2412869400" sldId="267"/>
            <ac:spMk id="3" creationId="{4CB2A301-297D-BCF3-1CE9-332733D552FD}"/>
          </ac:spMkLst>
        </pc:spChg>
        <pc:spChg chg="add">
          <ac:chgData name="Mr. PPG Dinesh Asanka" userId="54a4306b-b9cd-436b-92bf-e616bbdb8176" providerId="ADAL" clId="{763A7EB7-061F-4CF3-9E06-47EACA773A05}" dt="2026-06-24T18:25:33.602" v="108" actId="26606"/>
          <ac:spMkLst>
            <pc:docMk/>
            <pc:sldMk cId="2412869400" sldId="267"/>
            <ac:spMk id="9" creationId="{E8675749-28DC-DCBF-BB6C-FC5E29B52831}"/>
          </ac:spMkLst>
        </pc:spChg>
        <pc:spChg chg="add">
          <ac:chgData name="Mr. PPG Dinesh Asanka" userId="54a4306b-b9cd-436b-92bf-e616bbdb8176" providerId="ADAL" clId="{763A7EB7-061F-4CF3-9E06-47EACA773A05}" dt="2026-06-24T18:25:33.602" v="108" actId="26606"/>
          <ac:spMkLst>
            <pc:docMk/>
            <pc:sldMk cId="2412869400" sldId="267"/>
            <ac:spMk id="12" creationId="{93E905E4-EF0C-4890-85FA-2CF6EEF555F3}"/>
          </ac:spMkLst>
        </pc:spChg>
        <pc:picChg chg="add mod ord">
          <ac:chgData name="Mr. PPG Dinesh Asanka" userId="54a4306b-b9cd-436b-92bf-e616bbdb8176" providerId="ADAL" clId="{763A7EB7-061F-4CF3-9E06-47EACA773A05}" dt="2026-06-24T18:25:47.309" v="112" actId="14100"/>
          <ac:picMkLst>
            <pc:docMk/>
            <pc:sldMk cId="2412869400" sldId="267"/>
            <ac:picMk id="5" creationId="{9AEC812E-220A-EB54-13FE-3652FBB723C9}"/>
          </ac:picMkLst>
        </pc:picChg>
        <pc:cxnChg chg="add">
          <ac:chgData name="Mr. PPG Dinesh Asanka" userId="54a4306b-b9cd-436b-92bf-e616bbdb8176" providerId="ADAL" clId="{763A7EB7-061F-4CF3-9E06-47EACA773A05}" dt="2026-06-24T18:25:33.602" v="108" actId="26606"/>
          <ac:cxnSpMkLst>
            <pc:docMk/>
            <pc:sldMk cId="2412869400" sldId="267"/>
            <ac:cxnSpMk id="14" creationId="{B32E796E-8D19-4926-B7B8-653B01939010}"/>
          </ac:cxnSpMkLst>
        </pc:cxnChg>
      </pc:sldChg>
      <pc:sldChg chg="addSp delSp modSp new mod setBg">
        <pc:chgData name="Mr. PPG Dinesh Asanka" userId="54a4306b-b9cd-436b-92bf-e616bbdb8176" providerId="ADAL" clId="{763A7EB7-061F-4CF3-9E06-47EACA773A05}" dt="2026-06-24T18:30:45.714" v="126" actId="14100"/>
        <pc:sldMkLst>
          <pc:docMk/>
          <pc:sldMk cId="1092484323" sldId="268"/>
        </pc:sldMkLst>
        <pc:spChg chg="add del mod">
          <ac:chgData name="Mr. PPG Dinesh Asanka" userId="54a4306b-b9cd-436b-92bf-e616bbdb8176" providerId="ADAL" clId="{763A7EB7-061F-4CF3-9E06-47EACA773A05}" dt="2026-06-24T18:30:35.730" v="123" actId="26606"/>
          <ac:spMkLst>
            <pc:docMk/>
            <pc:sldMk cId="1092484323" sldId="268"/>
            <ac:spMk id="2" creationId="{0D4C2483-372F-FFC8-C5B2-49BAF7C27155}"/>
          </ac:spMkLst>
        </pc:spChg>
        <pc:spChg chg="del">
          <ac:chgData name="Mr. PPG Dinesh Asanka" userId="54a4306b-b9cd-436b-92bf-e616bbdb8176" providerId="ADAL" clId="{763A7EB7-061F-4CF3-9E06-47EACA773A05}" dt="2026-06-24T18:29:57.733" v="118"/>
          <ac:spMkLst>
            <pc:docMk/>
            <pc:sldMk cId="1092484323" sldId="268"/>
            <ac:spMk id="3" creationId="{905242E5-8CA6-1C55-8D6D-1A5FF8CA850E}"/>
          </ac:spMkLst>
        </pc:spChg>
        <pc:spChg chg="add">
          <ac:chgData name="Mr. PPG Dinesh Asanka" userId="54a4306b-b9cd-436b-92bf-e616bbdb8176" providerId="ADAL" clId="{763A7EB7-061F-4CF3-9E06-47EACA773A05}" dt="2026-06-24T18:30:35.730" v="123" actId="26606"/>
          <ac:spMkLst>
            <pc:docMk/>
            <pc:sldMk cId="1092484323" sldId="268"/>
            <ac:spMk id="9" creationId="{7E536775-3BF6-395A-10E2-FCD2EE92B3C6}"/>
          </ac:spMkLst>
        </pc:spChg>
        <pc:spChg chg="add del">
          <ac:chgData name="Mr. PPG Dinesh Asanka" userId="54a4306b-b9cd-436b-92bf-e616bbdb8176" providerId="ADAL" clId="{763A7EB7-061F-4CF3-9E06-47EACA773A05}" dt="2026-06-24T18:30:08.338" v="122" actId="26606"/>
          <ac:spMkLst>
            <pc:docMk/>
            <pc:sldMk cId="1092484323" sldId="268"/>
            <ac:spMk id="10" creationId="{EBC95D3F-C52F-4F07-95D4-836E1078E555}"/>
          </ac:spMkLst>
        </pc:spChg>
        <pc:spChg chg="add">
          <ac:chgData name="Mr. PPG Dinesh Asanka" userId="54a4306b-b9cd-436b-92bf-e616bbdb8176" providerId="ADAL" clId="{763A7EB7-061F-4CF3-9E06-47EACA773A05}" dt="2026-06-24T18:30:35.730" v="123" actId="26606"/>
          <ac:spMkLst>
            <pc:docMk/>
            <pc:sldMk cId="1092484323" sldId="268"/>
            <ac:spMk id="12" creationId="{93E905E4-EF0C-4890-85FA-2CF6EEF555F3}"/>
          </ac:spMkLst>
        </pc:spChg>
        <pc:picChg chg="add mod ord">
          <ac:chgData name="Mr. PPG Dinesh Asanka" userId="54a4306b-b9cd-436b-92bf-e616bbdb8176" providerId="ADAL" clId="{763A7EB7-061F-4CF3-9E06-47EACA773A05}" dt="2026-06-24T18:30:45.714" v="126" actId="14100"/>
          <ac:picMkLst>
            <pc:docMk/>
            <pc:sldMk cId="1092484323" sldId="268"/>
            <ac:picMk id="5" creationId="{01C148FD-AA08-D4B1-34BB-CDA5AA4629AB}"/>
          </ac:picMkLst>
        </pc:picChg>
        <pc:cxnChg chg="add">
          <ac:chgData name="Mr. PPG Dinesh Asanka" userId="54a4306b-b9cd-436b-92bf-e616bbdb8176" providerId="ADAL" clId="{763A7EB7-061F-4CF3-9E06-47EACA773A05}" dt="2026-06-24T18:30:35.730" v="123" actId="26606"/>
          <ac:cxnSpMkLst>
            <pc:docMk/>
            <pc:sldMk cId="1092484323" sldId="268"/>
            <ac:cxnSpMk id="14" creationId="{B32E796E-8D19-4926-B7B8-653B01939010}"/>
          </ac:cxnSpMkLst>
        </pc:cxnChg>
      </pc:sldChg>
      <pc:sldChg chg="del">
        <pc:chgData name="Mr. PPG Dinesh Asanka" userId="54a4306b-b9cd-436b-92bf-e616bbdb8176" providerId="ADAL" clId="{763A7EB7-061F-4CF3-9E06-47EACA773A05}" dt="2026-06-24T12:26:09.361" v="6" actId="47"/>
        <pc:sldMkLst>
          <pc:docMk/>
          <pc:sldMk cId="2726954147" sldId="268"/>
        </pc:sldMkLst>
      </pc:sldChg>
      <pc:sldChg chg="addSp delSp modSp add mod setBg">
        <pc:chgData name="Mr. PPG Dinesh Asanka" userId="54a4306b-b9cd-436b-92bf-e616bbdb8176" providerId="ADAL" clId="{763A7EB7-061F-4CF3-9E06-47EACA773A05}" dt="2026-06-24T18:33:33.489" v="132" actId="14100"/>
        <pc:sldMkLst>
          <pc:docMk/>
          <pc:sldMk cId="1065039095" sldId="269"/>
        </pc:sldMkLst>
        <pc:spChg chg="mod">
          <ac:chgData name="Mr. PPG Dinesh Asanka" userId="54a4306b-b9cd-436b-92bf-e616bbdb8176" providerId="ADAL" clId="{763A7EB7-061F-4CF3-9E06-47EACA773A05}" dt="2026-06-24T18:33:22.883" v="129" actId="26606"/>
          <ac:spMkLst>
            <pc:docMk/>
            <pc:sldMk cId="1065039095" sldId="269"/>
            <ac:spMk id="2" creationId="{19EA30E7-15C4-38D9-A91C-01B88E074D8E}"/>
          </ac:spMkLst>
        </pc:spChg>
        <pc:spChg chg="del">
          <ac:chgData name="Mr. PPG Dinesh Asanka" userId="54a4306b-b9cd-436b-92bf-e616bbdb8176" providerId="ADAL" clId="{763A7EB7-061F-4CF3-9E06-47EACA773A05}" dt="2026-06-24T18:33:19.289" v="128"/>
          <ac:spMkLst>
            <pc:docMk/>
            <pc:sldMk cId="1065039095" sldId="269"/>
            <ac:spMk id="3" creationId="{F0D5B947-1786-279B-B07C-41F2958849A6}"/>
          </ac:spMkLst>
        </pc:spChg>
        <pc:spChg chg="add">
          <ac:chgData name="Mr. PPG Dinesh Asanka" userId="54a4306b-b9cd-436b-92bf-e616bbdb8176" providerId="ADAL" clId="{763A7EB7-061F-4CF3-9E06-47EACA773A05}" dt="2026-06-24T18:33:22.883" v="129" actId="26606"/>
          <ac:spMkLst>
            <pc:docMk/>
            <pc:sldMk cId="1065039095" sldId="269"/>
            <ac:spMk id="9" creationId="{A66B2D6A-3D44-F11D-D836-263012378B1C}"/>
          </ac:spMkLst>
        </pc:spChg>
        <pc:spChg chg="add">
          <ac:chgData name="Mr. PPG Dinesh Asanka" userId="54a4306b-b9cd-436b-92bf-e616bbdb8176" providerId="ADAL" clId="{763A7EB7-061F-4CF3-9E06-47EACA773A05}" dt="2026-06-24T18:33:22.883" v="129" actId="26606"/>
          <ac:spMkLst>
            <pc:docMk/>
            <pc:sldMk cId="1065039095" sldId="269"/>
            <ac:spMk id="12" creationId="{93E905E4-EF0C-4890-85FA-2CF6EEF555F3}"/>
          </ac:spMkLst>
        </pc:spChg>
        <pc:picChg chg="add mod ord">
          <ac:chgData name="Mr. PPG Dinesh Asanka" userId="54a4306b-b9cd-436b-92bf-e616bbdb8176" providerId="ADAL" clId="{763A7EB7-061F-4CF3-9E06-47EACA773A05}" dt="2026-06-24T18:33:33.489" v="132" actId="14100"/>
          <ac:picMkLst>
            <pc:docMk/>
            <pc:sldMk cId="1065039095" sldId="269"/>
            <ac:picMk id="5" creationId="{3D87814F-9522-5EF4-FA18-94B2A4DE8864}"/>
          </ac:picMkLst>
        </pc:picChg>
        <pc:cxnChg chg="add">
          <ac:chgData name="Mr. PPG Dinesh Asanka" userId="54a4306b-b9cd-436b-92bf-e616bbdb8176" providerId="ADAL" clId="{763A7EB7-061F-4CF3-9E06-47EACA773A05}" dt="2026-06-24T18:33:22.883" v="129" actId="26606"/>
          <ac:cxnSpMkLst>
            <pc:docMk/>
            <pc:sldMk cId="1065039095" sldId="269"/>
            <ac:cxnSpMk id="14" creationId="{B32E796E-8D19-4926-B7B8-653B01939010}"/>
          </ac:cxnSpMkLst>
        </pc:cxnChg>
      </pc:sldChg>
      <pc:sldChg chg="del">
        <pc:chgData name="Mr. PPG Dinesh Asanka" userId="54a4306b-b9cd-436b-92bf-e616bbdb8176" providerId="ADAL" clId="{763A7EB7-061F-4CF3-9E06-47EACA773A05}" dt="2026-06-24T12:26:11.488" v="13" actId="47"/>
        <pc:sldMkLst>
          <pc:docMk/>
          <pc:sldMk cId="2697502477" sldId="269"/>
        </pc:sldMkLst>
      </pc:sldChg>
      <pc:sldChg chg="addSp delSp modSp add mod setBg">
        <pc:chgData name="Mr. PPG Dinesh Asanka" userId="54a4306b-b9cd-436b-92bf-e616bbdb8176" providerId="ADAL" clId="{763A7EB7-061F-4CF3-9E06-47EACA773A05}" dt="2026-06-24T18:36:13.663" v="138" actId="14100"/>
        <pc:sldMkLst>
          <pc:docMk/>
          <pc:sldMk cId="1831260294" sldId="270"/>
        </pc:sldMkLst>
        <pc:spChg chg="mod">
          <ac:chgData name="Mr. PPG Dinesh Asanka" userId="54a4306b-b9cd-436b-92bf-e616bbdb8176" providerId="ADAL" clId="{763A7EB7-061F-4CF3-9E06-47EACA773A05}" dt="2026-06-24T18:36:04.207" v="135" actId="26606"/>
          <ac:spMkLst>
            <pc:docMk/>
            <pc:sldMk cId="1831260294" sldId="270"/>
            <ac:spMk id="2" creationId="{FD926808-4688-F485-222F-E518406616ED}"/>
          </ac:spMkLst>
        </pc:spChg>
        <pc:spChg chg="del">
          <ac:chgData name="Mr. PPG Dinesh Asanka" userId="54a4306b-b9cd-436b-92bf-e616bbdb8176" providerId="ADAL" clId="{763A7EB7-061F-4CF3-9E06-47EACA773A05}" dt="2026-06-24T18:36:00.617" v="134"/>
          <ac:spMkLst>
            <pc:docMk/>
            <pc:sldMk cId="1831260294" sldId="270"/>
            <ac:spMk id="3" creationId="{47CBC4A2-2C42-6595-E4A4-4D01ED563681}"/>
          </ac:spMkLst>
        </pc:spChg>
        <pc:spChg chg="add">
          <ac:chgData name="Mr. PPG Dinesh Asanka" userId="54a4306b-b9cd-436b-92bf-e616bbdb8176" providerId="ADAL" clId="{763A7EB7-061F-4CF3-9E06-47EACA773A05}" dt="2026-06-24T18:36:04.207" v="135" actId="26606"/>
          <ac:spMkLst>
            <pc:docMk/>
            <pc:sldMk cId="1831260294" sldId="270"/>
            <ac:spMk id="9" creationId="{E1F01729-9497-81AD-F028-E5D005A394F3}"/>
          </ac:spMkLst>
        </pc:spChg>
        <pc:spChg chg="add">
          <ac:chgData name="Mr. PPG Dinesh Asanka" userId="54a4306b-b9cd-436b-92bf-e616bbdb8176" providerId="ADAL" clId="{763A7EB7-061F-4CF3-9E06-47EACA773A05}" dt="2026-06-24T18:36:04.207" v="135" actId="26606"/>
          <ac:spMkLst>
            <pc:docMk/>
            <pc:sldMk cId="1831260294" sldId="270"/>
            <ac:spMk id="12" creationId="{93E905E4-EF0C-4890-85FA-2CF6EEF555F3}"/>
          </ac:spMkLst>
        </pc:spChg>
        <pc:picChg chg="add mod ord">
          <ac:chgData name="Mr. PPG Dinesh Asanka" userId="54a4306b-b9cd-436b-92bf-e616bbdb8176" providerId="ADAL" clId="{763A7EB7-061F-4CF3-9E06-47EACA773A05}" dt="2026-06-24T18:36:13.663" v="138" actId="14100"/>
          <ac:picMkLst>
            <pc:docMk/>
            <pc:sldMk cId="1831260294" sldId="270"/>
            <ac:picMk id="5" creationId="{46061F60-7485-F38D-BB3C-BB7390EC0A8C}"/>
          </ac:picMkLst>
        </pc:picChg>
        <pc:cxnChg chg="add">
          <ac:chgData name="Mr. PPG Dinesh Asanka" userId="54a4306b-b9cd-436b-92bf-e616bbdb8176" providerId="ADAL" clId="{763A7EB7-061F-4CF3-9E06-47EACA773A05}" dt="2026-06-24T18:36:04.207" v="135" actId="26606"/>
          <ac:cxnSpMkLst>
            <pc:docMk/>
            <pc:sldMk cId="1831260294" sldId="270"/>
            <ac:cxnSpMk id="14" creationId="{B32E796E-8D19-4926-B7B8-653B01939010}"/>
          </ac:cxnSpMkLst>
        </pc:cxnChg>
      </pc:sldChg>
      <pc:sldChg chg="del">
        <pc:chgData name="Mr. PPG Dinesh Asanka" userId="54a4306b-b9cd-436b-92bf-e616bbdb8176" providerId="ADAL" clId="{763A7EB7-061F-4CF3-9E06-47EACA773A05}" dt="2026-06-24T12:26:11.689" v="14" actId="47"/>
        <pc:sldMkLst>
          <pc:docMk/>
          <pc:sldMk cId="4086394437" sldId="270"/>
        </pc:sldMkLst>
      </pc:sldChg>
      <pc:sldChg chg="del">
        <pc:chgData name="Mr. PPG Dinesh Asanka" userId="54a4306b-b9cd-436b-92bf-e616bbdb8176" providerId="ADAL" clId="{763A7EB7-061F-4CF3-9E06-47EACA773A05}" dt="2026-06-24T12:26:11.933" v="15" actId="47"/>
        <pc:sldMkLst>
          <pc:docMk/>
          <pc:sldMk cId="706592291" sldId="271"/>
        </pc:sldMkLst>
      </pc:sldChg>
      <pc:sldChg chg="addSp delSp modSp add mod setBg">
        <pc:chgData name="Mr. PPG Dinesh Asanka" userId="54a4306b-b9cd-436b-92bf-e616bbdb8176" providerId="ADAL" clId="{763A7EB7-061F-4CF3-9E06-47EACA773A05}" dt="2026-06-24T18:40:31.034" v="152" actId="14100"/>
        <pc:sldMkLst>
          <pc:docMk/>
          <pc:sldMk cId="2871381069" sldId="271"/>
        </pc:sldMkLst>
        <pc:spChg chg="mod">
          <ac:chgData name="Mr. PPG Dinesh Asanka" userId="54a4306b-b9cd-436b-92bf-e616bbdb8176" providerId="ADAL" clId="{763A7EB7-061F-4CF3-9E06-47EACA773A05}" dt="2026-06-24T18:40:19.068" v="149" actId="26606"/>
          <ac:spMkLst>
            <pc:docMk/>
            <pc:sldMk cId="2871381069" sldId="271"/>
            <ac:spMk id="2" creationId="{D5FE2C13-A413-450C-549C-324A3B932C7F}"/>
          </ac:spMkLst>
        </pc:spChg>
        <pc:spChg chg="del">
          <ac:chgData name="Mr. PPG Dinesh Asanka" userId="54a4306b-b9cd-436b-92bf-e616bbdb8176" providerId="ADAL" clId="{763A7EB7-061F-4CF3-9E06-47EACA773A05}" dt="2026-06-24T18:38:37.657" v="143"/>
          <ac:spMkLst>
            <pc:docMk/>
            <pc:sldMk cId="2871381069" sldId="271"/>
            <ac:spMk id="3" creationId="{6D535702-08E4-B09A-0DAB-A6A1E6E25E50}"/>
          </ac:spMkLst>
        </pc:spChg>
        <pc:spChg chg="add del mod">
          <ac:chgData name="Mr. PPG Dinesh Asanka" userId="54a4306b-b9cd-436b-92bf-e616bbdb8176" providerId="ADAL" clId="{763A7EB7-061F-4CF3-9E06-47EACA773A05}" dt="2026-06-24T18:40:11.226" v="146"/>
          <ac:spMkLst>
            <pc:docMk/>
            <pc:sldMk cId="2871381069" sldId="271"/>
            <ac:spMk id="7" creationId="{1534D5A5-CDF6-445C-242A-01B61FBA07C6}"/>
          </ac:spMkLst>
        </pc:spChg>
        <pc:spChg chg="add del">
          <ac:chgData name="Mr. PPG Dinesh Asanka" userId="54a4306b-b9cd-436b-92bf-e616bbdb8176" providerId="ADAL" clId="{763A7EB7-061F-4CF3-9E06-47EACA773A05}" dt="2026-06-24T18:40:19.066" v="148" actId="26606"/>
          <ac:spMkLst>
            <pc:docMk/>
            <pc:sldMk cId="2871381069" sldId="271"/>
            <ac:spMk id="13" creationId="{3C9F55BC-F8F2-3ED0-E159-F3667219C787}"/>
          </ac:spMkLst>
        </pc:spChg>
        <pc:spChg chg="add del">
          <ac:chgData name="Mr. PPG Dinesh Asanka" userId="54a4306b-b9cd-436b-92bf-e616bbdb8176" providerId="ADAL" clId="{763A7EB7-061F-4CF3-9E06-47EACA773A05}" dt="2026-06-24T18:40:19.066" v="148" actId="26606"/>
          <ac:spMkLst>
            <pc:docMk/>
            <pc:sldMk cId="2871381069" sldId="271"/>
            <ac:spMk id="16" creationId="{B9144F9C-6F12-451D-9954-9A30E8436D43}"/>
          </ac:spMkLst>
        </pc:spChg>
        <pc:spChg chg="add">
          <ac:chgData name="Mr. PPG Dinesh Asanka" userId="54a4306b-b9cd-436b-92bf-e616bbdb8176" providerId="ADAL" clId="{763A7EB7-061F-4CF3-9E06-47EACA773A05}" dt="2026-06-24T18:40:19.068" v="149" actId="26606"/>
          <ac:spMkLst>
            <pc:docMk/>
            <pc:sldMk cId="2871381069" sldId="271"/>
            <ac:spMk id="20" creationId="{93E905E4-EF0C-4890-85FA-2CF6EEF555F3}"/>
          </ac:spMkLst>
        </pc:spChg>
        <pc:spChg chg="add">
          <ac:chgData name="Mr. PPG Dinesh Asanka" userId="54a4306b-b9cd-436b-92bf-e616bbdb8176" providerId="ADAL" clId="{763A7EB7-061F-4CF3-9E06-47EACA773A05}" dt="2026-06-24T18:40:19.068" v="149" actId="26606"/>
          <ac:spMkLst>
            <pc:docMk/>
            <pc:sldMk cId="2871381069" sldId="271"/>
            <ac:spMk id="22" creationId="{D4DD73D7-90DC-7B30-4060-3BB4DAFB2221}"/>
          </ac:spMkLst>
        </pc:spChg>
        <pc:picChg chg="add del mod ord">
          <ac:chgData name="Mr. PPG Dinesh Asanka" userId="54a4306b-b9cd-436b-92bf-e616bbdb8176" providerId="ADAL" clId="{763A7EB7-061F-4CF3-9E06-47EACA773A05}" dt="2026-06-24T18:40:10.335" v="144" actId="478"/>
          <ac:picMkLst>
            <pc:docMk/>
            <pc:sldMk cId="2871381069" sldId="271"/>
            <ac:picMk id="5" creationId="{C10393E1-6F38-3A55-71B8-91592B66F767}"/>
          </ac:picMkLst>
        </pc:picChg>
        <pc:picChg chg="add mod ord">
          <ac:chgData name="Mr. PPG Dinesh Asanka" userId="54a4306b-b9cd-436b-92bf-e616bbdb8176" providerId="ADAL" clId="{763A7EB7-061F-4CF3-9E06-47EACA773A05}" dt="2026-06-24T18:40:31.034" v="152" actId="14100"/>
          <ac:picMkLst>
            <pc:docMk/>
            <pc:sldMk cId="2871381069" sldId="271"/>
            <ac:picMk id="9" creationId="{8C77F7EC-DD92-4894-854A-CC117A3A2BEA}"/>
          </ac:picMkLst>
        </pc:picChg>
        <pc:cxnChg chg="add del">
          <ac:chgData name="Mr. PPG Dinesh Asanka" userId="54a4306b-b9cd-436b-92bf-e616bbdb8176" providerId="ADAL" clId="{763A7EB7-061F-4CF3-9E06-47EACA773A05}" dt="2026-06-24T18:40:19.066" v="148" actId="26606"/>
          <ac:cxnSpMkLst>
            <pc:docMk/>
            <pc:sldMk cId="2871381069" sldId="271"/>
            <ac:cxnSpMk id="18" creationId="{B32E796E-8D19-4926-B7B8-653B01939010}"/>
          </ac:cxnSpMkLst>
        </pc:cxnChg>
        <pc:cxnChg chg="add">
          <ac:chgData name="Mr. PPG Dinesh Asanka" userId="54a4306b-b9cd-436b-92bf-e616bbdb8176" providerId="ADAL" clId="{763A7EB7-061F-4CF3-9E06-47EACA773A05}" dt="2026-06-24T18:40:19.068" v="149" actId="26606"/>
          <ac:cxnSpMkLst>
            <pc:docMk/>
            <pc:sldMk cId="2871381069" sldId="271"/>
            <ac:cxnSpMk id="21" creationId="{B32E796E-8D19-4926-B7B8-653B01939010}"/>
          </ac:cxnSpMkLst>
        </pc:cxnChg>
      </pc:sldChg>
      <pc:sldChg chg="addSp delSp modSp add mod">
        <pc:chgData name="Mr. PPG Dinesh Asanka" userId="54a4306b-b9cd-436b-92bf-e616bbdb8176" providerId="ADAL" clId="{763A7EB7-061F-4CF3-9E06-47EACA773A05}" dt="2026-06-24T18:46:20.700" v="157" actId="14100"/>
        <pc:sldMkLst>
          <pc:docMk/>
          <pc:sldMk cId="124385078" sldId="272"/>
        </pc:sldMkLst>
        <pc:spChg chg="del">
          <ac:chgData name="Mr. PPG Dinesh Asanka" userId="54a4306b-b9cd-436b-92bf-e616bbdb8176" providerId="ADAL" clId="{763A7EB7-061F-4CF3-9E06-47EACA773A05}" dt="2026-06-24T18:46:09.390" v="154"/>
          <ac:spMkLst>
            <pc:docMk/>
            <pc:sldMk cId="124385078" sldId="272"/>
            <ac:spMk id="3" creationId="{AF448DDF-3DC3-574D-249B-3E1F6843BA38}"/>
          </ac:spMkLst>
        </pc:spChg>
        <pc:picChg chg="add mod ord">
          <ac:chgData name="Mr. PPG Dinesh Asanka" userId="54a4306b-b9cd-436b-92bf-e616bbdb8176" providerId="ADAL" clId="{763A7EB7-061F-4CF3-9E06-47EACA773A05}" dt="2026-06-24T18:46:20.700" v="157" actId="14100"/>
          <ac:picMkLst>
            <pc:docMk/>
            <pc:sldMk cId="124385078" sldId="272"/>
            <ac:picMk id="5" creationId="{05286005-49A2-CECF-72F4-A51F26C46CA1}"/>
          </ac:picMkLst>
        </pc:picChg>
      </pc:sldChg>
      <pc:sldChg chg="del">
        <pc:chgData name="Mr. PPG Dinesh Asanka" userId="54a4306b-b9cd-436b-92bf-e616bbdb8176" providerId="ADAL" clId="{763A7EB7-061F-4CF3-9E06-47EACA773A05}" dt="2026-06-24T12:26:12.116" v="16" actId="47"/>
        <pc:sldMkLst>
          <pc:docMk/>
          <pc:sldMk cId="3294654561" sldId="272"/>
        </pc:sldMkLst>
      </pc:sldChg>
      <pc:sldChg chg="addSp delSp modSp add del mod">
        <pc:chgData name="Mr. PPG Dinesh Asanka" userId="54a4306b-b9cd-436b-92bf-e616bbdb8176" providerId="ADAL" clId="{763A7EB7-061F-4CF3-9E06-47EACA773A05}" dt="2026-06-24T18:57:25.871" v="169" actId="47"/>
        <pc:sldMkLst>
          <pc:docMk/>
          <pc:sldMk cId="2595969590" sldId="273"/>
        </pc:sldMkLst>
        <pc:spChg chg="del">
          <ac:chgData name="Mr. PPG Dinesh Asanka" userId="54a4306b-b9cd-436b-92bf-e616bbdb8176" providerId="ADAL" clId="{763A7EB7-061F-4CF3-9E06-47EACA773A05}" dt="2026-06-24T18:54:34.444" v="160"/>
          <ac:spMkLst>
            <pc:docMk/>
            <pc:sldMk cId="2595969590" sldId="273"/>
            <ac:spMk id="3" creationId="{F3135F86-09C6-936A-F989-1FF1A3C36B85}"/>
          </ac:spMkLst>
        </pc:spChg>
        <pc:picChg chg="add mod ord modCrop">
          <ac:chgData name="Mr. PPG Dinesh Asanka" userId="54a4306b-b9cd-436b-92bf-e616bbdb8176" providerId="ADAL" clId="{763A7EB7-061F-4CF3-9E06-47EACA773A05}" dt="2026-06-24T18:57:20.981" v="168" actId="732"/>
          <ac:picMkLst>
            <pc:docMk/>
            <pc:sldMk cId="2595969590" sldId="273"/>
            <ac:picMk id="5" creationId="{B8040F48-190E-31CA-8B53-8781680BBED2}"/>
          </ac:picMkLst>
        </pc:picChg>
      </pc:sldChg>
      <pc:sldChg chg="del">
        <pc:chgData name="Mr. PPG Dinesh Asanka" userId="54a4306b-b9cd-436b-92bf-e616bbdb8176" providerId="ADAL" clId="{763A7EB7-061F-4CF3-9E06-47EACA773A05}" dt="2026-06-24T12:26:12.379" v="17" actId="47"/>
        <pc:sldMkLst>
          <pc:docMk/>
          <pc:sldMk cId="3488652446" sldId="273"/>
        </pc:sldMkLst>
      </pc:sldChg>
      <pc:sldChg chg="del">
        <pc:chgData name="Mr. PPG Dinesh Asanka" userId="54a4306b-b9cd-436b-92bf-e616bbdb8176" providerId="ADAL" clId="{763A7EB7-061F-4CF3-9E06-47EACA773A05}" dt="2026-06-24T12:26:12.567" v="18" actId="47"/>
        <pc:sldMkLst>
          <pc:docMk/>
          <pc:sldMk cId="55842210" sldId="274"/>
        </pc:sldMkLst>
      </pc:sldChg>
      <pc:sldChg chg="add">
        <pc:chgData name="Mr. PPG Dinesh Asanka" userId="54a4306b-b9cd-436b-92bf-e616bbdb8176" providerId="ADAL" clId="{763A7EB7-061F-4CF3-9E06-47EACA773A05}" dt="2026-06-24T18:57:02.826" v="164"/>
        <pc:sldMkLst>
          <pc:docMk/>
          <pc:sldMk cId="3729638484" sldId="274"/>
        </pc:sldMkLst>
      </pc:sldChg>
      <pc:sldChg chg="add del">
        <pc:chgData name="Mr. PPG Dinesh Asanka" userId="54a4306b-b9cd-436b-92bf-e616bbdb8176" providerId="ADAL" clId="{763A7EB7-061F-4CF3-9E06-47EACA773A05}" dt="2026-06-24T18:47:51.389" v="158" actId="47"/>
        <pc:sldMkLst>
          <pc:docMk/>
          <pc:sldMk cId="3820827469" sldId="274"/>
        </pc:sldMkLst>
      </pc:sldChg>
      <pc:sldChg chg="addSp delSp modSp new mod setBg">
        <pc:chgData name="Mr. PPG Dinesh Asanka" userId="54a4306b-b9cd-436b-92bf-e616bbdb8176" providerId="ADAL" clId="{763A7EB7-061F-4CF3-9E06-47EACA773A05}" dt="2026-06-24T19:24:19.834" v="177" actId="26606"/>
        <pc:sldMkLst>
          <pc:docMk/>
          <pc:sldMk cId="1326626431" sldId="275"/>
        </pc:sldMkLst>
        <pc:spChg chg="del">
          <ac:chgData name="Mr. PPG Dinesh Asanka" userId="54a4306b-b9cd-436b-92bf-e616bbdb8176" providerId="ADAL" clId="{763A7EB7-061F-4CF3-9E06-47EACA773A05}" dt="2026-06-24T19:24:19.834" v="177" actId="26606"/>
          <ac:spMkLst>
            <pc:docMk/>
            <pc:sldMk cId="1326626431" sldId="275"/>
            <ac:spMk id="2" creationId="{773D2750-F955-B8A4-CE81-8DBA7C91A98D}"/>
          </ac:spMkLst>
        </pc:spChg>
        <pc:spChg chg="del">
          <ac:chgData name="Mr. PPG Dinesh Asanka" userId="54a4306b-b9cd-436b-92bf-e616bbdb8176" providerId="ADAL" clId="{763A7EB7-061F-4CF3-9E06-47EACA773A05}" dt="2026-06-24T19:24:13.369" v="176"/>
          <ac:spMkLst>
            <pc:docMk/>
            <pc:sldMk cId="1326626431" sldId="275"/>
            <ac:spMk id="3" creationId="{740EA960-C805-D4B3-4D26-19A30018B1D6}"/>
          </ac:spMkLst>
        </pc:spChg>
        <pc:spChg chg="add">
          <ac:chgData name="Mr. PPG Dinesh Asanka" userId="54a4306b-b9cd-436b-92bf-e616bbdb8176" providerId="ADAL" clId="{763A7EB7-061F-4CF3-9E06-47EACA773A05}" dt="2026-06-24T19:24:19.834" v="177" actId="26606"/>
          <ac:spMkLst>
            <pc:docMk/>
            <pc:sldMk cId="1326626431" sldId="275"/>
            <ac:spMk id="10" creationId="{EBC95D3F-C52F-4F07-95D4-836E1078E555}"/>
          </ac:spMkLst>
        </pc:spChg>
        <pc:picChg chg="add mod ord">
          <ac:chgData name="Mr. PPG Dinesh Asanka" userId="54a4306b-b9cd-436b-92bf-e616bbdb8176" providerId="ADAL" clId="{763A7EB7-061F-4CF3-9E06-47EACA773A05}" dt="2026-06-24T19:24:19.834" v="177" actId="26606"/>
          <ac:picMkLst>
            <pc:docMk/>
            <pc:sldMk cId="1326626431" sldId="275"/>
            <ac:picMk id="5" creationId="{AA866F3E-D8FD-010B-40FB-15E44153ADFE}"/>
          </ac:picMkLst>
        </pc:picChg>
      </pc:sldChg>
      <pc:sldChg chg="del">
        <pc:chgData name="Mr. PPG Dinesh Asanka" userId="54a4306b-b9cd-436b-92bf-e616bbdb8176" providerId="ADAL" clId="{763A7EB7-061F-4CF3-9E06-47EACA773A05}" dt="2026-06-24T12:26:12.760" v="19" actId="47"/>
        <pc:sldMkLst>
          <pc:docMk/>
          <pc:sldMk cId="2002507611" sldId="275"/>
        </pc:sldMkLst>
      </pc:sldChg>
      <pc:sldChg chg="del">
        <pc:chgData name="Mr. PPG Dinesh Asanka" userId="54a4306b-b9cd-436b-92bf-e616bbdb8176" providerId="ADAL" clId="{763A7EB7-061F-4CF3-9E06-47EACA773A05}" dt="2026-06-24T12:26:12.972" v="20" actId="47"/>
        <pc:sldMkLst>
          <pc:docMk/>
          <pc:sldMk cId="2473244857" sldId="276"/>
        </pc:sldMkLst>
      </pc:sldChg>
      <pc:sldChg chg="del">
        <pc:chgData name="Mr. PPG Dinesh Asanka" userId="54a4306b-b9cd-436b-92bf-e616bbdb8176" providerId="ADAL" clId="{763A7EB7-061F-4CF3-9E06-47EACA773A05}" dt="2026-06-24T12:26:13.427" v="21" actId="47"/>
        <pc:sldMkLst>
          <pc:docMk/>
          <pc:sldMk cId="917755305" sldId="277"/>
        </pc:sldMkLst>
      </pc:sldChg>
      <pc:sldChg chg="del">
        <pc:chgData name="Mr. PPG Dinesh Asanka" userId="54a4306b-b9cd-436b-92bf-e616bbdb8176" providerId="ADAL" clId="{763A7EB7-061F-4CF3-9E06-47EACA773A05}" dt="2026-06-24T12:26:13.639" v="22" actId="47"/>
        <pc:sldMkLst>
          <pc:docMk/>
          <pc:sldMk cId="66227908" sldId="278"/>
        </pc:sldMkLst>
      </pc:sldChg>
      <pc:sldChg chg="del">
        <pc:chgData name="Mr. PPG Dinesh Asanka" userId="54a4306b-b9cd-436b-92bf-e616bbdb8176" providerId="ADAL" clId="{763A7EB7-061F-4CF3-9E06-47EACA773A05}" dt="2026-06-24T12:26:13.815" v="23" actId="47"/>
        <pc:sldMkLst>
          <pc:docMk/>
          <pc:sldMk cId="2112759902" sldId="279"/>
        </pc:sldMkLst>
      </pc:sldChg>
      <pc:sldChg chg="del">
        <pc:chgData name="Mr. PPG Dinesh Asanka" userId="54a4306b-b9cd-436b-92bf-e616bbdb8176" providerId="ADAL" clId="{763A7EB7-061F-4CF3-9E06-47EACA773A05}" dt="2026-06-24T12:26:14.051" v="24" actId="47"/>
        <pc:sldMkLst>
          <pc:docMk/>
          <pc:sldMk cId="4226511213" sldId="280"/>
        </pc:sldMkLst>
      </pc:sldChg>
      <pc:sldChg chg="del">
        <pc:chgData name="Mr. PPG Dinesh Asanka" userId="54a4306b-b9cd-436b-92bf-e616bbdb8176" providerId="ADAL" clId="{763A7EB7-061F-4CF3-9E06-47EACA773A05}" dt="2026-06-24T12:26:14.268" v="25" actId="47"/>
        <pc:sldMkLst>
          <pc:docMk/>
          <pc:sldMk cId="1986578255" sldId="281"/>
        </pc:sldMkLst>
      </pc:sldChg>
      <pc:sldChg chg="del">
        <pc:chgData name="Mr. PPG Dinesh Asanka" userId="54a4306b-b9cd-436b-92bf-e616bbdb8176" providerId="ADAL" clId="{763A7EB7-061F-4CF3-9E06-47EACA773A05}" dt="2026-06-24T12:26:14.642" v="26" actId="47"/>
        <pc:sldMkLst>
          <pc:docMk/>
          <pc:sldMk cId="2437765361" sldId="282"/>
        </pc:sldMkLst>
      </pc:sldChg>
      <pc:sldChg chg="del">
        <pc:chgData name="Mr. PPG Dinesh Asanka" userId="54a4306b-b9cd-436b-92bf-e616bbdb8176" providerId="ADAL" clId="{763A7EB7-061F-4CF3-9E06-47EACA773A05}" dt="2026-06-24T12:26:14.878" v="27" actId="47"/>
        <pc:sldMkLst>
          <pc:docMk/>
          <pc:sldMk cId="2456405444" sldId="283"/>
        </pc:sldMkLst>
      </pc:sldChg>
      <pc:sldChg chg="del">
        <pc:chgData name="Mr. PPG Dinesh Asanka" userId="54a4306b-b9cd-436b-92bf-e616bbdb8176" providerId="ADAL" clId="{763A7EB7-061F-4CF3-9E06-47EACA773A05}" dt="2026-06-24T12:26:15.274" v="28" actId="47"/>
        <pc:sldMkLst>
          <pc:docMk/>
          <pc:sldMk cId="1957164816" sldId="284"/>
        </pc:sldMkLst>
      </pc:sldChg>
      <pc:sldChg chg="del">
        <pc:chgData name="Mr. PPG Dinesh Asanka" userId="54a4306b-b9cd-436b-92bf-e616bbdb8176" providerId="ADAL" clId="{763A7EB7-061F-4CF3-9E06-47EACA773A05}" dt="2026-06-24T12:26:15.718" v="29" actId="47"/>
        <pc:sldMkLst>
          <pc:docMk/>
          <pc:sldMk cId="219359585" sldId="285"/>
        </pc:sldMkLst>
      </pc:sldChg>
      <pc:sldChg chg="del">
        <pc:chgData name="Mr. PPG Dinesh Asanka" userId="54a4306b-b9cd-436b-92bf-e616bbdb8176" providerId="ADAL" clId="{763A7EB7-061F-4CF3-9E06-47EACA773A05}" dt="2026-06-24T12:26:16.293" v="30" actId="47"/>
        <pc:sldMkLst>
          <pc:docMk/>
          <pc:sldMk cId="2498900892" sldId="286"/>
        </pc:sldMkLst>
      </pc:sldChg>
      <pc:sldChg chg="del">
        <pc:chgData name="Mr. PPG Dinesh Asanka" userId="54a4306b-b9cd-436b-92bf-e616bbdb8176" providerId="ADAL" clId="{763A7EB7-061F-4CF3-9E06-47EACA773A05}" dt="2026-06-24T12:26:16.876" v="31" actId="47"/>
        <pc:sldMkLst>
          <pc:docMk/>
          <pc:sldMk cId="4211583595" sldId="287"/>
        </pc:sldMkLst>
      </pc:sldChg>
      <pc:sldChg chg="del">
        <pc:chgData name="Mr. PPG Dinesh Asanka" userId="54a4306b-b9cd-436b-92bf-e616bbdb8176" providerId="ADAL" clId="{763A7EB7-061F-4CF3-9E06-47EACA773A05}" dt="2026-06-24T12:26:09.165" v="5" actId="47"/>
        <pc:sldMkLst>
          <pc:docMk/>
          <pc:sldMk cId="794863605" sldId="28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Tuesday, June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9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Tuesday, June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636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Tuesday, June 23,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5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Tuesday, June 23,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26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Tuesday, June 23,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2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Tuesday, June 23,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375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Tuesday, June 23,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5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Tuesday, June 23,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3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Tuesday, June 23,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69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Tuesday, June 23,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2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Tuesday, June 23,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149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Tuesday, June 23,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77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92E4E9A-E992-419C-B03A-5686FEC1D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2E796E-8D19-4926-B7B8-653B01939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1609200"/>
            <a:ext cx="113004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48AEEE-FA47-683D-1B1D-B00054C11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7" b="13128"/>
          <a:stretch>
            <a:fillRect/>
          </a:stretch>
        </p:blipFill>
        <p:spPr>
          <a:xfrm>
            <a:off x="0" y="69669"/>
            <a:ext cx="12079224" cy="666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522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10382D-6F09-CBC5-3C8A-BA279592EF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0" b="13480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349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6467E2-112E-8711-5EE3-4267CD8BF0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4" b="14687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867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FE6BE3-64F1-6D8A-1389-0F7F9A3055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77" b="3953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083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72D6D-9F3C-A3AB-4341-9CAC101C1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0FFACF-56B6-A57E-58F7-0E7451284B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897"/>
            <a:ext cx="12115800" cy="682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886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39219E-9064-18D9-2539-1994EFBD0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86" b="3544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447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A776E-14B4-C0F9-C957-9F5D34B2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B3B470-88D8-E9C1-9865-5A0AC0D4DF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46" y="84099"/>
            <a:ext cx="12085754" cy="673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566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98E6F-4C18-51CF-CD77-DC1D031AF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456B48-3F01-882C-270B-C3C6387D15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5071"/>
            <a:ext cx="12191999" cy="680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992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D6E6E-C88E-148F-25AC-2769E2912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E4691D-2C24-3731-2CA5-01B2AF7A3E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68201" cy="682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164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5AFF6-1B56-5CCC-2140-D37AEBC2F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85FAD6-4AD6-65C6-4A67-F0DECFBA6F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126130"/>
            <a:ext cx="11944240" cy="673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479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3E905E4-EF0C-4890-85FA-2CF6EEF55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49808-F9CE-4EFB-DB1A-FE6E41FA1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52432" cy="860400"/>
          </a:xfrm>
        </p:spPr>
        <p:txBody>
          <a:bodyPr anchor="b">
            <a:normAutofit/>
          </a:bodyPr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32E796E-8D19-4926-B7B8-653B01939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1609200"/>
            <a:ext cx="3454116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675749-28DC-DCBF-BB6C-FC5E29B52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944000"/>
            <a:ext cx="3452432" cy="4006800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EC812E-220A-EB54-13FE-3652FBB72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67"/>
            <a:ext cx="12192000" cy="676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869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3E905E4-EF0C-4890-85FA-2CF6EEF55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4C2483-372F-FFC8-C5B2-49BAF7C27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52432" cy="860400"/>
          </a:xfrm>
        </p:spPr>
        <p:txBody>
          <a:bodyPr anchor="b">
            <a:normAutofit/>
          </a:bodyPr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32E796E-8D19-4926-B7B8-653B01939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1609200"/>
            <a:ext cx="3454116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E536775-3BF6-395A-10E2-FCD2EE92B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944000"/>
            <a:ext cx="3452432" cy="4006800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C148FD-AA08-D4B1-34BB-CDA5AA462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484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286040-BE77-E11E-B878-55A7A6440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3E905E4-EF0C-4890-85FA-2CF6EEF55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EA30E7-15C4-38D9-A91C-01B88E074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52432" cy="860400"/>
          </a:xfrm>
        </p:spPr>
        <p:txBody>
          <a:bodyPr anchor="b">
            <a:normAutofit/>
          </a:bodyPr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32E796E-8D19-4926-B7B8-653B01939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1609200"/>
            <a:ext cx="3454116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66B2D6A-3D44-F11D-D836-263012378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944000"/>
            <a:ext cx="3452432" cy="4006800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87814F-9522-5EF4-FA18-94B2A4DE8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6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039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EDD788-DEFF-C0B6-E805-44FCAB60E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3E905E4-EF0C-4890-85FA-2CF6EEF55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26808-4688-F485-222F-E51840661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52432" cy="860400"/>
          </a:xfrm>
        </p:spPr>
        <p:txBody>
          <a:bodyPr anchor="b">
            <a:normAutofit/>
          </a:bodyPr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32E796E-8D19-4926-B7B8-653B01939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1609200"/>
            <a:ext cx="3454116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1F01729-9497-81AD-F028-E5D005A39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944000"/>
            <a:ext cx="3452432" cy="4006800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061F60-7485-F38D-BB3C-BB7390EC0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260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CA808E-EFDC-330C-4019-9F42BCA1A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3E905E4-EF0C-4890-85FA-2CF6EEF55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FE2C13-A413-450C-549C-324A3B932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52432" cy="860400"/>
          </a:xfrm>
        </p:spPr>
        <p:txBody>
          <a:bodyPr anchor="b">
            <a:normAutofit/>
          </a:bodyPr>
          <a:lstStyle/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32E796E-8D19-4926-B7B8-653B019390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1609200"/>
            <a:ext cx="3454116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D4DD73D7-90DC-7B30-4060-3BB4DAFB2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944000"/>
            <a:ext cx="3452432" cy="4006800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C77F7EC-DD92-4894-854A-CC117A3A2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381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D7E7E-63B2-8CFE-333B-82B0B5160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B5EF5-9893-5660-B8BD-09229C7F9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286005-49A2-CECF-72F4-A51F26C46C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5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B2F2A-2CF8-3016-6C7D-4A9EBBFBF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9AD54-3274-B129-89EA-2F886C054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9D0CCB-C132-B03C-3929-ABC7574B3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9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638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866F3E-D8FD-010B-40FB-15E44153AD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8" b="-1"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626431"/>
      </p:ext>
    </p:extLst>
  </p:cSld>
  <p:clrMapOvr>
    <a:masterClrMapping/>
  </p:clrMapOvr>
</p:sld>
</file>

<file path=ppt/theme/theme1.xml><?xml version="1.0" encoding="utf-8"?>
<a:theme xmlns:a="http://schemas.openxmlformats.org/drawingml/2006/main" name="ThinLineVTI">
  <a:themeElements>
    <a:clrScheme name="ThinLines Color Sc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AC8"/>
      </a:accent1>
      <a:accent2>
        <a:srgbClr val="794DFF"/>
      </a:accent2>
      <a:accent3>
        <a:srgbClr val="00D17D"/>
      </a:accent3>
      <a:accent4>
        <a:srgbClr val="404040"/>
      </a:accent4>
      <a:accent5>
        <a:srgbClr val="FE5D21"/>
      </a:accent5>
      <a:accent6>
        <a:srgbClr val="B3B3B3"/>
      </a:accent6>
      <a:hlink>
        <a:srgbClr val="3E8FF1"/>
      </a:hlink>
      <a:folHlink>
        <a:srgbClr val="939393"/>
      </a:folHlink>
    </a:clrScheme>
    <a:fontScheme name="Custom 3">
      <a:majorFont>
        <a:latin typeface="Sagona Book"/>
        <a:ea typeface=""/>
        <a:cs typeface=""/>
      </a:majorFont>
      <a:minorFont>
        <a:latin typeface="Univer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1A51792A418F4A9A575028F3A039FF" ma:contentTypeVersion="13" ma:contentTypeDescription="Create a new document." ma:contentTypeScope="" ma:versionID="5cd347ea72b658dd0a2482c575c97aba">
  <xsd:schema xmlns:xsd="http://www.w3.org/2001/XMLSchema" xmlns:xs="http://www.w3.org/2001/XMLSchema" xmlns:p="http://schemas.microsoft.com/office/2006/metadata/properties" xmlns:ns3="bbf2655a-b97a-4cd5-9749-fa15d2d37c4f" xmlns:ns4="6327976d-0e7f-4f4d-9e8d-9adece0280c7" targetNamespace="http://schemas.microsoft.com/office/2006/metadata/properties" ma:root="true" ma:fieldsID="3aaad5019f95630ab79125be91e6d4b5" ns3:_="" ns4:_="">
    <xsd:import namespace="bbf2655a-b97a-4cd5-9749-fa15d2d37c4f"/>
    <xsd:import namespace="6327976d-0e7f-4f4d-9e8d-9adece02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f2655a-b97a-4cd5-9749-fa15d2d37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7976d-0e7f-4f4d-9e8d-9adece02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f2655a-b97a-4cd5-9749-fa15d2d37c4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74B26E4-8BCA-4568-A05F-027B703221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f2655a-b97a-4cd5-9749-fa15d2d37c4f"/>
    <ds:schemaRef ds:uri="6327976d-0e7f-4f4d-9e8d-9adece0280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3DBB244-4B99-4743-9647-3D18C5BA9F31}">
  <ds:schemaRefs>
    <ds:schemaRef ds:uri="http://schemas.microsoft.com/office/infopath/2007/PartnerControls"/>
    <ds:schemaRef ds:uri="bbf2655a-b97a-4cd5-9749-fa15d2d37c4f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  <ds:schemaRef ds:uri="http://schemas.openxmlformats.org/package/2006/metadata/core-properties"/>
    <ds:schemaRef ds:uri="6327976d-0e7f-4f4d-9e8d-9adece0280c7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8FE001C-CEE6-45CA-B1B1-E7041A6C2AE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2354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 Light</vt:lpstr>
      <vt:lpstr>Sagona Book</vt:lpstr>
      <vt:lpstr>Univers</vt:lpstr>
      <vt:lpstr>ThinLineVTI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PPG Dinesh Asanka</dc:creator>
  <cp:lastModifiedBy>Mr. PPG Dinesh Asanka</cp:lastModifiedBy>
  <cp:revision>3</cp:revision>
  <dcterms:created xsi:type="dcterms:W3CDTF">2026-06-21T09:38:34Z</dcterms:created>
  <dcterms:modified xsi:type="dcterms:W3CDTF">2026-06-24T19:24:20Z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0x010100F51A51792A418F4A9A575028F3A039FF</vt:lpwstr>
  </property>
</Properties>
</file>