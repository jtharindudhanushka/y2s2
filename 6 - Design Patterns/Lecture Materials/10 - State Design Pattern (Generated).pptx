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82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undo custSel addSld delSld modSld">
      <pc:chgData name="Mr. PPG Dinesh Asanka" userId="54a4306b-b9cd-436b-92bf-e616bbdb8176" providerId="ADAL" clId="{763A7EB7-061F-4CF3-9E06-47EACA773A05}" dt="2026-09-07T08:38:21.523" v="107" actId="22"/>
      <pc:docMkLst>
        <pc:docMk/>
      </pc:docMkLst>
      <pc:sldChg chg="addSp delSp modSp new mod">
        <pc:chgData name="Mr. PPG Dinesh Asanka" userId="54a4306b-b9cd-436b-92bf-e616bbdb8176" providerId="ADAL" clId="{763A7EB7-061F-4CF3-9E06-47EACA773A05}" dt="2026-08-26T09:21:12.968" v="97" actId="22"/>
        <pc:sldMkLst>
          <pc:docMk/>
          <pc:sldMk cId="2765336845" sldId="256"/>
        </pc:sldMkLst>
        <pc:picChg chg="add">
          <ac:chgData name="Mr. PPG Dinesh Asanka" userId="54a4306b-b9cd-436b-92bf-e616bbdb8176" providerId="ADAL" clId="{763A7EB7-061F-4CF3-9E06-47EACA773A05}" dt="2026-08-26T09:21:12.968" v="97" actId="22"/>
          <ac:picMkLst>
            <pc:docMk/>
            <pc:sldMk cId="2765336845" sldId="256"/>
            <ac:picMk id="7" creationId="{557BB983-BB8D-5D8F-769F-0D6ECE9C10F6}"/>
          </ac:picMkLst>
        </pc:picChg>
      </pc:sldChg>
      <pc:sldChg chg="addSp delSp add del mod">
        <pc:chgData name="Mr. PPG Dinesh Asanka" userId="54a4306b-b9cd-436b-92bf-e616bbdb8176" providerId="ADAL" clId="{763A7EB7-061F-4CF3-9E06-47EACA773A05}" dt="2026-08-26T09:21:57.816" v="103" actId="22"/>
        <pc:sldMkLst>
          <pc:docMk/>
          <pc:sldMk cId="1633951543" sldId="257"/>
        </pc:sldMkLst>
        <pc:picChg chg="add">
          <ac:chgData name="Mr. PPG Dinesh Asanka" userId="54a4306b-b9cd-436b-92bf-e616bbdb8176" providerId="ADAL" clId="{763A7EB7-061F-4CF3-9E06-47EACA773A05}" dt="2026-08-26T09:21:57.816" v="103" actId="22"/>
          <ac:picMkLst>
            <pc:docMk/>
            <pc:sldMk cId="1633951543" sldId="257"/>
            <ac:picMk id="7" creationId="{4CFA5361-D32A-35FD-6531-C5AE7D5EFC51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8-26T09:23:17.599" v="105" actId="22"/>
        <pc:sldMkLst>
          <pc:docMk/>
          <pc:sldMk cId="2107300582" sldId="258"/>
        </pc:sldMkLst>
        <pc:picChg chg="add">
          <ac:chgData name="Mr. PPG Dinesh Asanka" userId="54a4306b-b9cd-436b-92bf-e616bbdb8176" providerId="ADAL" clId="{763A7EB7-061F-4CF3-9E06-47EACA773A05}" dt="2026-08-26T09:23:17.599" v="105" actId="22"/>
          <ac:picMkLst>
            <pc:docMk/>
            <pc:sldMk cId="2107300582" sldId="258"/>
            <ac:picMk id="7" creationId="{357E2A5E-5165-D3B7-8EDB-90CF8F927DAE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8-26T09:21:30.457" v="99" actId="22"/>
        <pc:sldMkLst>
          <pc:docMk/>
          <pc:sldMk cId="2833797015" sldId="259"/>
        </pc:sldMkLst>
        <pc:picChg chg="add">
          <ac:chgData name="Mr. PPG Dinesh Asanka" userId="54a4306b-b9cd-436b-92bf-e616bbdb8176" providerId="ADAL" clId="{763A7EB7-061F-4CF3-9E06-47EACA773A05}" dt="2026-08-26T09:21:30.457" v="99" actId="22"/>
          <ac:picMkLst>
            <pc:docMk/>
            <pc:sldMk cId="2833797015" sldId="259"/>
            <ac:picMk id="7" creationId="{93544B28-7815-E98F-70D6-9884A9563483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8-26T09:19:52.388" v="95" actId="22"/>
        <pc:sldMkLst>
          <pc:docMk/>
          <pc:sldMk cId="2764514410" sldId="260"/>
        </pc:sldMkLst>
        <pc:picChg chg="add">
          <ac:chgData name="Mr. PPG Dinesh Asanka" userId="54a4306b-b9cd-436b-92bf-e616bbdb8176" providerId="ADAL" clId="{763A7EB7-061F-4CF3-9E06-47EACA773A05}" dt="2026-08-26T09:19:52.388" v="95" actId="22"/>
          <ac:picMkLst>
            <pc:docMk/>
            <pc:sldMk cId="2764514410" sldId="260"/>
            <ac:picMk id="7" creationId="{0F680018-8951-7E71-4125-908F70E8D006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37:12.377" v="63" actId="22"/>
        <pc:sldMkLst>
          <pc:docMk/>
          <pc:sldMk cId="3656711647" sldId="261"/>
        </pc:sldMkLst>
        <pc:picChg chg="add">
          <ac:chgData name="Mr. PPG Dinesh Asanka" userId="54a4306b-b9cd-436b-92bf-e616bbdb8176" providerId="ADAL" clId="{763A7EB7-061F-4CF3-9E06-47EACA773A05}" dt="2026-08-26T07:37:12.377" v="63" actId="22"/>
          <ac:picMkLst>
            <pc:docMk/>
            <pc:sldMk cId="3656711647" sldId="261"/>
            <ac:picMk id="5" creationId="{593D5D99-AF93-7B92-C8B5-B470CEA32640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37:48.759" v="64" actId="22"/>
        <pc:sldMkLst>
          <pc:docMk/>
          <pc:sldMk cId="2106210836" sldId="262"/>
        </pc:sldMkLst>
        <pc:picChg chg="add">
          <ac:chgData name="Mr. PPG Dinesh Asanka" userId="54a4306b-b9cd-436b-92bf-e616bbdb8176" providerId="ADAL" clId="{763A7EB7-061F-4CF3-9E06-47EACA773A05}" dt="2026-08-26T07:37:48.759" v="64" actId="22"/>
          <ac:picMkLst>
            <pc:docMk/>
            <pc:sldMk cId="2106210836" sldId="262"/>
            <ac:picMk id="5" creationId="{8BF63B21-E2AA-06DD-1582-CC3BA113BFE0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43:25.273" v="67" actId="22"/>
        <pc:sldMkLst>
          <pc:docMk/>
          <pc:sldMk cId="1577047287" sldId="263"/>
        </pc:sldMkLst>
        <pc:picChg chg="add">
          <ac:chgData name="Mr. PPG Dinesh Asanka" userId="54a4306b-b9cd-436b-92bf-e616bbdb8176" providerId="ADAL" clId="{763A7EB7-061F-4CF3-9E06-47EACA773A05}" dt="2026-08-26T07:43:25.273" v="67" actId="22"/>
          <ac:picMkLst>
            <pc:docMk/>
            <pc:sldMk cId="1577047287" sldId="263"/>
            <ac:picMk id="5" creationId="{5A890630-4EDC-818A-B061-8187C4D0DD68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43:55.640" v="68" actId="22"/>
        <pc:sldMkLst>
          <pc:docMk/>
          <pc:sldMk cId="2445065659" sldId="264"/>
        </pc:sldMkLst>
        <pc:picChg chg="add">
          <ac:chgData name="Mr. PPG Dinesh Asanka" userId="54a4306b-b9cd-436b-92bf-e616bbdb8176" providerId="ADAL" clId="{763A7EB7-061F-4CF3-9E06-47EACA773A05}" dt="2026-08-26T07:43:55.640" v="68" actId="22"/>
          <ac:picMkLst>
            <pc:docMk/>
            <pc:sldMk cId="2445065659" sldId="264"/>
            <ac:picMk id="5" creationId="{35F7281F-C1AC-2AF1-087E-35F69B17C0AB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45:29.024" v="69" actId="22"/>
        <pc:sldMkLst>
          <pc:docMk/>
          <pc:sldMk cId="2809527919" sldId="265"/>
        </pc:sldMkLst>
        <pc:picChg chg="add">
          <ac:chgData name="Mr. PPG Dinesh Asanka" userId="54a4306b-b9cd-436b-92bf-e616bbdb8176" providerId="ADAL" clId="{763A7EB7-061F-4CF3-9E06-47EACA773A05}" dt="2026-08-26T07:45:29.024" v="69" actId="22"/>
          <ac:picMkLst>
            <pc:docMk/>
            <pc:sldMk cId="2809527919" sldId="265"/>
            <ac:picMk id="5" creationId="{39822521-F992-F391-6CF1-50DCAD5FC2DD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48:26.811" v="70" actId="22"/>
        <pc:sldMkLst>
          <pc:docMk/>
          <pc:sldMk cId="617125381" sldId="266"/>
        </pc:sldMkLst>
        <pc:picChg chg="add">
          <ac:chgData name="Mr. PPG Dinesh Asanka" userId="54a4306b-b9cd-436b-92bf-e616bbdb8176" providerId="ADAL" clId="{763A7EB7-061F-4CF3-9E06-47EACA773A05}" dt="2026-08-26T07:48:26.811" v="70" actId="22"/>
          <ac:picMkLst>
            <pc:docMk/>
            <pc:sldMk cId="617125381" sldId="266"/>
            <ac:picMk id="5" creationId="{0854CDE6-65AF-359B-38A1-7B4CE3A06ADB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54:19.232" v="71" actId="22"/>
        <pc:sldMkLst>
          <pc:docMk/>
          <pc:sldMk cId="1070317710" sldId="267"/>
        </pc:sldMkLst>
        <pc:picChg chg="add">
          <ac:chgData name="Mr. PPG Dinesh Asanka" userId="54a4306b-b9cd-436b-92bf-e616bbdb8176" providerId="ADAL" clId="{763A7EB7-061F-4CF3-9E06-47EACA773A05}" dt="2026-08-26T07:54:19.232" v="71" actId="22"/>
          <ac:picMkLst>
            <pc:docMk/>
            <pc:sldMk cId="1070317710" sldId="267"/>
            <ac:picMk id="5" creationId="{F0BC4629-3400-AB37-A38B-06EB34188490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57:33.466" v="72" actId="22"/>
        <pc:sldMkLst>
          <pc:docMk/>
          <pc:sldMk cId="923590088" sldId="268"/>
        </pc:sldMkLst>
        <pc:picChg chg="add">
          <ac:chgData name="Mr. PPG Dinesh Asanka" userId="54a4306b-b9cd-436b-92bf-e616bbdb8176" providerId="ADAL" clId="{763A7EB7-061F-4CF3-9E06-47EACA773A05}" dt="2026-08-26T07:57:33.466" v="72" actId="22"/>
          <ac:picMkLst>
            <pc:docMk/>
            <pc:sldMk cId="923590088" sldId="268"/>
            <ac:picMk id="5" creationId="{0228DBA0-EFCE-E99B-7B9D-C8F1B81C6684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7:58:55.042" v="73" actId="22"/>
        <pc:sldMkLst>
          <pc:docMk/>
          <pc:sldMk cId="2881282787" sldId="269"/>
        </pc:sldMkLst>
        <pc:picChg chg="add">
          <ac:chgData name="Mr. PPG Dinesh Asanka" userId="54a4306b-b9cd-436b-92bf-e616bbdb8176" providerId="ADAL" clId="{763A7EB7-061F-4CF3-9E06-47EACA773A05}" dt="2026-08-26T07:58:55.042" v="73" actId="22"/>
          <ac:picMkLst>
            <pc:docMk/>
            <pc:sldMk cId="2881282787" sldId="269"/>
            <ac:picMk id="5" creationId="{949F4C54-C9D1-AB0B-F2FA-3A17F21E231A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8:00:27.361" v="74" actId="22"/>
        <pc:sldMkLst>
          <pc:docMk/>
          <pc:sldMk cId="3037638995" sldId="270"/>
        </pc:sldMkLst>
        <pc:picChg chg="add">
          <ac:chgData name="Mr. PPG Dinesh Asanka" userId="54a4306b-b9cd-436b-92bf-e616bbdb8176" providerId="ADAL" clId="{763A7EB7-061F-4CF3-9E06-47EACA773A05}" dt="2026-08-26T08:00:27.361" v="74" actId="22"/>
          <ac:picMkLst>
            <pc:docMk/>
            <pc:sldMk cId="3037638995" sldId="270"/>
            <ac:picMk id="5" creationId="{BFE2FEBA-BBC3-1396-001C-794624D71758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8:02:16.769" v="75" actId="22"/>
        <pc:sldMkLst>
          <pc:docMk/>
          <pc:sldMk cId="4226514359" sldId="271"/>
        </pc:sldMkLst>
        <pc:picChg chg="add">
          <ac:chgData name="Mr. PPG Dinesh Asanka" userId="54a4306b-b9cd-436b-92bf-e616bbdb8176" providerId="ADAL" clId="{763A7EB7-061F-4CF3-9E06-47EACA773A05}" dt="2026-08-26T08:02:16.769" v="75" actId="22"/>
          <ac:picMkLst>
            <pc:docMk/>
            <pc:sldMk cId="4226514359" sldId="271"/>
            <ac:picMk id="5" creationId="{305E198C-3629-86FB-16C9-A520C215FF74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8:04:39.502" v="76" actId="22"/>
        <pc:sldMkLst>
          <pc:docMk/>
          <pc:sldMk cId="3502520125" sldId="272"/>
        </pc:sldMkLst>
        <pc:picChg chg="add">
          <ac:chgData name="Mr. PPG Dinesh Asanka" userId="54a4306b-b9cd-436b-92bf-e616bbdb8176" providerId="ADAL" clId="{763A7EB7-061F-4CF3-9E06-47EACA773A05}" dt="2026-08-26T08:04:39.502" v="76" actId="22"/>
          <ac:picMkLst>
            <pc:docMk/>
            <pc:sldMk cId="3502520125" sldId="272"/>
            <ac:picMk id="5" creationId="{A35E2115-4115-ED90-F6CA-7DB14E563712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8:05:44.521" v="77" actId="22"/>
        <pc:sldMkLst>
          <pc:docMk/>
          <pc:sldMk cId="670141838" sldId="273"/>
        </pc:sldMkLst>
        <pc:picChg chg="add">
          <ac:chgData name="Mr. PPG Dinesh Asanka" userId="54a4306b-b9cd-436b-92bf-e616bbdb8176" providerId="ADAL" clId="{763A7EB7-061F-4CF3-9E06-47EACA773A05}" dt="2026-08-26T08:05:44.521" v="77" actId="22"/>
          <ac:picMkLst>
            <pc:docMk/>
            <pc:sldMk cId="670141838" sldId="273"/>
            <ac:picMk id="5" creationId="{52A7AB3D-20F1-33B7-3449-902016B65001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8-26T08:10:32.442" v="80" actId="22"/>
        <pc:sldMkLst>
          <pc:docMk/>
          <pc:sldMk cId="1048538876" sldId="274"/>
        </pc:sldMkLst>
        <pc:picChg chg="add">
          <ac:chgData name="Mr. PPG Dinesh Asanka" userId="54a4306b-b9cd-436b-92bf-e616bbdb8176" providerId="ADAL" clId="{763A7EB7-061F-4CF3-9E06-47EACA773A05}" dt="2026-08-26T08:10:32.442" v="80" actId="22"/>
          <ac:picMkLst>
            <pc:docMk/>
            <pc:sldMk cId="1048538876" sldId="274"/>
            <ac:picMk id="7" creationId="{F24FA60B-CD45-F097-A95E-E698B218D437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8:17:55.327" v="81" actId="22"/>
        <pc:sldMkLst>
          <pc:docMk/>
          <pc:sldMk cId="2143496865" sldId="275"/>
        </pc:sldMkLst>
        <pc:picChg chg="add">
          <ac:chgData name="Mr. PPG Dinesh Asanka" userId="54a4306b-b9cd-436b-92bf-e616bbdb8176" providerId="ADAL" clId="{763A7EB7-061F-4CF3-9E06-47EACA773A05}" dt="2026-08-26T08:17:55.327" v="81" actId="22"/>
          <ac:picMkLst>
            <pc:docMk/>
            <pc:sldMk cId="2143496865" sldId="275"/>
            <ac:picMk id="5" creationId="{FBA0D07F-1C48-619E-7CF3-DF57006D12D6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8-26T08:39:06.997" v="84" actId="22"/>
        <pc:sldMkLst>
          <pc:docMk/>
          <pc:sldMk cId="2117774924" sldId="276"/>
        </pc:sldMkLst>
        <pc:picChg chg="add">
          <ac:chgData name="Mr. PPG Dinesh Asanka" userId="54a4306b-b9cd-436b-92bf-e616bbdb8176" providerId="ADAL" clId="{763A7EB7-061F-4CF3-9E06-47EACA773A05}" dt="2026-08-26T08:39:06.997" v="84" actId="22"/>
          <ac:picMkLst>
            <pc:docMk/>
            <pc:sldMk cId="2117774924" sldId="276"/>
            <ac:picMk id="7" creationId="{4A82F50B-9FF1-1E0D-64DC-70961E7E6BC6}"/>
          </ac:picMkLst>
        </pc:picChg>
      </pc:sldChg>
      <pc:sldChg chg="addSp delSp add mod">
        <pc:chgData name="Mr. PPG Dinesh Asanka" userId="54a4306b-b9cd-436b-92bf-e616bbdb8176" providerId="ADAL" clId="{763A7EB7-061F-4CF3-9E06-47EACA773A05}" dt="2026-09-07T08:38:21.523" v="107" actId="22"/>
        <pc:sldMkLst>
          <pc:docMk/>
          <pc:sldMk cId="3979098500" sldId="277"/>
        </pc:sldMkLst>
        <pc:picChg chg="add">
          <ac:chgData name="Mr. PPG Dinesh Asanka" userId="54a4306b-b9cd-436b-92bf-e616bbdb8176" providerId="ADAL" clId="{763A7EB7-061F-4CF3-9E06-47EACA773A05}" dt="2026-09-07T08:38:21.523" v="107" actId="22"/>
          <ac:picMkLst>
            <pc:docMk/>
            <pc:sldMk cId="3979098500" sldId="277"/>
            <ac:picMk id="5" creationId="{0AE618BB-E528-45C3-BA57-BE942240AD56}"/>
          </ac:picMkLst>
        </pc:picChg>
        <pc:picChg chg="add del">
          <ac:chgData name="Mr. PPG Dinesh Asanka" userId="54a4306b-b9cd-436b-92bf-e616bbdb8176" providerId="ADAL" clId="{763A7EB7-061F-4CF3-9E06-47EACA773A05}" dt="2026-09-07T08:38:18.922" v="106" actId="478"/>
          <ac:picMkLst>
            <pc:docMk/>
            <pc:sldMk cId="3979098500" sldId="277"/>
            <ac:picMk id="9" creationId="{1CD53B20-E59C-7CBD-2B5E-50E109A9DF15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9:10:30.171" v="90" actId="22"/>
        <pc:sldMkLst>
          <pc:docMk/>
          <pc:sldMk cId="2030961131" sldId="278"/>
        </pc:sldMkLst>
        <pc:picChg chg="add">
          <ac:chgData name="Mr. PPG Dinesh Asanka" userId="54a4306b-b9cd-436b-92bf-e616bbdb8176" providerId="ADAL" clId="{763A7EB7-061F-4CF3-9E06-47EACA773A05}" dt="2026-08-26T09:10:30.171" v="90" actId="22"/>
          <ac:picMkLst>
            <pc:docMk/>
            <pc:sldMk cId="2030961131" sldId="278"/>
            <ac:picMk id="5" creationId="{AE280BF0-B039-9EFC-192C-329DAC12C026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9:12:30.563" v="91" actId="22"/>
        <pc:sldMkLst>
          <pc:docMk/>
          <pc:sldMk cId="2614776410" sldId="279"/>
        </pc:sldMkLst>
        <pc:picChg chg="add">
          <ac:chgData name="Mr. PPG Dinesh Asanka" userId="54a4306b-b9cd-436b-92bf-e616bbdb8176" providerId="ADAL" clId="{763A7EB7-061F-4CF3-9E06-47EACA773A05}" dt="2026-08-26T09:12:30.563" v="91" actId="22"/>
          <ac:picMkLst>
            <pc:docMk/>
            <pc:sldMk cId="2614776410" sldId="279"/>
            <ac:picMk id="5" creationId="{60246454-4D81-BEA0-4111-1256304094DF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9:15:16.003" v="92" actId="22"/>
        <pc:sldMkLst>
          <pc:docMk/>
          <pc:sldMk cId="2189676658" sldId="280"/>
        </pc:sldMkLst>
        <pc:picChg chg="add">
          <ac:chgData name="Mr. PPG Dinesh Asanka" userId="54a4306b-b9cd-436b-92bf-e616bbdb8176" providerId="ADAL" clId="{763A7EB7-061F-4CF3-9E06-47EACA773A05}" dt="2026-08-26T09:15:16.003" v="92" actId="22"/>
          <ac:picMkLst>
            <pc:docMk/>
            <pc:sldMk cId="2189676658" sldId="280"/>
            <ac:picMk id="5" creationId="{B114B9B7-6577-B37D-C64C-43B38698E0EC}"/>
          </ac:picMkLst>
        </pc:picChg>
      </pc:sldChg>
      <pc:sldChg chg="addSp add mod">
        <pc:chgData name="Mr. PPG Dinesh Asanka" userId="54a4306b-b9cd-436b-92bf-e616bbdb8176" providerId="ADAL" clId="{763A7EB7-061F-4CF3-9E06-47EACA773A05}" dt="2026-08-26T09:18:38.574" v="93" actId="22"/>
        <pc:sldMkLst>
          <pc:docMk/>
          <pc:sldMk cId="805285359" sldId="281"/>
        </pc:sldMkLst>
        <pc:picChg chg="add">
          <ac:chgData name="Mr. PPG Dinesh Asanka" userId="54a4306b-b9cd-436b-92bf-e616bbdb8176" providerId="ADAL" clId="{763A7EB7-061F-4CF3-9E06-47EACA773A05}" dt="2026-08-26T09:18:38.574" v="93" actId="22"/>
          <ac:picMkLst>
            <pc:docMk/>
            <pc:sldMk cId="805285359" sldId="281"/>
            <ac:picMk id="5" creationId="{C0DA4CC4-ABC7-FF8D-C195-5EBD62CD00D9}"/>
          </ac:picMkLst>
        </pc:picChg>
      </pc:sldChg>
      <pc:sldChg chg="addSp new mod">
        <pc:chgData name="Mr. PPG Dinesh Asanka" userId="54a4306b-b9cd-436b-92bf-e616bbdb8176" providerId="ADAL" clId="{763A7EB7-061F-4CF3-9E06-47EACA773A05}" dt="2026-08-26T07:41:37.509" v="66" actId="22"/>
        <pc:sldMkLst>
          <pc:docMk/>
          <pc:sldMk cId="153734729" sldId="282"/>
        </pc:sldMkLst>
        <pc:picChg chg="add">
          <ac:chgData name="Mr. PPG Dinesh Asanka" userId="54a4306b-b9cd-436b-92bf-e616bbdb8176" providerId="ADAL" clId="{763A7EB7-061F-4CF3-9E06-47EACA773A05}" dt="2026-08-26T07:41:37.509" v="66" actId="22"/>
          <ac:picMkLst>
            <pc:docMk/>
            <pc:sldMk cId="153734729" sldId="282"/>
            <ac:picMk id="5" creationId="{5A34A52E-9046-6A38-DBA7-49A4187E26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September 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September 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September 7,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September 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September 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A829-6536-69ED-E6D1-F973CCED6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97667-06D8-0832-AE69-3AB5D95D4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BB983-BB8D-5D8F-769F-0D6ECE9C1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3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CB057-ED36-BA47-E32D-D2F9F456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66C7-3D60-4532-D985-AEC64EA30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CC35F-32F6-8C29-6F0C-F6DEDF056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A5361-D32A-35FD-6531-C5AE7D5E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51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3795-8585-3B25-6EEC-D6DE21468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661C4-1E5F-72B2-CE1F-B40C60A05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BE9DA-AA40-881B-F978-CA1DF4FA24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7E2A5E-5165-D3B7-8EDB-90CF8F92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0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9F3B-1D5C-9C1D-0334-8E827FDF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FAAE-047C-FE3F-6B73-73EBA5816F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A2BF2-FBE8-45A9-DB84-0CC666EF8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44B28-7815-E98F-70D6-9884A9563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97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A57E-B31B-94DE-BBE9-8897D1E0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53FE-1CB3-3999-BE5D-31883A61B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8E0C4-14B4-398A-6EF8-705F8A708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80018-8951-7E71-4125-908F70E8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1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8DEE-5771-B1B8-C80B-67959E18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0FAD-ED4F-06A7-1D9D-02F7F561D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0A3D7-7F8C-4F00-0F51-763EFC906A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D5D99-AF93-7B92-C8B5-B470CEA32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1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5158-15DA-8537-86AD-C04D0156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B2BC4-D2A5-6CD0-19EE-243832AC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4A52E-9046-6A38-DBA7-49A4187E2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D25D-45D7-A61C-B14B-8C03DA51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0558-57C5-4C00-0A1F-089655815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71A98-6F09-99CB-9604-9BFE541E22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63B21-E2AA-06DD-1582-CC3BA113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1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286C-9678-6254-C6D4-E34CA055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C09F-3652-BF9C-6715-25C2866F6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53F9A-3515-019D-5972-8638780EB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90630-4EDC-818A-B061-8187C4D0D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4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A6D7-682A-5113-BC66-6443485B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8E41-316A-9F21-4B05-BB7421D77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107E3-389D-125C-C4B8-DF81347CF4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7281F-C1AC-2AF1-087E-35F69B17C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6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4BBB-A126-0E85-08DA-7D526F27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DCCC1-ACA6-CF88-DD65-3C3939766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5AA1A-3BF9-5F88-2595-6A94C43C3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22521-F992-F391-6CF1-50DCAD5F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2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BDD4-EDC5-1F14-A729-893C6A5C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61FE-DA10-088C-761B-44FE90E54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57AE0-43AA-5014-EFD8-54EEB9D42A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4CDE6-65AF-359B-38A1-7B4CE3A0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25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36F5-3F9B-86CD-352F-F3A776CF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FB67-8E6C-B44F-2316-404165C65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0826B-50D7-9135-8D2E-DD1FD5037B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C4629-3400-AB37-A38B-06EB34188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5DB3-2B4C-84DA-3175-6D7AA3183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704D-B5EB-E9B6-8EE6-715E7FB470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AD9C5-F04C-6259-756D-6C057EDF3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8DBA0-EFCE-E99B-7B9D-C8F1B81C6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90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FCE6-4876-B333-7DB1-3F1636FC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4B9F-B8B7-5EBD-BCF5-83942D7560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738E4-2505-5376-2D8D-D0F5B7885F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F4C54-C9D1-AB0B-F2FA-3A17F21E2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8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53C1-4503-81C1-6B2F-E8477A01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0F01-6740-EE30-6B82-F4AAA90118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FF473-3EDF-E1A4-C6B3-6C35D78C0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2FEBA-BBC3-1396-001C-794624D71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3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185B-927D-CCB6-FF25-7B9A85076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497A-ACB1-D482-7F51-A3F01B4B8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BDBFB-AC71-30C0-196F-BEC6E8074F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E198C-3629-86FB-16C9-A520C215F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14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1F83-1BB1-ED54-BBA6-4982DD9B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DD4E-557C-5BEC-8FEE-BB1F539A7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9DF3C-D412-96C0-081A-B08DECE317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E2115-4115-ED90-F6CA-7DB14E56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20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D5DD-4106-44AF-4B4C-F8818DCD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06D22-2C89-6131-57E2-B7BE76E0A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9060E-68A1-D36C-C4CF-4F10D9F8A4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7AB3D-20F1-33B7-3449-902016B65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4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47D6-5A17-2321-7F70-BB5C936D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1ACA-BC15-5050-49B0-B98A6BB2D7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92C0F-C219-0D31-DD54-70D0719DD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4FA60B-CD45-F097-A95E-E698B218D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38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2B8E-A910-C330-1982-39EAB9DC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918C-AA84-8E65-A5C6-CB3C720BA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976A6-282E-71CB-C307-26E41944E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0D07F-1C48-619E-7CF3-DF57006D1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9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8D673-A3BD-E1A3-CFFD-5E78D3BB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77EA-62C0-CA7B-B161-BB7D464FC0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B3613-B200-9752-7460-DE258AA37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82F50B-9FF1-1E0D-64DC-70961E7E6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74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AA60-7789-4C36-2C44-DD0B08CA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F456-6158-C012-A264-CFF1F48A7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3AA8A-7F70-0351-0536-722E528843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618BB-E528-45C3-BA57-BE942240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98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383A-B62C-D1E2-EC7A-31357F0D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4C34-D9CC-3C04-FDC6-35C7278A5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E78CF-9162-9797-B512-5A8999BCAA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80BF0-B039-9EFC-192C-329DAC12C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61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AA3A-30CC-F5EF-3CDE-37C90766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49B3-9A56-1089-0392-DC55C40B4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2418D-0347-324F-5DF4-FE8637BFAC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46454-4D81-BEA0-4111-12563040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76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7F53C-A54D-DAC5-3ABD-66B328B5E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FAF2-0B81-ED6B-3809-AD72EC9958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6BB8B-75F8-A9B3-F2C9-92993BB47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4B9B7-6577-B37D-C64C-43B38698E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76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A89B7-D37F-F7B3-9D27-77503BB6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CC31-3BF5-A09C-CD7C-973F41656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7EBD5-804E-8455-2FF8-FC7E165C56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A4CC4-ABC7-FF8D-C195-5EBD62CD0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85359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bbf2655a-b97a-4cd5-9749-fa15d2d37c4f"/>
    <ds:schemaRef ds:uri="http://purl.org/dc/terms/"/>
    <ds:schemaRef ds:uri="6327976d-0e7f-4f4d-9e8d-9adece0280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8608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9</cp:revision>
  <dcterms:created xsi:type="dcterms:W3CDTF">2026-06-21T09:38:34Z</dcterms:created>
  <dcterms:modified xsi:type="dcterms:W3CDTF">2026-09-07T08:38:25Z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